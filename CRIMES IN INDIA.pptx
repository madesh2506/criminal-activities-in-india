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1" r:id="rId1"/>
  </p:sldMasterIdLst>
  <p:sldIdLst>
    <p:sldId id="292" r:id="rId2"/>
    <p:sldId id="282" r:id="rId3"/>
    <p:sldId id="279" r:id="rId4"/>
    <p:sldId id="277" r:id="rId5"/>
    <p:sldId id="283" r:id="rId6"/>
    <p:sldId id="286" r:id="rId7"/>
    <p:sldId id="285" r:id="rId8"/>
    <p:sldId id="288" r:id="rId9"/>
  </p:sldIdLst>
  <p:sldSz cx="12192000" cy="6858000"/>
  <p:notesSz cx="6858000" cy="9144000"/>
  <p:embeddedFontLst>
    <p:embeddedFont>
      <p:font typeface="Copperplate Gothic Bold" panose="020E0705020206020404" pitchFamily="34" charset="0"/>
      <p:regular r:id="rId10"/>
    </p:embeddedFont>
    <p:embeddedFont>
      <p:font typeface="Questrial" pitchFamily="2" charset="0"/>
      <p:regular r:id="rId11"/>
    </p:embeddedFont>
  </p:embeddedFontLst>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0000"/>
    <a:srgbClr val="FFC000"/>
    <a:srgbClr val="002D4D"/>
    <a:srgbClr val="004474"/>
    <a:srgbClr val="005A9A"/>
    <a:srgbClr val="338DCD"/>
    <a:srgbClr val="004373"/>
    <a:srgbClr val="2276CA"/>
    <a:srgbClr val="005490"/>
    <a:srgbClr val="2276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29" autoAdjust="0"/>
    <p:restoredTop sz="92679" autoAdjust="0"/>
  </p:normalViewPr>
  <p:slideViewPr>
    <p:cSldViewPr snapToGrid="0">
      <p:cViewPr varScale="1">
        <p:scale>
          <a:sx n="82" d="100"/>
          <a:sy n="82" d="100"/>
        </p:scale>
        <p:origin x="1094" y="7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649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Blank-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ECED89-B029-CDF4-4AA0-4E571AC0A7F1}"/>
              </a:ext>
            </a:extLst>
          </p:cNvPr>
          <p:cNvSpPr/>
          <p:nvPr userDrawn="1"/>
        </p:nvSpPr>
        <p:spPr bwMode="auto">
          <a:xfrm>
            <a:off x="0" y="0"/>
            <a:ext cx="12192000" cy="6858000"/>
          </a:xfrm>
          <a:prstGeom prst="rect">
            <a:avLst/>
          </a:prstGeom>
          <a:solidFill>
            <a:schemeClr val="tx1">
              <a:lumMod val="95000"/>
              <a:lumOff val="5000"/>
            </a:schemeClr>
          </a:solidFill>
          <a:ln>
            <a:noFill/>
          </a:ln>
        </p:spPr>
        <p:txBody>
          <a:bodyPr vert="horz" wrap="square" lIns="91440" tIns="45720" rIns="91440" bIns="45720" numCol="1" rtlCol="0" anchor="t" anchorCtr="0" compatLnSpc="1">
            <a:prstTxWarp prst="textNoShape">
              <a:avLst/>
            </a:prstTxWarp>
          </a:bodyPr>
          <a:lstStyle/>
          <a:p>
            <a:pPr algn="ctr"/>
            <a:endParaRPr lang="en-US"/>
          </a:p>
        </p:txBody>
      </p:sp>
    </p:spTree>
    <p:extLst>
      <p:ext uri="{BB962C8B-B14F-4D97-AF65-F5344CB8AC3E}">
        <p14:creationId xmlns:p14="http://schemas.microsoft.com/office/powerpoint/2010/main" val="2210856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Slide">
    <p:spTree>
      <p:nvGrpSpPr>
        <p:cNvPr id="1" name=""/>
        <p:cNvGrpSpPr/>
        <p:nvPr/>
      </p:nvGrpSpPr>
      <p:grpSpPr>
        <a:xfrm>
          <a:off x="0" y="0"/>
          <a:ext cx="0" cy="0"/>
          <a:chOff x="0" y="0"/>
          <a:chExt cx="0" cy="0"/>
        </a:xfrm>
      </p:grpSpPr>
      <p:pic>
        <p:nvPicPr>
          <p:cNvPr id="23" name="Picture 22" descr="Red splattered paint on a black background&#10;&#10;AI-generated content may be incorrect.">
            <a:extLst>
              <a:ext uri="{FF2B5EF4-FFF2-40B4-BE49-F238E27FC236}">
                <a16:creationId xmlns:a16="http://schemas.microsoft.com/office/drawing/2014/main" id="{B18C2473-1E8F-A21E-D135-148946A9994E}"/>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1488" y="0"/>
            <a:ext cx="12189023" cy="6858000"/>
          </a:xfrm>
          <a:prstGeom prst="rect">
            <a:avLst/>
          </a:prstGeom>
        </p:spPr>
      </p:pic>
      <p:grpSp>
        <p:nvGrpSpPr>
          <p:cNvPr id="1159" name="Group 1158">
            <a:extLst>
              <a:ext uri="{FF2B5EF4-FFF2-40B4-BE49-F238E27FC236}">
                <a16:creationId xmlns:a16="http://schemas.microsoft.com/office/drawing/2014/main" id="{AB8AD6E2-5BFE-6B6D-5434-1512E114A16F}"/>
              </a:ext>
            </a:extLst>
          </p:cNvPr>
          <p:cNvGrpSpPr/>
          <p:nvPr userDrawn="1"/>
        </p:nvGrpSpPr>
        <p:grpSpPr>
          <a:xfrm>
            <a:off x="-706934" y="561633"/>
            <a:ext cx="13912818" cy="6003115"/>
            <a:chOff x="-706934" y="561633"/>
            <a:chExt cx="13912818" cy="6003115"/>
          </a:xfrm>
        </p:grpSpPr>
        <p:grpSp>
          <p:nvGrpSpPr>
            <p:cNvPr id="1139" name="Group 1138">
              <a:extLst>
                <a:ext uri="{FF2B5EF4-FFF2-40B4-BE49-F238E27FC236}">
                  <a16:creationId xmlns:a16="http://schemas.microsoft.com/office/drawing/2014/main" id="{88CDDE65-1CF2-DE8F-E764-965F6134F4CB}"/>
                </a:ext>
              </a:extLst>
            </p:cNvPr>
            <p:cNvGrpSpPr/>
            <p:nvPr/>
          </p:nvGrpSpPr>
          <p:grpSpPr>
            <a:xfrm>
              <a:off x="6455925" y="1714330"/>
              <a:ext cx="6749959" cy="570080"/>
              <a:chOff x="6455925" y="1714330"/>
              <a:chExt cx="6749959" cy="570080"/>
            </a:xfrm>
            <a:effectLst>
              <a:outerShdw blurRad="114300" sx="102000" sy="102000" algn="ctr" rotWithShape="0">
                <a:prstClr val="black">
                  <a:alpha val="40000"/>
                </a:prstClr>
              </a:outerShdw>
            </a:effectLst>
          </p:grpSpPr>
          <p:sp>
            <p:nvSpPr>
              <p:cNvPr id="1136" name="Freeform: Shape 1135">
                <a:extLst>
                  <a:ext uri="{FF2B5EF4-FFF2-40B4-BE49-F238E27FC236}">
                    <a16:creationId xmlns:a16="http://schemas.microsoft.com/office/drawing/2014/main" id="{79F46AEC-C263-2902-1CE2-458403CCEDFB}"/>
                  </a:ext>
                </a:extLst>
              </p:cNvPr>
              <p:cNvSpPr/>
              <p:nvPr/>
            </p:nvSpPr>
            <p:spPr bwMode="auto">
              <a:xfrm rot="2461262">
                <a:off x="6455925" y="1720002"/>
                <a:ext cx="6749959" cy="564408"/>
              </a:xfrm>
              <a:custGeom>
                <a:avLst/>
                <a:gdLst>
                  <a:gd name="connsiteX0" fmla="*/ 0 w 6749959"/>
                  <a:gd name="connsiteY0" fmla="*/ 564408 h 564408"/>
                  <a:gd name="connsiteX1" fmla="*/ 648797 w 6749959"/>
                  <a:gd name="connsiteY1" fmla="*/ 0 h 564408"/>
                  <a:gd name="connsiteX2" fmla="*/ 6258963 w 6749959"/>
                  <a:gd name="connsiteY2" fmla="*/ 0 h 564408"/>
                  <a:gd name="connsiteX3" fmla="*/ 6749959 w 6749959"/>
                  <a:gd name="connsiteY3" fmla="*/ 564408 h 564408"/>
                </a:gdLst>
                <a:ahLst/>
                <a:cxnLst>
                  <a:cxn ang="0">
                    <a:pos x="connsiteX0" y="connsiteY0"/>
                  </a:cxn>
                  <a:cxn ang="0">
                    <a:pos x="connsiteX1" y="connsiteY1"/>
                  </a:cxn>
                  <a:cxn ang="0">
                    <a:pos x="connsiteX2" y="connsiteY2"/>
                  </a:cxn>
                  <a:cxn ang="0">
                    <a:pos x="connsiteX3" y="connsiteY3"/>
                  </a:cxn>
                </a:cxnLst>
                <a:rect l="l" t="t" r="r" b="b"/>
                <a:pathLst>
                  <a:path w="6749959" h="564408">
                    <a:moveTo>
                      <a:pt x="0" y="564408"/>
                    </a:moveTo>
                    <a:lnTo>
                      <a:pt x="648797" y="0"/>
                    </a:lnTo>
                    <a:lnTo>
                      <a:pt x="6258963" y="0"/>
                    </a:lnTo>
                    <a:lnTo>
                      <a:pt x="6749959" y="564408"/>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38" name="Freeform: Shape 1137">
                <a:extLst>
                  <a:ext uri="{FF2B5EF4-FFF2-40B4-BE49-F238E27FC236}">
                    <a16:creationId xmlns:a16="http://schemas.microsoft.com/office/drawing/2014/main" id="{E7EA758E-5E62-9C33-B31B-E18E05B24A9D}"/>
                  </a:ext>
                </a:extLst>
              </p:cNvPr>
              <p:cNvSpPr/>
              <p:nvPr/>
            </p:nvSpPr>
            <p:spPr bwMode="auto">
              <a:xfrm rot="2461262">
                <a:off x="6458049" y="1714330"/>
                <a:ext cx="6732671" cy="564407"/>
              </a:xfrm>
              <a:custGeom>
                <a:avLst/>
                <a:gdLst>
                  <a:gd name="connsiteX0" fmla="*/ 6416249 w 6732671"/>
                  <a:gd name="connsiteY0" fmla="*/ 564407 h 564407"/>
                  <a:gd name="connsiteX1" fmla="*/ 6622349 w 6732671"/>
                  <a:gd name="connsiteY1" fmla="*/ 417719 h 564407"/>
                  <a:gd name="connsiteX2" fmla="*/ 6732671 w 6732671"/>
                  <a:gd name="connsiteY2" fmla="*/ 544537 h 564407"/>
                  <a:gd name="connsiteX3" fmla="*/ 6704753 w 6732671"/>
                  <a:gd name="connsiteY3" fmla="*/ 564407 h 564407"/>
                  <a:gd name="connsiteX4" fmla="*/ 5708149 w 6732671"/>
                  <a:gd name="connsiteY4" fmla="*/ 0 h 564407"/>
                  <a:gd name="connsiteX5" fmla="*/ 5996653 w 6732671"/>
                  <a:gd name="connsiteY5" fmla="*/ 0 h 564407"/>
                  <a:gd name="connsiteX6" fmla="*/ 6393155 w 6732671"/>
                  <a:gd name="connsiteY6" fmla="*/ 282204 h 564407"/>
                  <a:gd name="connsiteX7" fmla="*/ 5996653 w 6732671"/>
                  <a:gd name="connsiteY7" fmla="*/ 564407 h 564407"/>
                  <a:gd name="connsiteX8" fmla="*/ 5708149 w 6732671"/>
                  <a:gd name="connsiteY8" fmla="*/ 564407 h 564407"/>
                  <a:gd name="connsiteX9" fmla="*/ 6104651 w 6732671"/>
                  <a:gd name="connsiteY9" fmla="*/ 282204 h 564407"/>
                  <a:gd name="connsiteX10" fmla="*/ 2698699 w 6732671"/>
                  <a:gd name="connsiteY10" fmla="*/ 0 h 564407"/>
                  <a:gd name="connsiteX11" fmla="*/ 2987203 w 6732671"/>
                  <a:gd name="connsiteY11" fmla="*/ 0 h 564407"/>
                  <a:gd name="connsiteX12" fmla="*/ 3383705 w 6732671"/>
                  <a:gd name="connsiteY12" fmla="*/ 282204 h 564407"/>
                  <a:gd name="connsiteX13" fmla="*/ 2987203 w 6732671"/>
                  <a:gd name="connsiteY13" fmla="*/ 564407 h 564407"/>
                  <a:gd name="connsiteX14" fmla="*/ 2698699 w 6732671"/>
                  <a:gd name="connsiteY14" fmla="*/ 564407 h 564407"/>
                  <a:gd name="connsiteX15" fmla="*/ 3095201 w 6732671"/>
                  <a:gd name="connsiteY15" fmla="*/ 282204 h 564407"/>
                  <a:gd name="connsiteX16" fmla="*/ 1990599 w 6732671"/>
                  <a:gd name="connsiteY16" fmla="*/ 0 h 564407"/>
                  <a:gd name="connsiteX17" fmla="*/ 2279103 w 6732671"/>
                  <a:gd name="connsiteY17" fmla="*/ 0 h 564407"/>
                  <a:gd name="connsiteX18" fmla="*/ 2675605 w 6732671"/>
                  <a:gd name="connsiteY18" fmla="*/ 282204 h 564407"/>
                  <a:gd name="connsiteX19" fmla="*/ 2279103 w 6732671"/>
                  <a:gd name="connsiteY19" fmla="*/ 564407 h 564407"/>
                  <a:gd name="connsiteX20" fmla="*/ 1990599 w 6732671"/>
                  <a:gd name="connsiteY20" fmla="*/ 564407 h 564407"/>
                  <a:gd name="connsiteX21" fmla="*/ 2387101 w 6732671"/>
                  <a:gd name="connsiteY21" fmla="*/ 282204 h 564407"/>
                  <a:gd name="connsiteX22" fmla="*/ 0 w 6732671"/>
                  <a:gd name="connsiteY22" fmla="*/ 564407 h 564407"/>
                  <a:gd name="connsiteX23" fmla="*/ 144235 w 6732671"/>
                  <a:gd name="connsiteY23" fmla="*/ 438932 h 564407"/>
                  <a:gd name="connsiteX24" fmla="*/ 364442 w 6732671"/>
                  <a:gd name="connsiteY24" fmla="*/ 282204 h 564407"/>
                  <a:gd name="connsiteX25" fmla="*/ 342417 w 6732671"/>
                  <a:gd name="connsiteY25" fmla="*/ 266528 h 564407"/>
                  <a:gd name="connsiteX26" fmla="*/ 472241 w 6732671"/>
                  <a:gd name="connsiteY26" fmla="*/ 153590 h 564407"/>
                  <a:gd name="connsiteX27" fmla="*/ 652946 w 6732671"/>
                  <a:gd name="connsiteY27" fmla="*/ 282204 h 564407"/>
                  <a:gd name="connsiteX28" fmla="*/ 256444 w 6732671"/>
                  <a:gd name="connsiteY28" fmla="*/ 564407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732671" h="564407">
                    <a:moveTo>
                      <a:pt x="6416249" y="564407"/>
                    </a:moveTo>
                    <a:lnTo>
                      <a:pt x="6622349" y="417719"/>
                    </a:lnTo>
                    <a:lnTo>
                      <a:pt x="6732671" y="544537"/>
                    </a:lnTo>
                    <a:lnTo>
                      <a:pt x="6704753" y="564407"/>
                    </a:lnTo>
                    <a:close/>
                    <a:moveTo>
                      <a:pt x="5708149" y="0"/>
                    </a:moveTo>
                    <a:lnTo>
                      <a:pt x="5996653" y="0"/>
                    </a:lnTo>
                    <a:lnTo>
                      <a:pt x="6393155" y="282204"/>
                    </a:lnTo>
                    <a:lnTo>
                      <a:pt x="5996653" y="564407"/>
                    </a:lnTo>
                    <a:lnTo>
                      <a:pt x="5708149" y="564407"/>
                    </a:lnTo>
                    <a:lnTo>
                      <a:pt x="6104651" y="282204"/>
                    </a:lnTo>
                    <a:close/>
                    <a:moveTo>
                      <a:pt x="2698699" y="0"/>
                    </a:moveTo>
                    <a:lnTo>
                      <a:pt x="2987203" y="0"/>
                    </a:lnTo>
                    <a:lnTo>
                      <a:pt x="3383705" y="282204"/>
                    </a:lnTo>
                    <a:lnTo>
                      <a:pt x="2987203" y="564407"/>
                    </a:lnTo>
                    <a:lnTo>
                      <a:pt x="2698699" y="564407"/>
                    </a:lnTo>
                    <a:lnTo>
                      <a:pt x="3095201" y="282204"/>
                    </a:lnTo>
                    <a:close/>
                    <a:moveTo>
                      <a:pt x="1990599" y="0"/>
                    </a:moveTo>
                    <a:lnTo>
                      <a:pt x="2279103" y="0"/>
                    </a:lnTo>
                    <a:lnTo>
                      <a:pt x="2675605" y="282204"/>
                    </a:lnTo>
                    <a:lnTo>
                      <a:pt x="2279103" y="564407"/>
                    </a:lnTo>
                    <a:lnTo>
                      <a:pt x="1990599" y="564407"/>
                    </a:lnTo>
                    <a:lnTo>
                      <a:pt x="2387101" y="282204"/>
                    </a:lnTo>
                    <a:close/>
                    <a:moveTo>
                      <a:pt x="0" y="564407"/>
                    </a:moveTo>
                    <a:lnTo>
                      <a:pt x="144235" y="438932"/>
                    </a:lnTo>
                    <a:lnTo>
                      <a:pt x="364442" y="282204"/>
                    </a:lnTo>
                    <a:lnTo>
                      <a:pt x="342417" y="266528"/>
                    </a:lnTo>
                    <a:lnTo>
                      <a:pt x="472241" y="153590"/>
                    </a:lnTo>
                    <a:lnTo>
                      <a:pt x="652946" y="282204"/>
                    </a:lnTo>
                    <a:lnTo>
                      <a:pt x="256444" y="564407"/>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34" name="Group 1133">
              <a:extLst>
                <a:ext uri="{FF2B5EF4-FFF2-40B4-BE49-F238E27FC236}">
                  <a16:creationId xmlns:a16="http://schemas.microsoft.com/office/drawing/2014/main" id="{3EB9DD52-2767-72CD-9E97-805E193F0692}"/>
                </a:ext>
              </a:extLst>
            </p:cNvPr>
            <p:cNvGrpSpPr/>
            <p:nvPr/>
          </p:nvGrpSpPr>
          <p:grpSpPr>
            <a:xfrm>
              <a:off x="4565297" y="1122206"/>
              <a:ext cx="8055077" cy="497646"/>
              <a:chOff x="4565297" y="1122206"/>
              <a:chExt cx="8055077" cy="497646"/>
            </a:xfrm>
            <a:effectLst>
              <a:outerShdw blurRad="101600" algn="ctr" rotWithShape="0">
                <a:prstClr val="black">
                  <a:alpha val="35000"/>
                </a:prstClr>
              </a:outerShdw>
            </a:effectLst>
          </p:grpSpPr>
          <p:sp>
            <p:nvSpPr>
              <p:cNvPr id="1130" name="Freeform: Shape 1129">
                <a:extLst>
                  <a:ext uri="{FF2B5EF4-FFF2-40B4-BE49-F238E27FC236}">
                    <a16:creationId xmlns:a16="http://schemas.microsoft.com/office/drawing/2014/main" id="{2A182459-F666-6D76-231F-90E9B5082489}"/>
                  </a:ext>
                </a:extLst>
              </p:cNvPr>
              <p:cNvSpPr/>
              <p:nvPr/>
            </p:nvSpPr>
            <p:spPr>
              <a:xfrm rot="1400825">
                <a:off x="4565412" y="1122206"/>
                <a:ext cx="8054962" cy="497646"/>
              </a:xfrm>
              <a:custGeom>
                <a:avLst/>
                <a:gdLst>
                  <a:gd name="connsiteX0" fmla="*/ 0 w 8054962"/>
                  <a:gd name="connsiteY0" fmla="*/ 493956 h 497646"/>
                  <a:gd name="connsiteX1" fmla="*/ 1144363 w 8054962"/>
                  <a:gd name="connsiteY1" fmla="*/ 0 h 497646"/>
                  <a:gd name="connsiteX2" fmla="*/ 5913695 w 8054962"/>
                  <a:gd name="connsiteY2" fmla="*/ 0 h 497646"/>
                  <a:gd name="connsiteX3" fmla="*/ 5913694 w 8054962"/>
                  <a:gd name="connsiteY3" fmla="*/ 3690 h 497646"/>
                  <a:gd name="connsiteX4" fmla="*/ 7841750 w 8054962"/>
                  <a:gd name="connsiteY4" fmla="*/ 3690 h 497646"/>
                  <a:gd name="connsiteX5" fmla="*/ 8054962 w 8054962"/>
                  <a:gd name="connsiteY5" fmla="*/ 497646 h 497646"/>
                  <a:gd name="connsiteX6" fmla="*/ 5539099 w 8054962"/>
                  <a:gd name="connsiteY6" fmla="*/ 497646 h 497646"/>
                  <a:gd name="connsiteX7" fmla="*/ 5539100 w 8054962"/>
                  <a:gd name="connsiteY7" fmla="*/ 493956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54962" h="497646">
                    <a:moveTo>
                      <a:pt x="0" y="493956"/>
                    </a:moveTo>
                    <a:lnTo>
                      <a:pt x="1144363" y="0"/>
                    </a:lnTo>
                    <a:lnTo>
                      <a:pt x="5913695" y="0"/>
                    </a:lnTo>
                    <a:lnTo>
                      <a:pt x="5913694" y="3690"/>
                    </a:lnTo>
                    <a:lnTo>
                      <a:pt x="7841750" y="3690"/>
                    </a:lnTo>
                    <a:lnTo>
                      <a:pt x="8054962" y="497646"/>
                    </a:lnTo>
                    <a:lnTo>
                      <a:pt x="5539099" y="497646"/>
                    </a:lnTo>
                    <a:lnTo>
                      <a:pt x="5539100" y="493956"/>
                    </a:lnTo>
                    <a:close/>
                  </a:path>
                </a:pathLst>
              </a:custGeom>
              <a:gradFill>
                <a:gsLst>
                  <a:gs pos="19000">
                    <a:schemeClr val="accent1"/>
                  </a:gs>
                  <a:gs pos="4587">
                    <a:schemeClr val="accent1"/>
                  </a:gs>
                  <a:gs pos="100000">
                    <a:schemeClr val="accent1"/>
                  </a:gs>
                  <a:gs pos="33000">
                    <a:schemeClr val="accent1">
                      <a:lumMod val="75000"/>
                    </a:schemeClr>
                  </a:gs>
                </a:gsLst>
                <a:lin ang="5400000" scaled="1"/>
              </a:gradFill>
              <a:ln w="14523" cap="flat">
                <a:noFill/>
                <a:prstDash val="solid"/>
                <a:miter/>
              </a:ln>
            </p:spPr>
            <p:txBody>
              <a:bodyPr rtlCol="0" anchor="ctr"/>
              <a:lstStyle/>
              <a:p>
                <a:endParaRPr lang="en-US" dirty="0"/>
              </a:p>
            </p:txBody>
          </p:sp>
          <p:sp>
            <p:nvSpPr>
              <p:cNvPr id="1133" name="Freeform: Shape 1132">
                <a:extLst>
                  <a:ext uri="{FF2B5EF4-FFF2-40B4-BE49-F238E27FC236}">
                    <a16:creationId xmlns:a16="http://schemas.microsoft.com/office/drawing/2014/main" id="{B80B8678-97E0-6D08-03B0-FCD30DF5B307}"/>
                  </a:ext>
                </a:extLst>
              </p:cNvPr>
              <p:cNvSpPr/>
              <p:nvPr/>
            </p:nvSpPr>
            <p:spPr>
              <a:xfrm rot="1400825">
                <a:off x="4565297" y="1122763"/>
                <a:ext cx="8054963" cy="497066"/>
              </a:xfrm>
              <a:custGeom>
                <a:avLst/>
                <a:gdLst>
                  <a:gd name="connsiteX0" fmla="*/ 7998567 w 8054963"/>
                  <a:gd name="connsiteY0" fmla="*/ 402052 h 497066"/>
                  <a:gd name="connsiteX1" fmla="*/ 8013951 w 8054963"/>
                  <a:gd name="connsiteY1" fmla="*/ 402052 h 497066"/>
                  <a:gd name="connsiteX2" fmla="*/ 8054963 w 8054963"/>
                  <a:gd name="connsiteY2" fmla="*/ 497066 h 497066"/>
                  <a:gd name="connsiteX3" fmla="*/ 7919826 w 8054963"/>
                  <a:gd name="connsiteY3" fmla="*/ 497065 h 497066"/>
                  <a:gd name="connsiteX4" fmla="*/ 7693186 w 8054963"/>
                  <a:gd name="connsiteY4" fmla="*/ 402051 h 497066"/>
                  <a:gd name="connsiteX5" fmla="*/ 7839049 w 8054963"/>
                  <a:gd name="connsiteY5" fmla="*/ 402051 h 497066"/>
                  <a:gd name="connsiteX6" fmla="*/ 7760306 w 8054963"/>
                  <a:gd name="connsiteY6" fmla="*/ 497065 h 497066"/>
                  <a:gd name="connsiteX7" fmla="*/ 7614444 w 8054963"/>
                  <a:gd name="connsiteY7" fmla="*/ 497065 h 497066"/>
                  <a:gd name="connsiteX8" fmla="*/ 7387805 w 8054963"/>
                  <a:gd name="connsiteY8" fmla="*/ 402051 h 497066"/>
                  <a:gd name="connsiteX9" fmla="*/ 7533667 w 8054963"/>
                  <a:gd name="connsiteY9" fmla="*/ 402051 h 497066"/>
                  <a:gd name="connsiteX10" fmla="*/ 7454924 w 8054963"/>
                  <a:gd name="connsiteY10" fmla="*/ 497065 h 497066"/>
                  <a:gd name="connsiteX11" fmla="*/ 7309063 w 8054963"/>
                  <a:gd name="connsiteY11" fmla="*/ 497065 h 497066"/>
                  <a:gd name="connsiteX12" fmla="*/ 7082424 w 8054963"/>
                  <a:gd name="connsiteY12" fmla="*/ 402052 h 497066"/>
                  <a:gd name="connsiteX13" fmla="*/ 7228286 w 8054963"/>
                  <a:gd name="connsiteY13" fmla="*/ 402052 h 497066"/>
                  <a:gd name="connsiteX14" fmla="*/ 7149543 w 8054963"/>
                  <a:gd name="connsiteY14" fmla="*/ 497066 h 497066"/>
                  <a:gd name="connsiteX15" fmla="*/ 7003681 w 8054963"/>
                  <a:gd name="connsiteY15" fmla="*/ 497066 h 497066"/>
                  <a:gd name="connsiteX16" fmla="*/ 6777042 w 8054963"/>
                  <a:gd name="connsiteY16" fmla="*/ 402052 h 497066"/>
                  <a:gd name="connsiteX17" fmla="*/ 6922905 w 8054963"/>
                  <a:gd name="connsiteY17" fmla="*/ 402051 h 497066"/>
                  <a:gd name="connsiteX18" fmla="*/ 6844162 w 8054963"/>
                  <a:gd name="connsiteY18" fmla="*/ 497065 h 497066"/>
                  <a:gd name="connsiteX19" fmla="*/ 6698300 w 8054963"/>
                  <a:gd name="connsiteY19" fmla="*/ 497066 h 497066"/>
                  <a:gd name="connsiteX20" fmla="*/ 7693185 w 8054963"/>
                  <a:gd name="connsiteY20" fmla="*/ 3690 h 497066"/>
                  <a:gd name="connsiteX21" fmla="*/ 7839049 w 8054963"/>
                  <a:gd name="connsiteY21" fmla="*/ 3690 h 497066"/>
                  <a:gd name="connsiteX22" fmla="*/ 7760305 w 8054963"/>
                  <a:gd name="connsiteY22" fmla="*/ 98704 h 497066"/>
                  <a:gd name="connsiteX23" fmla="*/ 7614444 w 8054963"/>
                  <a:gd name="connsiteY23" fmla="*/ 98704 h 497066"/>
                  <a:gd name="connsiteX24" fmla="*/ 6471661 w 8054963"/>
                  <a:gd name="connsiteY24" fmla="*/ 402051 h 497066"/>
                  <a:gd name="connsiteX25" fmla="*/ 6617524 w 8054963"/>
                  <a:gd name="connsiteY25" fmla="*/ 402051 h 497066"/>
                  <a:gd name="connsiteX26" fmla="*/ 6538781 w 8054963"/>
                  <a:gd name="connsiteY26" fmla="*/ 497065 h 497066"/>
                  <a:gd name="connsiteX27" fmla="*/ 6392919 w 8054963"/>
                  <a:gd name="connsiteY27" fmla="*/ 497065 h 497066"/>
                  <a:gd name="connsiteX28" fmla="*/ 7387804 w 8054963"/>
                  <a:gd name="connsiteY28" fmla="*/ 3690 h 497066"/>
                  <a:gd name="connsiteX29" fmla="*/ 7533667 w 8054963"/>
                  <a:gd name="connsiteY29" fmla="*/ 3690 h 497066"/>
                  <a:gd name="connsiteX30" fmla="*/ 7454926 w 8054963"/>
                  <a:gd name="connsiteY30" fmla="*/ 98704 h 497066"/>
                  <a:gd name="connsiteX31" fmla="*/ 7309063 w 8054963"/>
                  <a:gd name="connsiteY31" fmla="*/ 98704 h 497066"/>
                  <a:gd name="connsiteX32" fmla="*/ 6166282 w 8054963"/>
                  <a:gd name="connsiteY32" fmla="*/ 402052 h 497066"/>
                  <a:gd name="connsiteX33" fmla="*/ 6312144 w 8054963"/>
                  <a:gd name="connsiteY33" fmla="*/ 402052 h 497066"/>
                  <a:gd name="connsiteX34" fmla="*/ 6233401 w 8054963"/>
                  <a:gd name="connsiteY34" fmla="*/ 497066 h 497066"/>
                  <a:gd name="connsiteX35" fmla="*/ 6087539 w 8054963"/>
                  <a:gd name="connsiteY35" fmla="*/ 497066 h 497066"/>
                  <a:gd name="connsiteX36" fmla="*/ 7082424 w 8054963"/>
                  <a:gd name="connsiteY36" fmla="*/ 3691 h 497066"/>
                  <a:gd name="connsiteX37" fmla="*/ 7228286 w 8054963"/>
                  <a:gd name="connsiteY37" fmla="*/ 3691 h 497066"/>
                  <a:gd name="connsiteX38" fmla="*/ 7149544 w 8054963"/>
                  <a:gd name="connsiteY38" fmla="*/ 98705 h 497066"/>
                  <a:gd name="connsiteX39" fmla="*/ 7003681 w 8054963"/>
                  <a:gd name="connsiteY39" fmla="*/ 98705 h 497066"/>
                  <a:gd name="connsiteX40" fmla="*/ 6777042 w 8054963"/>
                  <a:gd name="connsiteY40" fmla="*/ 3690 h 497066"/>
                  <a:gd name="connsiteX41" fmla="*/ 6922905 w 8054963"/>
                  <a:gd name="connsiteY41" fmla="*/ 3690 h 497066"/>
                  <a:gd name="connsiteX42" fmla="*/ 6844162 w 8054963"/>
                  <a:gd name="connsiteY42" fmla="*/ 98704 h 497066"/>
                  <a:gd name="connsiteX43" fmla="*/ 6698300 w 8054963"/>
                  <a:gd name="connsiteY43" fmla="*/ 98704 h 497066"/>
                  <a:gd name="connsiteX44" fmla="*/ 5860523 w 8054963"/>
                  <a:gd name="connsiteY44" fmla="*/ 398361 h 497066"/>
                  <a:gd name="connsiteX45" fmla="*/ 5915583 w 8054963"/>
                  <a:gd name="connsiteY45" fmla="*/ 398361 h 497066"/>
                  <a:gd name="connsiteX46" fmla="*/ 5915584 w 8054963"/>
                  <a:gd name="connsiteY46" fmla="*/ 402051 h 497066"/>
                  <a:gd name="connsiteX47" fmla="*/ 6006763 w 8054963"/>
                  <a:gd name="connsiteY47" fmla="*/ 402051 h 497066"/>
                  <a:gd name="connsiteX48" fmla="*/ 5928020 w 8054963"/>
                  <a:gd name="connsiteY48" fmla="*/ 497065 h 497066"/>
                  <a:gd name="connsiteX49" fmla="*/ 5782158 w 8054963"/>
                  <a:gd name="connsiteY49" fmla="*/ 497066 h 497066"/>
                  <a:gd name="connsiteX50" fmla="*/ 5785217 w 8054963"/>
                  <a:gd name="connsiteY50" fmla="*/ 493375 h 497066"/>
                  <a:gd name="connsiteX51" fmla="*/ 5781780 w 8054963"/>
                  <a:gd name="connsiteY51" fmla="*/ 493375 h 497066"/>
                  <a:gd name="connsiteX52" fmla="*/ 6471661 w 8054963"/>
                  <a:gd name="connsiteY52" fmla="*/ 3690 h 497066"/>
                  <a:gd name="connsiteX53" fmla="*/ 6617524 w 8054963"/>
                  <a:gd name="connsiteY53" fmla="*/ 3690 h 497066"/>
                  <a:gd name="connsiteX54" fmla="*/ 6538781 w 8054963"/>
                  <a:gd name="connsiteY54" fmla="*/ 98704 h 497066"/>
                  <a:gd name="connsiteX55" fmla="*/ 6392920 w 8054963"/>
                  <a:gd name="connsiteY55" fmla="*/ 98704 h 497066"/>
                  <a:gd name="connsiteX56" fmla="*/ 5555141 w 8054963"/>
                  <a:gd name="connsiteY56" fmla="*/ 398361 h 497066"/>
                  <a:gd name="connsiteX57" fmla="*/ 5700857 w 8054963"/>
                  <a:gd name="connsiteY57" fmla="*/ 398361 h 497066"/>
                  <a:gd name="connsiteX58" fmla="*/ 5697805 w 8054963"/>
                  <a:gd name="connsiteY58" fmla="*/ 402050 h 497066"/>
                  <a:gd name="connsiteX59" fmla="*/ 5701381 w 8054963"/>
                  <a:gd name="connsiteY59" fmla="*/ 402051 h 497066"/>
                  <a:gd name="connsiteX60" fmla="*/ 5622639 w 8054963"/>
                  <a:gd name="connsiteY60" fmla="*/ 497065 h 497066"/>
                  <a:gd name="connsiteX61" fmla="*/ 5539102 w 8054963"/>
                  <a:gd name="connsiteY61" fmla="*/ 497065 h 497066"/>
                  <a:gd name="connsiteX62" fmla="*/ 5539103 w 8054963"/>
                  <a:gd name="connsiteY62" fmla="*/ 493375 h 497066"/>
                  <a:gd name="connsiteX63" fmla="*/ 5476398 w 8054963"/>
                  <a:gd name="connsiteY63" fmla="*/ 493375 h 497066"/>
                  <a:gd name="connsiteX64" fmla="*/ 6166281 w 8054963"/>
                  <a:gd name="connsiteY64" fmla="*/ 3691 h 497066"/>
                  <a:gd name="connsiteX65" fmla="*/ 6312144 w 8054963"/>
                  <a:gd name="connsiteY65" fmla="*/ 3691 h 497066"/>
                  <a:gd name="connsiteX66" fmla="*/ 6233401 w 8054963"/>
                  <a:gd name="connsiteY66" fmla="*/ 98705 h 497066"/>
                  <a:gd name="connsiteX67" fmla="*/ 6087539 w 8054963"/>
                  <a:gd name="connsiteY67" fmla="*/ 98705 h 497066"/>
                  <a:gd name="connsiteX68" fmla="*/ 5249613 w 8054963"/>
                  <a:gd name="connsiteY68" fmla="*/ 398361 h 497066"/>
                  <a:gd name="connsiteX69" fmla="*/ 5395621 w 8054963"/>
                  <a:gd name="connsiteY69" fmla="*/ 398362 h 497066"/>
                  <a:gd name="connsiteX70" fmla="*/ 5316878 w 8054963"/>
                  <a:gd name="connsiteY70" fmla="*/ 493375 h 497066"/>
                  <a:gd name="connsiteX71" fmla="*/ 5171016 w 8054963"/>
                  <a:gd name="connsiteY71" fmla="*/ 493375 h 497066"/>
                  <a:gd name="connsiteX72" fmla="*/ 4944232 w 8054963"/>
                  <a:gd name="connsiteY72" fmla="*/ 398361 h 497066"/>
                  <a:gd name="connsiteX73" fmla="*/ 5090095 w 8054963"/>
                  <a:gd name="connsiteY73" fmla="*/ 398361 h 497066"/>
                  <a:gd name="connsiteX74" fmla="*/ 5011497 w 8054963"/>
                  <a:gd name="connsiteY74" fmla="*/ 493375 h 497066"/>
                  <a:gd name="connsiteX75" fmla="*/ 4865635 w 8054963"/>
                  <a:gd name="connsiteY75" fmla="*/ 493375 h 497066"/>
                  <a:gd name="connsiteX76" fmla="*/ 5860523 w 8054963"/>
                  <a:gd name="connsiteY76" fmla="*/ 0 h 497066"/>
                  <a:gd name="connsiteX77" fmla="*/ 5915583 w 8054963"/>
                  <a:gd name="connsiteY77" fmla="*/ 0 h 497066"/>
                  <a:gd name="connsiteX78" fmla="*/ 5915583 w 8054963"/>
                  <a:gd name="connsiteY78" fmla="*/ 3690 h 497066"/>
                  <a:gd name="connsiteX79" fmla="*/ 6006763 w 8054963"/>
                  <a:gd name="connsiteY79" fmla="*/ 3690 h 497066"/>
                  <a:gd name="connsiteX80" fmla="*/ 5928020 w 8054963"/>
                  <a:gd name="connsiteY80" fmla="*/ 98704 h 497066"/>
                  <a:gd name="connsiteX81" fmla="*/ 5782158 w 8054963"/>
                  <a:gd name="connsiteY81" fmla="*/ 98704 h 497066"/>
                  <a:gd name="connsiteX82" fmla="*/ 5785216 w 8054963"/>
                  <a:gd name="connsiteY82" fmla="*/ 95014 h 497066"/>
                  <a:gd name="connsiteX83" fmla="*/ 5781778 w 8054963"/>
                  <a:gd name="connsiteY83" fmla="*/ 95014 h 497066"/>
                  <a:gd name="connsiteX84" fmla="*/ 4638851 w 8054963"/>
                  <a:gd name="connsiteY84" fmla="*/ 398361 h 497066"/>
                  <a:gd name="connsiteX85" fmla="*/ 4784713 w 8054963"/>
                  <a:gd name="connsiteY85" fmla="*/ 398361 h 497066"/>
                  <a:gd name="connsiteX86" fmla="*/ 4706117 w 8054963"/>
                  <a:gd name="connsiteY86" fmla="*/ 493375 h 497066"/>
                  <a:gd name="connsiteX87" fmla="*/ 4560255 w 8054963"/>
                  <a:gd name="connsiteY87" fmla="*/ 493375 h 497066"/>
                  <a:gd name="connsiteX88" fmla="*/ 5555140 w 8054963"/>
                  <a:gd name="connsiteY88" fmla="*/ 0 h 497066"/>
                  <a:gd name="connsiteX89" fmla="*/ 5700856 w 8054963"/>
                  <a:gd name="connsiteY89" fmla="*/ 0 h 497066"/>
                  <a:gd name="connsiteX90" fmla="*/ 5697804 w 8054963"/>
                  <a:gd name="connsiteY90" fmla="*/ 3690 h 497066"/>
                  <a:gd name="connsiteX91" fmla="*/ 5701381 w 8054963"/>
                  <a:gd name="connsiteY91" fmla="*/ 3690 h 497066"/>
                  <a:gd name="connsiteX92" fmla="*/ 5622639 w 8054963"/>
                  <a:gd name="connsiteY92" fmla="*/ 98704 h 497066"/>
                  <a:gd name="connsiteX93" fmla="*/ 5539102 w 8054963"/>
                  <a:gd name="connsiteY93" fmla="*/ 98704 h 497066"/>
                  <a:gd name="connsiteX94" fmla="*/ 5539102 w 8054963"/>
                  <a:gd name="connsiteY94" fmla="*/ 95014 h 497066"/>
                  <a:gd name="connsiteX95" fmla="*/ 5476398 w 8054963"/>
                  <a:gd name="connsiteY95" fmla="*/ 95014 h 497066"/>
                  <a:gd name="connsiteX96" fmla="*/ 4333471 w 8054963"/>
                  <a:gd name="connsiteY96" fmla="*/ 398361 h 497066"/>
                  <a:gd name="connsiteX97" fmla="*/ 4479334 w 8054963"/>
                  <a:gd name="connsiteY97" fmla="*/ 398361 h 497066"/>
                  <a:gd name="connsiteX98" fmla="*/ 4400735 w 8054963"/>
                  <a:gd name="connsiteY98" fmla="*/ 493375 h 497066"/>
                  <a:gd name="connsiteX99" fmla="*/ 4254873 w 8054963"/>
                  <a:gd name="connsiteY99" fmla="*/ 493375 h 497066"/>
                  <a:gd name="connsiteX100" fmla="*/ 5249613 w 8054963"/>
                  <a:gd name="connsiteY100" fmla="*/ 0 h 497066"/>
                  <a:gd name="connsiteX101" fmla="*/ 5395621 w 8054963"/>
                  <a:gd name="connsiteY101" fmla="*/ 0 h 497066"/>
                  <a:gd name="connsiteX102" fmla="*/ 5316879 w 8054963"/>
                  <a:gd name="connsiteY102" fmla="*/ 95014 h 497066"/>
                  <a:gd name="connsiteX103" fmla="*/ 5171016 w 8054963"/>
                  <a:gd name="connsiteY103" fmla="*/ 95014 h 497066"/>
                  <a:gd name="connsiteX104" fmla="*/ 4028090 w 8054963"/>
                  <a:gd name="connsiteY104" fmla="*/ 398362 h 497066"/>
                  <a:gd name="connsiteX105" fmla="*/ 4173952 w 8054963"/>
                  <a:gd name="connsiteY105" fmla="*/ 398362 h 497066"/>
                  <a:gd name="connsiteX106" fmla="*/ 4095354 w 8054963"/>
                  <a:gd name="connsiteY106" fmla="*/ 493376 h 497066"/>
                  <a:gd name="connsiteX107" fmla="*/ 3949492 w 8054963"/>
                  <a:gd name="connsiteY107" fmla="*/ 493376 h 497066"/>
                  <a:gd name="connsiteX108" fmla="*/ 4944232 w 8054963"/>
                  <a:gd name="connsiteY108" fmla="*/ 0 h 497066"/>
                  <a:gd name="connsiteX109" fmla="*/ 5090095 w 8054963"/>
                  <a:gd name="connsiteY109" fmla="*/ 0 h 497066"/>
                  <a:gd name="connsiteX110" fmla="*/ 5011496 w 8054963"/>
                  <a:gd name="connsiteY110" fmla="*/ 95014 h 497066"/>
                  <a:gd name="connsiteX111" fmla="*/ 4865636 w 8054963"/>
                  <a:gd name="connsiteY111" fmla="*/ 95014 h 497066"/>
                  <a:gd name="connsiteX112" fmla="*/ 3722708 w 8054963"/>
                  <a:gd name="connsiteY112" fmla="*/ 398362 h 497066"/>
                  <a:gd name="connsiteX113" fmla="*/ 3868570 w 8054963"/>
                  <a:gd name="connsiteY113" fmla="*/ 398362 h 497066"/>
                  <a:gd name="connsiteX114" fmla="*/ 3789973 w 8054963"/>
                  <a:gd name="connsiteY114" fmla="*/ 493376 h 497066"/>
                  <a:gd name="connsiteX115" fmla="*/ 3644111 w 8054963"/>
                  <a:gd name="connsiteY115" fmla="*/ 493376 h 497066"/>
                  <a:gd name="connsiteX116" fmla="*/ 4638851 w 8054963"/>
                  <a:gd name="connsiteY116" fmla="*/ 0 h 497066"/>
                  <a:gd name="connsiteX117" fmla="*/ 4784712 w 8054963"/>
                  <a:gd name="connsiteY117" fmla="*/ 0 h 497066"/>
                  <a:gd name="connsiteX118" fmla="*/ 4706116 w 8054963"/>
                  <a:gd name="connsiteY118" fmla="*/ 95014 h 497066"/>
                  <a:gd name="connsiteX119" fmla="*/ 4560254 w 8054963"/>
                  <a:gd name="connsiteY119" fmla="*/ 95014 h 497066"/>
                  <a:gd name="connsiteX120" fmla="*/ 3417327 w 8054963"/>
                  <a:gd name="connsiteY120" fmla="*/ 398361 h 497066"/>
                  <a:gd name="connsiteX121" fmla="*/ 3563189 w 8054963"/>
                  <a:gd name="connsiteY121" fmla="*/ 398361 h 497066"/>
                  <a:gd name="connsiteX122" fmla="*/ 3484592 w 8054963"/>
                  <a:gd name="connsiteY122" fmla="*/ 493375 h 497066"/>
                  <a:gd name="connsiteX123" fmla="*/ 3338730 w 8054963"/>
                  <a:gd name="connsiteY123" fmla="*/ 493375 h 497066"/>
                  <a:gd name="connsiteX124" fmla="*/ 4333469 w 8054963"/>
                  <a:gd name="connsiteY124" fmla="*/ 0 h 497066"/>
                  <a:gd name="connsiteX125" fmla="*/ 4479333 w 8054963"/>
                  <a:gd name="connsiteY125" fmla="*/ 0 h 497066"/>
                  <a:gd name="connsiteX126" fmla="*/ 4400735 w 8054963"/>
                  <a:gd name="connsiteY126" fmla="*/ 95014 h 497066"/>
                  <a:gd name="connsiteX127" fmla="*/ 4254874 w 8054963"/>
                  <a:gd name="connsiteY127" fmla="*/ 95014 h 497066"/>
                  <a:gd name="connsiteX128" fmla="*/ 3111946 w 8054963"/>
                  <a:gd name="connsiteY128" fmla="*/ 398362 h 497066"/>
                  <a:gd name="connsiteX129" fmla="*/ 3257808 w 8054963"/>
                  <a:gd name="connsiteY129" fmla="*/ 398361 h 497066"/>
                  <a:gd name="connsiteX130" fmla="*/ 3179066 w 8054963"/>
                  <a:gd name="connsiteY130" fmla="*/ 493375 h 497066"/>
                  <a:gd name="connsiteX131" fmla="*/ 3033349 w 8054963"/>
                  <a:gd name="connsiteY131" fmla="*/ 493375 h 497066"/>
                  <a:gd name="connsiteX132" fmla="*/ 4028089 w 8054963"/>
                  <a:gd name="connsiteY132" fmla="*/ 1 h 497066"/>
                  <a:gd name="connsiteX133" fmla="*/ 4173952 w 8054963"/>
                  <a:gd name="connsiteY133" fmla="*/ 1 h 497066"/>
                  <a:gd name="connsiteX134" fmla="*/ 4095354 w 8054963"/>
                  <a:gd name="connsiteY134" fmla="*/ 95015 h 497066"/>
                  <a:gd name="connsiteX135" fmla="*/ 3949492 w 8054963"/>
                  <a:gd name="connsiteY135" fmla="*/ 95015 h 497066"/>
                  <a:gd name="connsiteX136" fmla="*/ 2806564 w 8054963"/>
                  <a:gd name="connsiteY136" fmla="*/ 398362 h 497066"/>
                  <a:gd name="connsiteX137" fmla="*/ 2952428 w 8054963"/>
                  <a:gd name="connsiteY137" fmla="*/ 398362 h 497066"/>
                  <a:gd name="connsiteX138" fmla="*/ 2873830 w 8054963"/>
                  <a:gd name="connsiteY138" fmla="*/ 493376 h 497066"/>
                  <a:gd name="connsiteX139" fmla="*/ 2727822 w 8054963"/>
                  <a:gd name="connsiteY139" fmla="*/ 493375 h 497066"/>
                  <a:gd name="connsiteX140" fmla="*/ 3722707 w 8054963"/>
                  <a:gd name="connsiteY140" fmla="*/ 1 h 497066"/>
                  <a:gd name="connsiteX141" fmla="*/ 3868570 w 8054963"/>
                  <a:gd name="connsiteY141" fmla="*/ 1 h 497066"/>
                  <a:gd name="connsiteX142" fmla="*/ 3789972 w 8054963"/>
                  <a:gd name="connsiteY142" fmla="*/ 95015 h 497066"/>
                  <a:gd name="connsiteX143" fmla="*/ 3644111 w 8054963"/>
                  <a:gd name="connsiteY143" fmla="*/ 95015 h 497066"/>
                  <a:gd name="connsiteX144" fmla="*/ 2501183 w 8054963"/>
                  <a:gd name="connsiteY144" fmla="*/ 398361 h 497066"/>
                  <a:gd name="connsiteX145" fmla="*/ 2647046 w 8054963"/>
                  <a:gd name="connsiteY145" fmla="*/ 398361 h 497066"/>
                  <a:gd name="connsiteX146" fmla="*/ 2568303 w 8054963"/>
                  <a:gd name="connsiteY146" fmla="*/ 493375 h 497066"/>
                  <a:gd name="connsiteX147" fmla="*/ 2422441 w 8054963"/>
                  <a:gd name="connsiteY147" fmla="*/ 493375 h 497066"/>
                  <a:gd name="connsiteX148" fmla="*/ 3417327 w 8054963"/>
                  <a:gd name="connsiteY148" fmla="*/ 0 h 497066"/>
                  <a:gd name="connsiteX149" fmla="*/ 3563189 w 8054963"/>
                  <a:gd name="connsiteY149" fmla="*/ 0 h 497066"/>
                  <a:gd name="connsiteX150" fmla="*/ 3484592 w 8054963"/>
                  <a:gd name="connsiteY150" fmla="*/ 95014 h 497066"/>
                  <a:gd name="connsiteX151" fmla="*/ 3338730 w 8054963"/>
                  <a:gd name="connsiteY151" fmla="*/ 95014 h 497066"/>
                  <a:gd name="connsiteX152" fmla="*/ 2195803 w 8054963"/>
                  <a:gd name="connsiteY152" fmla="*/ 398362 h 497066"/>
                  <a:gd name="connsiteX153" fmla="*/ 2341666 w 8054963"/>
                  <a:gd name="connsiteY153" fmla="*/ 398361 h 497066"/>
                  <a:gd name="connsiteX154" fmla="*/ 2262923 w 8054963"/>
                  <a:gd name="connsiteY154" fmla="*/ 493376 h 497066"/>
                  <a:gd name="connsiteX155" fmla="*/ 2117061 w 8054963"/>
                  <a:gd name="connsiteY155" fmla="*/ 493375 h 497066"/>
                  <a:gd name="connsiteX156" fmla="*/ 3111946 w 8054963"/>
                  <a:gd name="connsiteY156" fmla="*/ 1 h 497066"/>
                  <a:gd name="connsiteX157" fmla="*/ 3257807 w 8054963"/>
                  <a:gd name="connsiteY157" fmla="*/ 1 h 497066"/>
                  <a:gd name="connsiteX158" fmla="*/ 3179067 w 8054963"/>
                  <a:gd name="connsiteY158" fmla="*/ 95014 h 497066"/>
                  <a:gd name="connsiteX159" fmla="*/ 3033349 w 8054963"/>
                  <a:gd name="connsiteY159" fmla="*/ 95015 h 497066"/>
                  <a:gd name="connsiteX160" fmla="*/ 1890423 w 8054963"/>
                  <a:gd name="connsiteY160" fmla="*/ 398361 h 497066"/>
                  <a:gd name="connsiteX161" fmla="*/ 2036285 w 8054963"/>
                  <a:gd name="connsiteY161" fmla="*/ 398361 h 497066"/>
                  <a:gd name="connsiteX162" fmla="*/ 1957543 w 8054963"/>
                  <a:gd name="connsiteY162" fmla="*/ 493375 h 497066"/>
                  <a:gd name="connsiteX163" fmla="*/ 1811681 w 8054963"/>
                  <a:gd name="connsiteY163" fmla="*/ 493375 h 497066"/>
                  <a:gd name="connsiteX164" fmla="*/ 2806563 w 8054963"/>
                  <a:gd name="connsiteY164" fmla="*/ 1 h 497066"/>
                  <a:gd name="connsiteX165" fmla="*/ 2952427 w 8054963"/>
                  <a:gd name="connsiteY165" fmla="*/ 1 h 497066"/>
                  <a:gd name="connsiteX166" fmla="*/ 2873831 w 8054963"/>
                  <a:gd name="connsiteY166" fmla="*/ 95015 h 497066"/>
                  <a:gd name="connsiteX167" fmla="*/ 2727823 w 8054963"/>
                  <a:gd name="connsiteY167" fmla="*/ 95015 h 497066"/>
                  <a:gd name="connsiteX168" fmla="*/ 1585041 w 8054963"/>
                  <a:gd name="connsiteY168" fmla="*/ 398361 h 497066"/>
                  <a:gd name="connsiteX169" fmla="*/ 1730903 w 8054963"/>
                  <a:gd name="connsiteY169" fmla="*/ 398361 h 497066"/>
                  <a:gd name="connsiteX170" fmla="*/ 1652160 w 8054963"/>
                  <a:gd name="connsiteY170" fmla="*/ 493375 h 497066"/>
                  <a:gd name="connsiteX171" fmla="*/ 1506299 w 8054963"/>
                  <a:gd name="connsiteY171" fmla="*/ 493375 h 497066"/>
                  <a:gd name="connsiteX172" fmla="*/ 2501184 w 8054963"/>
                  <a:gd name="connsiteY172" fmla="*/ 0 h 497066"/>
                  <a:gd name="connsiteX173" fmla="*/ 2647045 w 8054963"/>
                  <a:gd name="connsiteY173" fmla="*/ 0 h 497066"/>
                  <a:gd name="connsiteX174" fmla="*/ 2568303 w 8054963"/>
                  <a:gd name="connsiteY174" fmla="*/ 95014 h 497066"/>
                  <a:gd name="connsiteX175" fmla="*/ 2422441 w 8054963"/>
                  <a:gd name="connsiteY175" fmla="*/ 95014 h 497066"/>
                  <a:gd name="connsiteX176" fmla="*/ 1279661 w 8054963"/>
                  <a:gd name="connsiteY176" fmla="*/ 398362 h 497066"/>
                  <a:gd name="connsiteX177" fmla="*/ 1425522 w 8054963"/>
                  <a:gd name="connsiteY177" fmla="*/ 398362 h 497066"/>
                  <a:gd name="connsiteX178" fmla="*/ 1346779 w 8054963"/>
                  <a:gd name="connsiteY178" fmla="*/ 493376 h 497066"/>
                  <a:gd name="connsiteX179" fmla="*/ 1200918 w 8054963"/>
                  <a:gd name="connsiteY179" fmla="*/ 493376 h 497066"/>
                  <a:gd name="connsiteX180" fmla="*/ 2195803 w 8054963"/>
                  <a:gd name="connsiteY180" fmla="*/ 1 h 497066"/>
                  <a:gd name="connsiteX181" fmla="*/ 2341667 w 8054963"/>
                  <a:gd name="connsiteY181" fmla="*/ 1 h 497066"/>
                  <a:gd name="connsiteX182" fmla="*/ 2262924 w 8054963"/>
                  <a:gd name="connsiteY182" fmla="*/ 95015 h 497066"/>
                  <a:gd name="connsiteX183" fmla="*/ 2117061 w 8054963"/>
                  <a:gd name="connsiteY183" fmla="*/ 95015 h 497066"/>
                  <a:gd name="connsiteX184" fmla="*/ 974278 w 8054963"/>
                  <a:gd name="connsiteY184" fmla="*/ 398362 h 497066"/>
                  <a:gd name="connsiteX185" fmla="*/ 1120141 w 8054963"/>
                  <a:gd name="connsiteY185" fmla="*/ 398361 h 497066"/>
                  <a:gd name="connsiteX186" fmla="*/ 1041399 w 8054963"/>
                  <a:gd name="connsiteY186" fmla="*/ 493375 h 497066"/>
                  <a:gd name="connsiteX187" fmla="*/ 895536 w 8054963"/>
                  <a:gd name="connsiteY187" fmla="*/ 493376 h 497066"/>
                  <a:gd name="connsiteX188" fmla="*/ 1890422 w 8054963"/>
                  <a:gd name="connsiteY188" fmla="*/ 0 h 497066"/>
                  <a:gd name="connsiteX189" fmla="*/ 2036285 w 8054963"/>
                  <a:gd name="connsiteY189" fmla="*/ 0 h 497066"/>
                  <a:gd name="connsiteX190" fmla="*/ 1957541 w 8054963"/>
                  <a:gd name="connsiteY190" fmla="*/ 95014 h 497066"/>
                  <a:gd name="connsiteX191" fmla="*/ 1811680 w 8054963"/>
                  <a:gd name="connsiteY191" fmla="*/ 95014 h 497066"/>
                  <a:gd name="connsiteX192" fmla="*/ 668897 w 8054963"/>
                  <a:gd name="connsiteY192" fmla="*/ 398361 h 497066"/>
                  <a:gd name="connsiteX193" fmla="*/ 814761 w 8054963"/>
                  <a:gd name="connsiteY193" fmla="*/ 398361 h 497066"/>
                  <a:gd name="connsiteX194" fmla="*/ 736017 w 8054963"/>
                  <a:gd name="connsiteY194" fmla="*/ 493375 h 497066"/>
                  <a:gd name="connsiteX195" fmla="*/ 590155 w 8054963"/>
                  <a:gd name="connsiteY195" fmla="*/ 493375 h 497066"/>
                  <a:gd name="connsiteX196" fmla="*/ 1585040 w 8054963"/>
                  <a:gd name="connsiteY196" fmla="*/ 0 h 497066"/>
                  <a:gd name="connsiteX197" fmla="*/ 1730903 w 8054963"/>
                  <a:gd name="connsiteY197" fmla="*/ 0 h 497066"/>
                  <a:gd name="connsiteX198" fmla="*/ 1652161 w 8054963"/>
                  <a:gd name="connsiteY198" fmla="*/ 95014 h 497066"/>
                  <a:gd name="connsiteX199" fmla="*/ 1506300 w 8054963"/>
                  <a:gd name="connsiteY199" fmla="*/ 95014 h 497066"/>
                  <a:gd name="connsiteX200" fmla="*/ 363517 w 8054963"/>
                  <a:gd name="connsiteY200" fmla="*/ 398362 h 497066"/>
                  <a:gd name="connsiteX201" fmla="*/ 509380 w 8054963"/>
                  <a:gd name="connsiteY201" fmla="*/ 398362 h 497066"/>
                  <a:gd name="connsiteX202" fmla="*/ 430637 w 8054963"/>
                  <a:gd name="connsiteY202" fmla="*/ 493376 h 497066"/>
                  <a:gd name="connsiteX203" fmla="*/ 284775 w 8054963"/>
                  <a:gd name="connsiteY203" fmla="*/ 493376 h 497066"/>
                  <a:gd name="connsiteX204" fmla="*/ 1279660 w 8054963"/>
                  <a:gd name="connsiteY204" fmla="*/ 1 h 497066"/>
                  <a:gd name="connsiteX205" fmla="*/ 1425523 w 8054963"/>
                  <a:gd name="connsiteY205" fmla="*/ 1 h 497066"/>
                  <a:gd name="connsiteX206" fmla="*/ 1346779 w 8054963"/>
                  <a:gd name="connsiteY206" fmla="*/ 95015 h 497066"/>
                  <a:gd name="connsiteX207" fmla="*/ 1200917 w 8054963"/>
                  <a:gd name="connsiteY207" fmla="*/ 95015 h 497066"/>
                  <a:gd name="connsiteX208" fmla="*/ 922898 w 8054963"/>
                  <a:gd name="connsiteY208" fmla="*/ 95014 h 497066"/>
                  <a:gd name="connsiteX209" fmla="*/ 1107398 w 8054963"/>
                  <a:gd name="connsiteY209" fmla="*/ 15376 h 497066"/>
                  <a:gd name="connsiteX210" fmla="*/ 1041398 w 8054963"/>
                  <a:gd name="connsiteY210" fmla="*/ 95014 h 497066"/>
                  <a:gd name="connsiteX211" fmla="*/ 0 w 8054963"/>
                  <a:gd name="connsiteY211" fmla="*/ 493376 h 497066"/>
                  <a:gd name="connsiteX212" fmla="*/ 195018 w 8054963"/>
                  <a:gd name="connsiteY212" fmla="*/ 409198 h 497066"/>
                  <a:gd name="connsiteX213" fmla="*/ 125256 w 8054963"/>
                  <a:gd name="connsiteY213" fmla="*/ 493375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8054963" h="497066">
                    <a:moveTo>
                      <a:pt x="7998567" y="402052"/>
                    </a:moveTo>
                    <a:lnTo>
                      <a:pt x="8013951" y="402052"/>
                    </a:lnTo>
                    <a:lnTo>
                      <a:pt x="8054963" y="497066"/>
                    </a:lnTo>
                    <a:lnTo>
                      <a:pt x="7919826" y="497065"/>
                    </a:lnTo>
                    <a:close/>
                    <a:moveTo>
                      <a:pt x="7693186" y="402051"/>
                    </a:moveTo>
                    <a:lnTo>
                      <a:pt x="7839049" y="402051"/>
                    </a:lnTo>
                    <a:lnTo>
                      <a:pt x="7760306" y="497065"/>
                    </a:lnTo>
                    <a:lnTo>
                      <a:pt x="7614444" y="497065"/>
                    </a:lnTo>
                    <a:close/>
                    <a:moveTo>
                      <a:pt x="7387805" y="402051"/>
                    </a:moveTo>
                    <a:lnTo>
                      <a:pt x="7533667" y="402051"/>
                    </a:lnTo>
                    <a:lnTo>
                      <a:pt x="7454924" y="497065"/>
                    </a:lnTo>
                    <a:lnTo>
                      <a:pt x="7309063" y="497065"/>
                    </a:lnTo>
                    <a:close/>
                    <a:moveTo>
                      <a:pt x="7082424" y="402052"/>
                    </a:moveTo>
                    <a:lnTo>
                      <a:pt x="7228286" y="402052"/>
                    </a:lnTo>
                    <a:lnTo>
                      <a:pt x="7149543" y="497066"/>
                    </a:lnTo>
                    <a:lnTo>
                      <a:pt x="7003681" y="497066"/>
                    </a:lnTo>
                    <a:close/>
                    <a:moveTo>
                      <a:pt x="6777042" y="402052"/>
                    </a:moveTo>
                    <a:lnTo>
                      <a:pt x="6922905" y="402051"/>
                    </a:lnTo>
                    <a:lnTo>
                      <a:pt x="6844162" y="497065"/>
                    </a:lnTo>
                    <a:lnTo>
                      <a:pt x="6698300" y="497066"/>
                    </a:lnTo>
                    <a:close/>
                    <a:moveTo>
                      <a:pt x="7693185" y="3690"/>
                    </a:moveTo>
                    <a:lnTo>
                      <a:pt x="7839049" y="3690"/>
                    </a:lnTo>
                    <a:lnTo>
                      <a:pt x="7760305" y="98704"/>
                    </a:lnTo>
                    <a:lnTo>
                      <a:pt x="7614444" y="98704"/>
                    </a:lnTo>
                    <a:close/>
                    <a:moveTo>
                      <a:pt x="6471661" y="402051"/>
                    </a:moveTo>
                    <a:lnTo>
                      <a:pt x="6617524" y="402051"/>
                    </a:lnTo>
                    <a:lnTo>
                      <a:pt x="6538781" y="497065"/>
                    </a:lnTo>
                    <a:lnTo>
                      <a:pt x="6392919" y="497065"/>
                    </a:lnTo>
                    <a:close/>
                    <a:moveTo>
                      <a:pt x="7387804" y="3690"/>
                    </a:moveTo>
                    <a:lnTo>
                      <a:pt x="7533667" y="3690"/>
                    </a:lnTo>
                    <a:lnTo>
                      <a:pt x="7454926" y="98704"/>
                    </a:lnTo>
                    <a:lnTo>
                      <a:pt x="7309063" y="98704"/>
                    </a:lnTo>
                    <a:close/>
                    <a:moveTo>
                      <a:pt x="6166282" y="402052"/>
                    </a:moveTo>
                    <a:lnTo>
                      <a:pt x="6312144" y="402052"/>
                    </a:lnTo>
                    <a:lnTo>
                      <a:pt x="6233401" y="497066"/>
                    </a:lnTo>
                    <a:lnTo>
                      <a:pt x="6087539" y="497066"/>
                    </a:lnTo>
                    <a:close/>
                    <a:moveTo>
                      <a:pt x="7082424" y="3691"/>
                    </a:moveTo>
                    <a:lnTo>
                      <a:pt x="7228286" y="3691"/>
                    </a:lnTo>
                    <a:lnTo>
                      <a:pt x="7149544" y="98705"/>
                    </a:lnTo>
                    <a:lnTo>
                      <a:pt x="7003681" y="98705"/>
                    </a:lnTo>
                    <a:close/>
                    <a:moveTo>
                      <a:pt x="6777042" y="3690"/>
                    </a:moveTo>
                    <a:lnTo>
                      <a:pt x="6922905" y="3690"/>
                    </a:lnTo>
                    <a:lnTo>
                      <a:pt x="6844162" y="98704"/>
                    </a:lnTo>
                    <a:lnTo>
                      <a:pt x="6698300" y="98704"/>
                    </a:lnTo>
                    <a:close/>
                    <a:moveTo>
                      <a:pt x="5860523" y="398361"/>
                    </a:moveTo>
                    <a:lnTo>
                      <a:pt x="5915583" y="398361"/>
                    </a:lnTo>
                    <a:lnTo>
                      <a:pt x="5915584" y="402051"/>
                    </a:lnTo>
                    <a:lnTo>
                      <a:pt x="6006763" y="402051"/>
                    </a:lnTo>
                    <a:lnTo>
                      <a:pt x="5928020" y="497065"/>
                    </a:lnTo>
                    <a:lnTo>
                      <a:pt x="5782158" y="497066"/>
                    </a:lnTo>
                    <a:lnTo>
                      <a:pt x="5785217" y="493375"/>
                    </a:lnTo>
                    <a:lnTo>
                      <a:pt x="5781780" y="493375"/>
                    </a:lnTo>
                    <a:close/>
                    <a:moveTo>
                      <a:pt x="6471661" y="3690"/>
                    </a:moveTo>
                    <a:lnTo>
                      <a:pt x="6617524" y="3690"/>
                    </a:lnTo>
                    <a:lnTo>
                      <a:pt x="6538781" y="98704"/>
                    </a:lnTo>
                    <a:lnTo>
                      <a:pt x="6392920" y="98704"/>
                    </a:lnTo>
                    <a:close/>
                    <a:moveTo>
                      <a:pt x="5555141" y="398361"/>
                    </a:moveTo>
                    <a:lnTo>
                      <a:pt x="5700857" y="398361"/>
                    </a:lnTo>
                    <a:lnTo>
                      <a:pt x="5697805" y="402050"/>
                    </a:lnTo>
                    <a:lnTo>
                      <a:pt x="5701381" y="402051"/>
                    </a:lnTo>
                    <a:lnTo>
                      <a:pt x="5622639" y="497065"/>
                    </a:lnTo>
                    <a:lnTo>
                      <a:pt x="5539102" y="497065"/>
                    </a:lnTo>
                    <a:lnTo>
                      <a:pt x="5539103" y="493375"/>
                    </a:lnTo>
                    <a:lnTo>
                      <a:pt x="5476398" y="493375"/>
                    </a:lnTo>
                    <a:close/>
                    <a:moveTo>
                      <a:pt x="6166281" y="3691"/>
                    </a:moveTo>
                    <a:lnTo>
                      <a:pt x="6312144" y="3691"/>
                    </a:lnTo>
                    <a:lnTo>
                      <a:pt x="6233401" y="98705"/>
                    </a:lnTo>
                    <a:lnTo>
                      <a:pt x="6087539" y="98705"/>
                    </a:lnTo>
                    <a:close/>
                    <a:moveTo>
                      <a:pt x="5249613" y="398361"/>
                    </a:moveTo>
                    <a:lnTo>
                      <a:pt x="5395621" y="398362"/>
                    </a:lnTo>
                    <a:lnTo>
                      <a:pt x="5316878" y="493375"/>
                    </a:lnTo>
                    <a:lnTo>
                      <a:pt x="5171016" y="493375"/>
                    </a:lnTo>
                    <a:close/>
                    <a:moveTo>
                      <a:pt x="4944232" y="398361"/>
                    </a:moveTo>
                    <a:lnTo>
                      <a:pt x="5090095" y="398361"/>
                    </a:lnTo>
                    <a:lnTo>
                      <a:pt x="5011497" y="493375"/>
                    </a:lnTo>
                    <a:lnTo>
                      <a:pt x="4865635" y="493375"/>
                    </a:lnTo>
                    <a:close/>
                    <a:moveTo>
                      <a:pt x="5860523" y="0"/>
                    </a:moveTo>
                    <a:lnTo>
                      <a:pt x="5915583" y="0"/>
                    </a:lnTo>
                    <a:lnTo>
                      <a:pt x="5915583" y="3690"/>
                    </a:lnTo>
                    <a:lnTo>
                      <a:pt x="6006763" y="3690"/>
                    </a:lnTo>
                    <a:lnTo>
                      <a:pt x="5928020" y="98704"/>
                    </a:lnTo>
                    <a:lnTo>
                      <a:pt x="5782158" y="98704"/>
                    </a:lnTo>
                    <a:lnTo>
                      <a:pt x="5785216" y="95014"/>
                    </a:lnTo>
                    <a:lnTo>
                      <a:pt x="5781778" y="95014"/>
                    </a:lnTo>
                    <a:close/>
                    <a:moveTo>
                      <a:pt x="4638851" y="398361"/>
                    </a:moveTo>
                    <a:lnTo>
                      <a:pt x="4784713" y="398361"/>
                    </a:lnTo>
                    <a:lnTo>
                      <a:pt x="4706117" y="493375"/>
                    </a:lnTo>
                    <a:lnTo>
                      <a:pt x="4560255" y="493375"/>
                    </a:lnTo>
                    <a:close/>
                    <a:moveTo>
                      <a:pt x="5555140" y="0"/>
                    </a:moveTo>
                    <a:lnTo>
                      <a:pt x="5700856" y="0"/>
                    </a:lnTo>
                    <a:lnTo>
                      <a:pt x="5697804" y="3690"/>
                    </a:lnTo>
                    <a:lnTo>
                      <a:pt x="5701381" y="3690"/>
                    </a:lnTo>
                    <a:lnTo>
                      <a:pt x="5622639" y="98704"/>
                    </a:lnTo>
                    <a:lnTo>
                      <a:pt x="5539102" y="98704"/>
                    </a:lnTo>
                    <a:lnTo>
                      <a:pt x="5539102" y="95014"/>
                    </a:lnTo>
                    <a:lnTo>
                      <a:pt x="5476398" y="95014"/>
                    </a:lnTo>
                    <a:close/>
                    <a:moveTo>
                      <a:pt x="4333471" y="398361"/>
                    </a:moveTo>
                    <a:lnTo>
                      <a:pt x="4479334" y="398361"/>
                    </a:lnTo>
                    <a:lnTo>
                      <a:pt x="4400735" y="493375"/>
                    </a:lnTo>
                    <a:lnTo>
                      <a:pt x="4254873" y="493375"/>
                    </a:lnTo>
                    <a:close/>
                    <a:moveTo>
                      <a:pt x="5249613" y="0"/>
                    </a:moveTo>
                    <a:lnTo>
                      <a:pt x="5395621" y="0"/>
                    </a:lnTo>
                    <a:lnTo>
                      <a:pt x="5316879" y="95014"/>
                    </a:lnTo>
                    <a:lnTo>
                      <a:pt x="5171016" y="95014"/>
                    </a:lnTo>
                    <a:close/>
                    <a:moveTo>
                      <a:pt x="4028090" y="398362"/>
                    </a:moveTo>
                    <a:lnTo>
                      <a:pt x="4173952" y="398362"/>
                    </a:lnTo>
                    <a:lnTo>
                      <a:pt x="4095354" y="493376"/>
                    </a:lnTo>
                    <a:lnTo>
                      <a:pt x="3949492" y="493376"/>
                    </a:lnTo>
                    <a:close/>
                    <a:moveTo>
                      <a:pt x="4944232" y="0"/>
                    </a:moveTo>
                    <a:lnTo>
                      <a:pt x="5090095" y="0"/>
                    </a:lnTo>
                    <a:lnTo>
                      <a:pt x="5011496" y="95014"/>
                    </a:lnTo>
                    <a:lnTo>
                      <a:pt x="4865636" y="95014"/>
                    </a:lnTo>
                    <a:close/>
                    <a:moveTo>
                      <a:pt x="3722708" y="398362"/>
                    </a:moveTo>
                    <a:lnTo>
                      <a:pt x="3868570" y="398362"/>
                    </a:lnTo>
                    <a:lnTo>
                      <a:pt x="3789973" y="493376"/>
                    </a:lnTo>
                    <a:lnTo>
                      <a:pt x="3644111" y="493376"/>
                    </a:lnTo>
                    <a:close/>
                    <a:moveTo>
                      <a:pt x="4638851" y="0"/>
                    </a:moveTo>
                    <a:lnTo>
                      <a:pt x="4784712" y="0"/>
                    </a:lnTo>
                    <a:lnTo>
                      <a:pt x="4706116" y="95014"/>
                    </a:lnTo>
                    <a:lnTo>
                      <a:pt x="4560254" y="95014"/>
                    </a:lnTo>
                    <a:close/>
                    <a:moveTo>
                      <a:pt x="3417327" y="398361"/>
                    </a:moveTo>
                    <a:lnTo>
                      <a:pt x="3563189" y="398361"/>
                    </a:lnTo>
                    <a:lnTo>
                      <a:pt x="3484592" y="493375"/>
                    </a:lnTo>
                    <a:lnTo>
                      <a:pt x="3338730" y="493375"/>
                    </a:lnTo>
                    <a:close/>
                    <a:moveTo>
                      <a:pt x="4333469" y="0"/>
                    </a:moveTo>
                    <a:lnTo>
                      <a:pt x="4479333" y="0"/>
                    </a:lnTo>
                    <a:lnTo>
                      <a:pt x="4400735" y="95014"/>
                    </a:lnTo>
                    <a:lnTo>
                      <a:pt x="4254874" y="95014"/>
                    </a:lnTo>
                    <a:close/>
                    <a:moveTo>
                      <a:pt x="3111946" y="398362"/>
                    </a:moveTo>
                    <a:lnTo>
                      <a:pt x="3257808" y="398361"/>
                    </a:lnTo>
                    <a:lnTo>
                      <a:pt x="3179066" y="493375"/>
                    </a:lnTo>
                    <a:lnTo>
                      <a:pt x="3033349" y="493375"/>
                    </a:lnTo>
                    <a:close/>
                    <a:moveTo>
                      <a:pt x="4028089" y="1"/>
                    </a:moveTo>
                    <a:lnTo>
                      <a:pt x="4173952" y="1"/>
                    </a:lnTo>
                    <a:lnTo>
                      <a:pt x="4095354" y="95015"/>
                    </a:lnTo>
                    <a:lnTo>
                      <a:pt x="3949492" y="95015"/>
                    </a:lnTo>
                    <a:close/>
                    <a:moveTo>
                      <a:pt x="2806564" y="398362"/>
                    </a:moveTo>
                    <a:lnTo>
                      <a:pt x="2952428" y="398362"/>
                    </a:lnTo>
                    <a:lnTo>
                      <a:pt x="2873830" y="493376"/>
                    </a:lnTo>
                    <a:lnTo>
                      <a:pt x="2727822" y="493375"/>
                    </a:lnTo>
                    <a:close/>
                    <a:moveTo>
                      <a:pt x="3722707" y="1"/>
                    </a:moveTo>
                    <a:lnTo>
                      <a:pt x="3868570" y="1"/>
                    </a:lnTo>
                    <a:lnTo>
                      <a:pt x="3789972" y="95015"/>
                    </a:lnTo>
                    <a:lnTo>
                      <a:pt x="3644111" y="95015"/>
                    </a:lnTo>
                    <a:close/>
                    <a:moveTo>
                      <a:pt x="2501183" y="398361"/>
                    </a:moveTo>
                    <a:lnTo>
                      <a:pt x="2647046" y="398361"/>
                    </a:lnTo>
                    <a:lnTo>
                      <a:pt x="2568303" y="493375"/>
                    </a:lnTo>
                    <a:lnTo>
                      <a:pt x="2422441" y="493375"/>
                    </a:lnTo>
                    <a:close/>
                    <a:moveTo>
                      <a:pt x="3417327" y="0"/>
                    </a:moveTo>
                    <a:lnTo>
                      <a:pt x="3563189" y="0"/>
                    </a:lnTo>
                    <a:lnTo>
                      <a:pt x="3484592" y="95014"/>
                    </a:lnTo>
                    <a:lnTo>
                      <a:pt x="3338730" y="95014"/>
                    </a:lnTo>
                    <a:close/>
                    <a:moveTo>
                      <a:pt x="2195803" y="398362"/>
                    </a:moveTo>
                    <a:lnTo>
                      <a:pt x="2341666" y="398361"/>
                    </a:lnTo>
                    <a:lnTo>
                      <a:pt x="2262923" y="493376"/>
                    </a:lnTo>
                    <a:lnTo>
                      <a:pt x="2117061" y="493375"/>
                    </a:lnTo>
                    <a:close/>
                    <a:moveTo>
                      <a:pt x="3111946" y="1"/>
                    </a:moveTo>
                    <a:lnTo>
                      <a:pt x="3257807" y="1"/>
                    </a:lnTo>
                    <a:lnTo>
                      <a:pt x="3179067" y="95014"/>
                    </a:lnTo>
                    <a:lnTo>
                      <a:pt x="3033349" y="95015"/>
                    </a:lnTo>
                    <a:close/>
                    <a:moveTo>
                      <a:pt x="1890423" y="398361"/>
                    </a:moveTo>
                    <a:lnTo>
                      <a:pt x="2036285" y="398361"/>
                    </a:lnTo>
                    <a:lnTo>
                      <a:pt x="1957543" y="493375"/>
                    </a:lnTo>
                    <a:lnTo>
                      <a:pt x="1811681" y="493375"/>
                    </a:lnTo>
                    <a:close/>
                    <a:moveTo>
                      <a:pt x="2806563" y="1"/>
                    </a:moveTo>
                    <a:lnTo>
                      <a:pt x="2952427" y="1"/>
                    </a:lnTo>
                    <a:lnTo>
                      <a:pt x="2873831" y="95015"/>
                    </a:lnTo>
                    <a:lnTo>
                      <a:pt x="2727823" y="95015"/>
                    </a:lnTo>
                    <a:close/>
                    <a:moveTo>
                      <a:pt x="1585041" y="398361"/>
                    </a:moveTo>
                    <a:lnTo>
                      <a:pt x="1730903" y="398361"/>
                    </a:lnTo>
                    <a:lnTo>
                      <a:pt x="1652160" y="493375"/>
                    </a:lnTo>
                    <a:lnTo>
                      <a:pt x="1506299" y="493375"/>
                    </a:lnTo>
                    <a:close/>
                    <a:moveTo>
                      <a:pt x="2501184" y="0"/>
                    </a:moveTo>
                    <a:lnTo>
                      <a:pt x="2647045" y="0"/>
                    </a:lnTo>
                    <a:lnTo>
                      <a:pt x="2568303" y="95014"/>
                    </a:lnTo>
                    <a:lnTo>
                      <a:pt x="2422441" y="95014"/>
                    </a:lnTo>
                    <a:close/>
                    <a:moveTo>
                      <a:pt x="1279661" y="398362"/>
                    </a:moveTo>
                    <a:lnTo>
                      <a:pt x="1425522" y="398362"/>
                    </a:lnTo>
                    <a:lnTo>
                      <a:pt x="1346779" y="493376"/>
                    </a:lnTo>
                    <a:lnTo>
                      <a:pt x="1200918" y="493376"/>
                    </a:lnTo>
                    <a:close/>
                    <a:moveTo>
                      <a:pt x="2195803" y="1"/>
                    </a:moveTo>
                    <a:lnTo>
                      <a:pt x="2341667" y="1"/>
                    </a:lnTo>
                    <a:lnTo>
                      <a:pt x="2262924" y="95015"/>
                    </a:lnTo>
                    <a:lnTo>
                      <a:pt x="2117061" y="95015"/>
                    </a:lnTo>
                    <a:close/>
                    <a:moveTo>
                      <a:pt x="974278" y="398362"/>
                    </a:moveTo>
                    <a:lnTo>
                      <a:pt x="1120141" y="398361"/>
                    </a:lnTo>
                    <a:lnTo>
                      <a:pt x="1041399" y="493375"/>
                    </a:lnTo>
                    <a:lnTo>
                      <a:pt x="895536" y="493376"/>
                    </a:lnTo>
                    <a:close/>
                    <a:moveTo>
                      <a:pt x="1890422" y="0"/>
                    </a:moveTo>
                    <a:lnTo>
                      <a:pt x="2036285" y="0"/>
                    </a:lnTo>
                    <a:lnTo>
                      <a:pt x="1957541" y="95014"/>
                    </a:lnTo>
                    <a:lnTo>
                      <a:pt x="1811680" y="95014"/>
                    </a:lnTo>
                    <a:close/>
                    <a:moveTo>
                      <a:pt x="668897" y="398361"/>
                    </a:moveTo>
                    <a:lnTo>
                      <a:pt x="814761" y="398361"/>
                    </a:lnTo>
                    <a:lnTo>
                      <a:pt x="736017" y="493375"/>
                    </a:lnTo>
                    <a:lnTo>
                      <a:pt x="590155" y="493375"/>
                    </a:lnTo>
                    <a:close/>
                    <a:moveTo>
                      <a:pt x="1585040" y="0"/>
                    </a:moveTo>
                    <a:lnTo>
                      <a:pt x="1730903" y="0"/>
                    </a:lnTo>
                    <a:lnTo>
                      <a:pt x="1652161" y="95014"/>
                    </a:lnTo>
                    <a:lnTo>
                      <a:pt x="1506300" y="95014"/>
                    </a:lnTo>
                    <a:close/>
                    <a:moveTo>
                      <a:pt x="363517" y="398362"/>
                    </a:moveTo>
                    <a:lnTo>
                      <a:pt x="509380" y="398362"/>
                    </a:lnTo>
                    <a:lnTo>
                      <a:pt x="430637" y="493376"/>
                    </a:lnTo>
                    <a:lnTo>
                      <a:pt x="284775" y="493376"/>
                    </a:lnTo>
                    <a:close/>
                    <a:moveTo>
                      <a:pt x="1279660" y="1"/>
                    </a:moveTo>
                    <a:lnTo>
                      <a:pt x="1425523" y="1"/>
                    </a:lnTo>
                    <a:lnTo>
                      <a:pt x="1346779" y="95015"/>
                    </a:lnTo>
                    <a:lnTo>
                      <a:pt x="1200917" y="95015"/>
                    </a:lnTo>
                    <a:close/>
                    <a:moveTo>
                      <a:pt x="922898" y="95014"/>
                    </a:moveTo>
                    <a:lnTo>
                      <a:pt x="1107398" y="15376"/>
                    </a:lnTo>
                    <a:lnTo>
                      <a:pt x="1041398" y="95014"/>
                    </a:lnTo>
                    <a:close/>
                    <a:moveTo>
                      <a:pt x="0" y="493376"/>
                    </a:moveTo>
                    <a:lnTo>
                      <a:pt x="195018" y="409198"/>
                    </a:lnTo>
                    <a:lnTo>
                      <a:pt x="125256" y="493375"/>
                    </a:lnTo>
                    <a:close/>
                  </a:path>
                </a:pathLst>
              </a:custGeom>
              <a:solidFill>
                <a:srgbClr val="231F20"/>
              </a:solidFill>
              <a:ln w="14523" cap="flat">
                <a:noFill/>
                <a:prstDash val="solid"/>
                <a:miter/>
              </a:ln>
            </p:spPr>
            <p:txBody>
              <a:bodyPr rtlCol="0" anchor="ctr"/>
              <a:lstStyle/>
              <a:p>
                <a:endParaRPr lang="en-US"/>
              </a:p>
            </p:txBody>
          </p:sp>
        </p:grpSp>
        <p:grpSp>
          <p:nvGrpSpPr>
            <p:cNvPr id="1127" name="Group 1126">
              <a:extLst>
                <a:ext uri="{FF2B5EF4-FFF2-40B4-BE49-F238E27FC236}">
                  <a16:creationId xmlns:a16="http://schemas.microsoft.com/office/drawing/2014/main" id="{7797B1D5-04A7-CBF4-DBD5-B8E2CCF83B55}"/>
                </a:ext>
              </a:extLst>
            </p:cNvPr>
            <p:cNvGrpSpPr/>
            <p:nvPr/>
          </p:nvGrpSpPr>
          <p:grpSpPr>
            <a:xfrm>
              <a:off x="-292018" y="561633"/>
              <a:ext cx="5581576" cy="496318"/>
              <a:chOff x="-292018" y="561633"/>
              <a:chExt cx="5581576" cy="496318"/>
            </a:xfrm>
            <a:effectLst>
              <a:outerShdw blurRad="114300" sx="102000" sy="102000" algn="ctr" rotWithShape="0">
                <a:prstClr val="black">
                  <a:alpha val="40000"/>
                </a:prstClr>
              </a:outerShdw>
            </a:effectLst>
          </p:grpSpPr>
          <p:sp>
            <p:nvSpPr>
              <p:cNvPr id="1124" name="Freeform: Shape 1123">
                <a:extLst>
                  <a:ext uri="{FF2B5EF4-FFF2-40B4-BE49-F238E27FC236}">
                    <a16:creationId xmlns:a16="http://schemas.microsoft.com/office/drawing/2014/main" id="{47B1CE04-EB11-869F-32E2-61EAEF91EFC3}"/>
                  </a:ext>
                </a:extLst>
              </p:cNvPr>
              <p:cNvSpPr/>
              <p:nvPr/>
            </p:nvSpPr>
            <p:spPr>
              <a:xfrm rot="20290054">
                <a:off x="-292018" y="561633"/>
                <a:ext cx="5581576" cy="493956"/>
              </a:xfrm>
              <a:custGeom>
                <a:avLst/>
                <a:gdLst>
                  <a:gd name="connsiteX0" fmla="*/ 4348622 w 5581576"/>
                  <a:gd name="connsiteY0" fmla="*/ 0 h 493956"/>
                  <a:gd name="connsiteX1" fmla="*/ 5581576 w 5581576"/>
                  <a:gd name="connsiteY1" fmla="*/ 493956 h 493956"/>
                  <a:gd name="connsiteX2" fmla="*/ 0 w 5581576"/>
                  <a:gd name="connsiteY2" fmla="*/ 493956 h 493956"/>
                  <a:gd name="connsiteX3" fmla="*/ 197893 w 5581576"/>
                  <a:gd name="connsiteY3" fmla="*/ 0 h 493956"/>
                </a:gdLst>
                <a:ahLst/>
                <a:cxnLst>
                  <a:cxn ang="0">
                    <a:pos x="connsiteX0" y="connsiteY0"/>
                  </a:cxn>
                  <a:cxn ang="0">
                    <a:pos x="connsiteX1" y="connsiteY1"/>
                  </a:cxn>
                  <a:cxn ang="0">
                    <a:pos x="connsiteX2" y="connsiteY2"/>
                  </a:cxn>
                  <a:cxn ang="0">
                    <a:pos x="connsiteX3" y="connsiteY3"/>
                  </a:cxn>
                </a:cxnLst>
                <a:rect l="l" t="t" r="r" b="b"/>
                <a:pathLst>
                  <a:path w="5581576" h="493956">
                    <a:moveTo>
                      <a:pt x="4348622" y="0"/>
                    </a:moveTo>
                    <a:lnTo>
                      <a:pt x="5581576" y="493956"/>
                    </a:lnTo>
                    <a:lnTo>
                      <a:pt x="0" y="493956"/>
                    </a:lnTo>
                    <a:lnTo>
                      <a:pt x="197893" y="0"/>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26" name="Freeform: Shape 1125">
                <a:extLst>
                  <a:ext uri="{FF2B5EF4-FFF2-40B4-BE49-F238E27FC236}">
                    <a16:creationId xmlns:a16="http://schemas.microsoft.com/office/drawing/2014/main" id="{6BA25446-7300-5934-007A-F92EE7136095}"/>
                  </a:ext>
                </a:extLst>
              </p:cNvPr>
              <p:cNvSpPr/>
              <p:nvPr/>
            </p:nvSpPr>
            <p:spPr>
              <a:xfrm rot="20290054">
                <a:off x="-291450" y="564575"/>
                <a:ext cx="5568760" cy="493376"/>
              </a:xfrm>
              <a:custGeom>
                <a:avLst/>
                <a:gdLst>
                  <a:gd name="connsiteX0" fmla="*/ 146252 w 5568760"/>
                  <a:gd name="connsiteY0" fmla="*/ 398361 h 493376"/>
                  <a:gd name="connsiteX1" fmla="*/ 67509 w 5568760"/>
                  <a:gd name="connsiteY1" fmla="*/ 493375 h 493376"/>
                  <a:gd name="connsiteX2" fmla="*/ 0 w 5568760"/>
                  <a:gd name="connsiteY2" fmla="*/ 493376 h 493376"/>
                  <a:gd name="connsiteX3" fmla="*/ 38065 w 5568760"/>
                  <a:gd name="connsiteY3" fmla="*/ 398361 h 493376"/>
                  <a:gd name="connsiteX4" fmla="*/ 451633 w 5568760"/>
                  <a:gd name="connsiteY4" fmla="*/ 398362 h 493376"/>
                  <a:gd name="connsiteX5" fmla="*/ 372890 w 5568760"/>
                  <a:gd name="connsiteY5" fmla="*/ 493376 h 493376"/>
                  <a:gd name="connsiteX6" fmla="*/ 227028 w 5568760"/>
                  <a:gd name="connsiteY6" fmla="*/ 493376 h 493376"/>
                  <a:gd name="connsiteX7" fmla="*/ 305770 w 5568760"/>
                  <a:gd name="connsiteY7" fmla="*/ 398362 h 493376"/>
                  <a:gd name="connsiteX8" fmla="*/ 757013 w 5568760"/>
                  <a:gd name="connsiteY8" fmla="*/ 398361 h 493376"/>
                  <a:gd name="connsiteX9" fmla="*/ 678270 w 5568760"/>
                  <a:gd name="connsiteY9" fmla="*/ 493375 h 493376"/>
                  <a:gd name="connsiteX10" fmla="*/ 532408 w 5568760"/>
                  <a:gd name="connsiteY10" fmla="*/ 493375 h 493376"/>
                  <a:gd name="connsiteX11" fmla="*/ 611150 w 5568760"/>
                  <a:gd name="connsiteY11" fmla="*/ 398361 h 493376"/>
                  <a:gd name="connsiteX12" fmla="*/ 1062394 w 5568760"/>
                  <a:gd name="connsiteY12" fmla="*/ 398361 h 493376"/>
                  <a:gd name="connsiteX13" fmla="*/ 983651 w 5568760"/>
                  <a:gd name="connsiteY13" fmla="*/ 493375 h 493376"/>
                  <a:gd name="connsiteX14" fmla="*/ 837789 w 5568760"/>
                  <a:gd name="connsiteY14" fmla="*/ 493376 h 493376"/>
                  <a:gd name="connsiteX15" fmla="*/ 916531 w 5568760"/>
                  <a:gd name="connsiteY15" fmla="*/ 398362 h 493376"/>
                  <a:gd name="connsiteX16" fmla="*/ 1367775 w 5568760"/>
                  <a:gd name="connsiteY16" fmla="*/ 398362 h 493376"/>
                  <a:gd name="connsiteX17" fmla="*/ 1289032 w 5568760"/>
                  <a:gd name="connsiteY17" fmla="*/ 493376 h 493376"/>
                  <a:gd name="connsiteX18" fmla="*/ 1143170 w 5568760"/>
                  <a:gd name="connsiteY18" fmla="*/ 493376 h 493376"/>
                  <a:gd name="connsiteX19" fmla="*/ 1221913 w 5568760"/>
                  <a:gd name="connsiteY19" fmla="*/ 398362 h 493376"/>
                  <a:gd name="connsiteX20" fmla="*/ 451633 w 5568760"/>
                  <a:gd name="connsiteY20" fmla="*/ 1 h 493376"/>
                  <a:gd name="connsiteX21" fmla="*/ 372890 w 5568760"/>
                  <a:gd name="connsiteY21" fmla="*/ 95015 h 493376"/>
                  <a:gd name="connsiteX22" fmla="*/ 227028 w 5568760"/>
                  <a:gd name="connsiteY22" fmla="*/ 95015 h 493376"/>
                  <a:gd name="connsiteX23" fmla="*/ 305770 w 5568760"/>
                  <a:gd name="connsiteY23" fmla="*/ 1 h 493376"/>
                  <a:gd name="connsiteX24" fmla="*/ 1673156 w 5568760"/>
                  <a:gd name="connsiteY24" fmla="*/ 398361 h 493376"/>
                  <a:gd name="connsiteX25" fmla="*/ 1594413 w 5568760"/>
                  <a:gd name="connsiteY25" fmla="*/ 493375 h 493376"/>
                  <a:gd name="connsiteX26" fmla="*/ 1448552 w 5568760"/>
                  <a:gd name="connsiteY26" fmla="*/ 493375 h 493376"/>
                  <a:gd name="connsiteX27" fmla="*/ 1527294 w 5568760"/>
                  <a:gd name="connsiteY27" fmla="*/ 398361 h 493376"/>
                  <a:gd name="connsiteX28" fmla="*/ 757013 w 5568760"/>
                  <a:gd name="connsiteY28" fmla="*/ 0 h 493376"/>
                  <a:gd name="connsiteX29" fmla="*/ 678270 w 5568760"/>
                  <a:gd name="connsiteY29" fmla="*/ 95014 h 493376"/>
                  <a:gd name="connsiteX30" fmla="*/ 532408 w 5568760"/>
                  <a:gd name="connsiteY30" fmla="*/ 95014 h 493376"/>
                  <a:gd name="connsiteX31" fmla="*/ 611150 w 5568760"/>
                  <a:gd name="connsiteY31" fmla="*/ 0 h 493376"/>
                  <a:gd name="connsiteX32" fmla="*/ 1978538 w 5568760"/>
                  <a:gd name="connsiteY32" fmla="*/ 398361 h 493376"/>
                  <a:gd name="connsiteX33" fmla="*/ 1899795 w 5568760"/>
                  <a:gd name="connsiteY33" fmla="*/ 493375 h 493376"/>
                  <a:gd name="connsiteX34" fmla="*/ 1753933 w 5568760"/>
                  <a:gd name="connsiteY34" fmla="*/ 493375 h 493376"/>
                  <a:gd name="connsiteX35" fmla="*/ 1832675 w 5568760"/>
                  <a:gd name="connsiteY35" fmla="*/ 398361 h 493376"/>
                  <a:gd name="connsiteX36" fmla="*/ 1062394 w 5568760"/>
                  <a:gd name="connsiteY36" fmla="*/ 0 h 493376"/>
                  <a:gd name="connsiteX37" fmla="*/ 983651 w 5568760"/>
                  <a:gd name="connsiteY37" fmla="*/ 95014 h 493376"/>
                  <a:gd name="connsiteX38" fmla="*/ 837789 w 5568760"/>
                  <a:gd name="connsiteY38" fmla="*/ 95014 h 493376"/>
                  <a:gd name="connsiteX39" fmla="*/ 916531 w 5568760"/>
                  <a:gd name="connsiteY39" fmla="*/ 0 h 493376"/>
                  <a:gd name="connsiteX40" fmla="*/ 2283919 w 5568760"/>
                  <a:gd name="connsiteY40" fmla="*/ 398361 h 493376"/>
                  <a:gd name="connsiteX41" fmla="*/ 2205176 w 5568760"/>
                  <a:gd name="connsiteY41" fmla="*/ 493376 h 493376"/>
                  <a:gd name="connsiteX42" fmla="*/ 2059314 w 5568760"/>
                  <a:gd name="connsiteY42" fmla="*/ 493375 h 493376"/>
                  <a:gd name="connsiteX43" fmla="*/ 2138056 w 5568760"/>
                  <a:gd name="connsiteY43" fmla="*/ 398362 h 493376"/>
                  <a:gd name="connsiteX44" fmla="*/ 1367775 w 5568760"/>
                  <a:gd name="connsiteY44" fmla="*/ 1 h 493376"/>
                  <a:gd name="connsiteX45" fmla="*/ 1289032 w 5568760"/>
                  <a:gd name="connsiteY45" fmla="*/ 95015 h 493376"/>
                  <a:gd name="connsiteX46" fmla="*/ 1143170 w 5568760"/>
                  <a:gd name="connsiteY46" fmla="*/ 95015 h 493376"/>
                  <a:gd name="connsiteX47" fmla="*/ 1221913 w 5568760"/>
                  <a:gd name="connsiteY47" fmla="*/ 1 h 493376"/>
                  <a:gd name="connsiteX48" fmla="*/ 2589299 w 5568760"/>
                  <a:gd name="connsiteY48" fmla="*/ 398361 h 493376"/>
                  <a:gd name="connsiteX49" fmla="*/ 2510556 w 5568760"/>
                  <a:gd name="connsiteY49" fmla="*/ 493375 h 493376"/>
                  <a:gd name="connsiteX50" fmla="*/ 2364694 w 5568760"/>
                  <a:gd name="connsiteY50" fmla="*/ 493375 h 493376"/>
                  <a:gd name="connsiteX51" fmla="*/ 2443436 w 5568760"/>
                  <a:gd name="connsiteY51" fmla="*/ 398361 h 493376"/>
                  <a:gd name="connsiteX52" fmla="*/ 1673156 w 5568760"/>
                  <a:gd name="connsiteY52" fmla="*/ 0 h 493376"/>
                  <a:gd name="connsiteX53" fmla="*/ 1594414 w 5568760"/>
                  <a:gd name="connsiteY53" fmla="*/ 95014 h 493376"/>
                  <a:gd name="connsiteX54" fmla="*/ 1448552 w 5568760"/>
                  <a:gd name="connsiteY54" fmla="*/ 95014 h 493376"/>
                  <a:gd name="connsiteX55" fmla="*/ 1527293 w 5568760"/>
                  <a:gd name="connsiteY55" fmla="*/ 0 h 493376"/>
                  <a:gd name="connsiteX56" fmla="*/ 2894680 w 5568760"/>
                  <a:gd name="connsiteY56" fmla="*/ 398362 h 493376"/>
                  <a:gd name="connsiteX57" fmla="*/ 2816083 w 5568760"/>
                  <a:gd name="connsiteY57" fmla="*/ 493376 h 493376"/>
                  <a:gd name="connsiteX58" fmla="*/ 2670075 w 5568760"/>
                  <a:gd name="connsiteY58" fmla="*/ 493375 h 493376"/>
                  <a:gd name="connsiteX59" fmla="*/ 2748817 w 5568760"/>
                  <a:gd name="connsiteY59" fmla="*/ 398362 h 493376"/>
                  <a:gd name="connsiteX60" fmla="*/ 1978538 w 5568760"/>
                  <a:gd name="connsiteY60" fmla="*/ 0 h 493376"/>
                  <a:gd name="connsiteX61" fmla="*/ 1899794 w 5568760"/>
                  <a:gd name="connsiteY61" fmla="*/ 95014 h 493376"/>
                  <a:gd name="connsiteX62" fmla="*/ 1753933 w 5568760"/>
                  <a:gd name="connsiteY62" fmla="*/ 95014 h 493376"/>
                  <a:gd name="connsiteX63" fmla="*/ 1832674 w 5568760"/>
                  <a:gd name="connsiteY63" fmla="*/ 0 h 493376"/>
                  <a:gd name="connsiteX64" fmla="*/ 3200061 w 5568760"/>
                  <a:gd name="connsiteY64" fmla="*/ 398361 h 493376"/>
                  <a:gd name="connsiteX65" fmla="*/ 3121319 w 5568760"/>
                  <a:gd name="connsiteY65" fmla="*/ 493375 h 493376"/>
                  <a:gd name="connsiteX66" fmla="*/ 2975602 w 5568760"/>
                  <a:gd name="connsiteY66" fmla="*/ 493375 h 493376"/>
                  <a:gd name="connsiteX67" fmla="*/ 3054199 w 5568760"/>
                  <a:gd name="connsiteY67" fmla="*/ 398362 h 493376"/>
                  <a:gd name="connsiteX68" fmla="*/ 2283919 w 5568760"/>
                  <a:gd name="connsiteY68" fmla="*/ 1 h 493376"/>
                  <a:gd name="connsiteX69" fmla="*/ 2205176 w 5568760"/>
                  <a:gd name="connsiteY69" fmla="*/ 95015 h 493376"/>
                  <a:gd name="connsiteX70" fmla="*/ 2059314 w 5568760"/>
                  <a:gd name="connsiteY70" fmla="*/ 95015 h 493376"/>
                  <a:gd name="connsiteX71" fmla="*/ 2138056 w 5568760"/>
                  <a:gd name="connsiteY71" fmla="*/ 1 h 493376"/>
                  <a:gd name="connsiteX72" fmla="*/ 3505442 w 5568760"/>
                  <a:gd name="connsiteY72" fmla="*/ 398361 h 493376"/>
                  <a:gd name="connsiteX73" fmla="*/ 3426845 w 5568760"/>
                  <a:gd name="connsiteY73" fmla="*/ 493375 h 493376"/>
                  <a:gd name="connsiteX74" fmla="*/ 3280983 w 5568760"/>
                  <a:gd name="connsiteY74" fmla="*/ 493375 h 493376"/>
                  <a:gd name="connsiteX75" fmla="*/ 3359580 w 5568760"/>
                  <a:gd name="connsiteY75" fmla="*/ 398361 h 493376"/>
                  <a:gd name="connsiteX76" fmla="*/ 2589298 w 5568760"/>
                  <a:gd name="connsiteY76" fmla="*/ 0 h 493376"/>
                  <a:gd name="connsiteX77" fmla="*/ 2510556 w 5568760"/>
                  <a:gd name="connsiteY77" fmla="*/ 95014 h 493376"/>
                  <a:gd name="connsiteX78" fmla="*/ 2364694 w 5568760"/>
                  <a:gd name="connsiteY78" fmla="*/ 95014 h 493376"/>
                  <a:gd name="connsiteX79" fmla="*/ 2443436 w 5568760"/>
                  <a:gd name="connsiteY79" fmla="*/ 0 h 493376"/>
                  <a:gd name="connsiteX80" fmla="*/ 3810823 w 5568760"/>
                  <a:gd name="connsiteY80" fmla="*/ 398362 h 493376"/>
                  <a:gd name="connsiteX81" fmla="*/ 3732226 w 5568760"/>
                  <a:gd name="connsiteY81" fmla="*/ 493376 h 493376"/>
                  <a:gd name="connsiteX82" fmla="*/ 3586364 w 5568760"/>
                  <a:gd name="connsiteY82" fmla="*/ 493376 h 493376"/>
                  <a:gd name="connsiteX83" fmla="*/ 3664961 w 5568760"/>
                  <a:gd name="connsiteY83" fmla="*/ 398362 h 493376"/>
                  <a:gd name="connsiteX84" fmla="*/ 2894680 w 5568760"/>
                  <a:gd name="connsiteY84" fmla="*/ 1 h 493376"/>
                  <a:gd name="connsiteX85" fmla="*/ 2816083 w 5568760"/>
                  <a:gd name="connsiteY85" fmla="*/ 95015 h 493376"/>
                  <a:gd name="connsiteX86" fmla="*/ 2670075 w 5568760"/>
                  <a:gd name="connsiteY86" fmla="*/ 95015 h 493376"/>
                  <a:gd name="connsiteX87" fmla="*/ 2748816 w 5568760"/>
                  <a:gd name="connsiteY87" fmla="*/ 1 h 493376"/>
                  <a:gd name="connsiteX88" fmla="*/ 4116205 w 5568760"/>
                  <a:gd name="connsiteY88" fmla="*/ 398362 h 493376"/>
                  <a:gd name="connsiteX89" fmla="*/ 4037607 w 5568760"/>
                  <a:gd name="connsiteY89" fmla="*/ 493376 h 493376"/>
                  <a:gd name="connsiteX90" fmla="*/ 3891745 w 5568760"/>
                  <a:gd name="connsiteY90" fmla="*/ 493376 h 493376"/>
                  <a:gd name="connsiteX91" fmla="*/ 3970342 w 5568760"/>
                  <a:gd name="connsiteY91" fmla="*/ 398362 h 493376"/>
                  <a:gd name="connsiteX92" fmla="*/ 3200060 w 5568760"/>
                  <a:gd name="connsiteY92" fmla="*/ 1 h 493376"/>
                  <a:gd name="connsiteX93" fmla="*/ 3121319 w 5568760"/>
                  <a:gd name="connsiteY93" fmla="*/ 95014 h 493376"/>
                  <a:gd name="connsiteX94" fmla="*/ 2975602 w 5568760"/>
                  <a:gd name="connsiteY94" fmla="*/ 95015 h 493376"/>
                  <a:gd name="connsiteX95" fmla="*/ 3054199 w 5568760"/>
                  <a:gd name="connsiteY95" fmla="*/ 1 h 493376"/>
                  <a:gd name="connsiteX96" fmla="*/ 4421586 w 5568760"/>
                  <a:gd name="connsiteY96" fmla="*/ 398361 h 493376"/>
                  <a:gd name="connsiteX97" fmla="*/ 4342988 w 5568760"/>
                  <a:gd name="connsiteY97" fmla="*/ 493375 h 493376"/>
                  <a:gd name="connsiteX98" fmla="*/ 4197126 w 5568760"/>
                  <a:gd name="connsiteY98" fmla="*/ 493375 h 493376"/>
                  <a:gd name="connsiteX99" fmla="*/ 4275723 w 5568760"/>
                  <a:gd name="connsiteY99" fmla="*/ 398361 h 493376"/>
                  <a:gd name="connsiteX100" fmla="*/ 3505442 w 5568760"/>
                  <a:gd name="connsiteY100" fmla="*/ 0 h 493376"/>
                  <a:gd name="connsiteX101" fmla="*/ 3426845 w 5568760"/>
                  <a:gd name="connsiteY101" fmla="*/ 95014 h 493376"/>
                  <a:gd name="connsiteX102" fmla="*/ 3280983 w 5568760"/>
                  <a:gd name="connsiteY102" fmla="*/ 95014 h 493376"/>
                  <a:gd name="connsiteX103" fmla="*/ 3359580 w 5568760"/>
                  <a:gd name="connsiteY103" fmla="*/ 0 h 493376"/>
                  <a:gd name="connsiteX104" fmla="*/ 4726966 w 5568760"/>
                  <a:gd name="connsiteY104" fmla="*/ 398361 h 493376"/>
                  <a:gd name="connsiteX105" fmla="*/ 4648369 w 5568760"/>
                  <a:gd name="connsiteY105" fmla="*/ 493375 h 493376"/>
                  <a:gd name="connsiteX106" fmla="*/ 4502507 w 5568760"/>
                  <a:gd name="connsiteY106" fmla="*/ 493375 h 493376"/>
                  <a:gd name="connsiteX107" fmla="*/ 4581104 w 5568760"/>
                  <a:gd name="connsiteY107" fmla="*/ 398361 h 493376"/>
                  <a:gd name="connsiteX108" fmla="*/ 3810823 w 5568760"/>
                  <a:gd name="connsiteY108" fmla="*/ 1 h 493376"/>
                  <a:gd name="connsiteX109" fmla="*/ 3732225 w 5568760"/>
                  <a:gd name="connsiteY109" fmla="*/ 95015 h 493376"/>
                  <a:gd name="connsiteX110" fmla="*/ 3586364 w 5568760"/>
                  <a:gd name="connsiteY110" fmla="*/ 95015 h 493376"/>
                  <a:gd name="connsiteX111" fmla="*/ 3664960 w 5568760"/>
                  <a:gd name="connsiteY111" fmla="*/ 1 h 493376"/>
                  <a:gd name="connsiteX112" fmla="*/ 5032348 w 5568760"/>
                  <a:gd name="connsiteY112" fmla="*/ 398361 h 493376"/>
                  <a:gd name="connsiteX113" fmla="*/ 4953750 w 5568760"/>
                  <a:gd name="connsiteY113" fmla="*/ 493375 h 493376"/>
                  <a:gd name="connsiteX114" fmla="*/ 4807888 w 5568760"/>
                  <a:gd name="connsiteY114" fmla="*/ 493375 h 493376"/>
                  <a:gd name="connsiteX115" fmla="*/ 4886485 w 5568760"/>
                  <a:gd name="connsiteY115" fmla="*/ 398361 h 493376"/>
                  <a:gd name="connsiteX116" fmla="*/ 4116205 w 5568760"/>
                  <a:gd name="connsiteY116" fmla="*/ 1 h 493376"/>
                  <a:gd name="connsiteX117" fmla="*/ 4037607 w 5568760"/>
                  <a:gd name="connsiteY117" fmla="*/ 95015 h 493376"/>
                  <a:gd name="connsiteX118" fmla="*/ 3891745 w 5568760"/>
                  <a:gd name="connsiteY118" fmla="*/ 95015 h 493376"/>
                  <a:gd name="connsiteX119" fmla="*/ 3970342 w 5568760"/>
                  <a:gd name="connsiteY119" fmla="*/ 1 h 493376"/>
                  <a:gd name="connsiteX120" fmla="*/ 5337875 w 5568760"/>
                  <a:gd name="connsiteY120" fmla="*/ 398362 h 493376"/>
                  <a:gd name="connsiteX121" fmla="*/ 5259131 w 5568760"/>
                  <a:gd name="connsiteY121" fmla="*/ 493375 h 493376"/>
                  <a:gd name="connsiteX122" fmla="*/ 5113269 w 5568760"/>
                  <a:gd name="connsiteY122" fmla="*/ 493375 h 493376"/>
                  <a:gd name="connsiteX123" fmla="*/ 5191867 w 5568760"/>
                  <a:gd name="connsiteY123" fmla="*/ 398361 h 493376"/>
                  <a:gd name="connsiteX124" fmla="*/ 5459261 w 5568760"/>
                  <a:gd name="connsiteY124" fmla="*/ 444374 h 493376"/>
                  <a:gd name="connsiteX125" fmla="*/ 5568760 w 5568760"/>
                  <a:gd name="connsiteY125" fmla="*/ 488242 h 493376"/>
                  <a:gd name="connsiteX126" fmla="*/ 5564513 w 5568760"/>
                  <a:gd name="connsiteY126" fmla="*/ 493375 h 493376"/>
                  <a:gd name="connsiteX127" fmla="*/ 5418651 w 5568760"/>
                  <a:gd name="connsiteY127" fmla="*/ 493375 h 493376"/>
                  <a:gd name="connsiteX128" fmla="*/ 4523596 w 5568760"/>
                  <a:gd name="connsiteY128" fmla="*/ 69520 h 493376"/>
                  <a:gd name="connsiteX129" fmla="*/ 4587232 w 5568760"/>
                  <a:gd name="connsiteY129" fmla="*/ 95014 h 493376"/>
                  <a:gd name="connsiteX130" fmla="*/ 4502507 w 5568760"/>
                  <a:gd name="connsiteY130" fmla="*/ 95014 h 493376"/>
                  <a:gd name="connsiteX131" fmla="*/ 4350069 w 5568760"/>
                  <a:gd name="connsiteY131" fmla="*/ 0 h 493376"/>
                  <a:gd name="connsiteX132" fmla="*/ 4403784 w 5568760"/>
                  <a:gd name="connsiteY132" fmla="*/ 21520 h 493376"/>
                  <a:gd name="connsiteX133" fmla="*/ 4342987 w 5568760"/>
                  <a:gd name="connsiteY133" fmla="*/ 95014 h 493376"/>
                  <a:gd name="connsiteX134" fmla="*/ 4197126 w 5568760"/>
                  <a:gd name="connsiteY134" fmla="*/ 95014 h 493376"/>
                  <a:gd name="connsiteX135" fmla="*/ 4275722 w 5568760"/>
                  <a:gd name="connsiteY135" fmla="*/ 0 h 49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5568760" h="493376">
                    <a:moveTo>
                      <a:pt x="146252" y="398361"/>
                    </a:moveTo>
                    <a:lnTo>
                      <a:pt x="67509" y="493375"/>
                    </a:lnTo>
                    <a:lnTo>
                      <a:pt x="0" y="493376"/>
                    </a:lnTo>
                    <a:lnTo>
                      <a:pt x="38065" y="398361"/>
                    </a:lnTo>
                    <a:close/>
                    <a:moveTo>
                      <a:pt x="451633" y="398362"/>
                    </a:moveTo>
                    <a:lnTo>
                      <a:pt x="372890" y="493376"/>
                    </a:lnTo>
                    <a:lnTo>
                      <a:pt x="227028" y="493376"/>
                    </a:lnTo>
                    <a:lnTo>
                      <a:pt x="305770" y="398362"/>
                    </a:lnTo>
                    <a:close/>
                    <a:moveTo>
                      <a:pt x="757013" y="398361"/>
                    </a:moveTo>
                    <a:lnTo>
                      <a:pt x="678270" y="493375"/>
                    </a:lnTo>
                    <a:lnTo>
                      <a:pt x="532408" y="493375"/>
                    </a:lnTo>
                    <a:lnTo>
                      <a:pt x="611150" y="398361"/>
                    </a:lnTo>
                    <a:close/>
                    <a:moveTo>
                      <a:pt x="1062394" y="398361"/>
                    </a:moveTo>
                    <a:lnTo>
                      <a:pt x="983651" y="493375"/>
                    </a:lnTo>
                    <a:lnTo>
                      <a:pt x="837789" y="493376"/>
                    </a:lnTo>
                    <a:lnTo>
                      <a:pt x="916531" y="398362"/>
                    </a:lnTo>
                    <a:close/>
                    <a:moveTo>
                      <a:pt x="1367775" y="398362"/>
                    </a:moveTo>
                    <a:lnTo>
                      <a:pt x="1289032" y="493376"/>
                    </a:lnTo>
                    <a:lnTo>
                      <a:pt x="1143170" y="493376"/>
                    </a:lnTo>
                    <a:lnTo>
                      <a:pt x="1221913" y="398362"/>
                    </a:lnTo>
                    <a:close/>
                    <a:moveTo>
                      <a:pt x="451633" y="1"/>
                    </a:moveTo>
                    <a:lnTo>
                      <a:pt x="372890" y="95015"/>
                    </a:lnTo>
                    <a:lnTo>
                      <a:pt x="227028" y="95015"/>
                    </a:lnTo>
                    <a:lnTo>
                      <a:pt x="305770" y="1"/>
                    </a:lnTo>
                    <a:close/>
                    <a:moveTo>
                      <a:pt x="1673156" y="398361"/>
                    </a:moveTo>
                    <a:lnTo>
                      <a:pt x="1594413" y="493375"/>
                    </a:lnTo>
                    <a:lnTo>
                      <a:pt x="1448552" y="493375"/>
                    </a:lnTo>
                    <a:lnTo>
                      <a:pt x="1527294" y="398361"/>
                    </a:lnTo>
                    <a:close/>
                    <a:moveTo>
                      <a:pt x="757013" y="0"/>
                    </a:moveTo>
                    <a:lnTo>
                      <a:pt x="678270" y="95014"/>
                    </a:lnTo>
                    <a:lnTo>
                      <a:pt x="532408" y="95014"/>
                    </a:lnTo>
                    <a:lnTo>
                      <a:pt x="611150" y="0"/>
                    </a:lnTo>
                    <a:close/>
                    <a:moveTo>
                      <a:pt x="1978538" y="398361"/>
                    </a:moveTo>
                    <a:lnTo>
                      <a:pt x="1899795" y="493375"/>
                    </a:lnTo>
                    <a:lnTo>
                      <a:pt x="1753933" y="493375"/>
                    </a:lnTo>
                    <a:lnTo>
                      <a:pt x="1832675" y="398361"/>
                    </a:lnTo>
                    <a:close/>
                    <a:moveTo>
                      <a:pt x="1062394" y="0"/>
                    </a:moveTo>
                    <a:lnTo>
                      <a:pt x="983651" y="95014"/>
                    </a:lnTo>
                    <a:lnTo>
                      <a:pt x="837789" y="95014"/>
                    </a:lnTo>
                    <a:lnTo>
                      <a:pt x="916531" y="0"/>
                    </a:lnTo>
                    <a:close/>
                    <a:moveTo>
                      <a:pt x="2283919" y="398361"/>
                    </a:moveTo>
                    <a:lnTo>
                      <a:pt x="2205176" y="493376"/>
                    </a:lnTo>
                    <a:lnTo>
                      <a:pt x="2059314" y="493375"/>
                    </a:lnTo>
                    <a:lnTo>
                      <a:pt x="2138056" y="398362"/>
                    </a:lnTo>
                    <a:close/>
                    <a:moveTo>
                      <a:pt x="1367775" y="1"/>
                    </a:moveTo>
                    <a:lnTo>
                      <a:pt x="1289032" y="95015"/>
                    </a:lnTo>
                    <a:lnTo>
                      <a:pt x="1143170" y="95015"/>
                    </a:lnTo>
                    <a:lnTo>
                      <a:pt x="1221913" y="1"/>
                    </a:lnTo>
                    <a:close/>
                    <a:moveTo>
                      <a:pt x="2589299" y="398361"/>
                    </a:moveTo>
                    <a:lnTo>
                      <a:pt x="2510556" y="493375"/>
                    </a:lnTo>
                    <a:lnTo>
                      <a:pt x="2364694" y="493375"/>
                    </a:lnTo>
                    <a:lnTo>
                      <a:pt x="2443436" y="398361"/>
                    </a:lnTo>
                    <a:close/>
                    <a:moveTo>
                      <a:pt x="1673156" y="0"/>
                    </a:moveTo>
                    <a:lnTo>
                      <a:pt x="1594414" y="95014"/>
                    </a:lnTo>
                    <a:lnTo>
                      <a:pt x="1448552" y="95014"/>
                    </a:lnTo>
                    <a:lnTo>
                      <a:pt x="1527293" y="0"/>
                    </a:lnTo>
                    <a:close/>
                    <a:moveTo>
                      <a:pt x="2894680" y="398362"/>
                    </a:moveTo>
                    <a:lnTo>
                      <a:pt x="2816083" y="493376"/>
                    </a:lnTo>
                    <a:lnTo>
                      <a:pt x="2670075" y="493375"/>
                    </a:lnTo>
                    <a:lnTo>
                      <a:pt x="2748817" y="398362"/>
                    </a:lnTo>
                    <a:close/>
                    <a:moveTo>
                      <a:pt x="1978538" y="0"/>
                    </a:moveTo>
                    <a:lnTo>
                      <a:pt x="1899794" y="95014"/>
                    </a:lnTo>
                    <a:lnTo>
                      <a:pt x="1753933" y="95014"/>
                    </a:lnTo>
                    <a:lnTo>
                      <a:pt x="1832674" y="0"/>
                    </a:lnTo>
                    <a:close/>
                    <a:moveTo>
                      <a:pt x="3200061" y="398361"/>
                    </a:moveTo>
                    <a:lnTo>
                      <a:pt x="3121319" y="493375"/>
                    </a:lnTo>
                    <a:lnTo>
                      <a:pt x="2975602" y="493375"/>
                    </a:lnTo>
                    <a:lnTo>
                      <a:pt x="3054199" y="398362"/>
                    </a:lnTo>
                    <a:close/>
                    <a:moveTo>
                      <a:pt x="2283919" y="1"/>
                    </a:moveTo>
                    <a:lnTo>
                      <a:pt x="2205176" y="95015"/>
                    </a:lnTo>
                    <a:lnTo>
                      <a:pt x="2059314" y="95015"/>
                    </a:lnTo>
                    <a:lnTo>
                      <a:pt x="2138056" y="1"/>
                    </a:lnTo>
                    <a:close/>
                    <a:moveTo>
                      <a:pt x="3505442" y="398361"/>
                    </a:moveTo>
                    <a:lnTo>
                      <a:pt x="3426845" y="493375"/>
                    </a:lnTo>
                    <a:lnTo>
                      <a:pt x="3280983" y="493375"/>
                    </a:lnTo>
                    <a:lnTo>
                      <a:pt x="3359580" y="398361"/>
                    </a:lnTo>
                    <a:close/>
                    <a:moveTo>
                      <a:pt x="2589298" y="0"/>
                    </a:moveTo>
                    <a:lnTo>
                      <a:pt x="2510556" y="95014"/>
                    </a:lnTo>
                    <a:lnTo>
                      <a:pt x="2364694" y="95014"/>
                    </a:lnTo>
                    <a:lnTo>
                      <a:pt x="2443436" y="0"/>
                    </a:lnTo>
                    <a:close/>
                    <a:moveTo>
                      <a:pt x="3810823" y="398362"/>
                    </a:moveTo>
                    <a:lnTo>
                      <a:pt x="3732226" y="493376"/>
                    </a:lnTo>
                    <a:lnTo>
                      <a:pt x="3586364" y="493376"/>
                    </a:lnTo>
                    <a:lnTo>
                      <a:pt x="3664961" y="398362"/>
                    </a:lnTo>
                    <a:close/>
                    <a:moveTo>
                      <a:pt x="2894680" y="1"/>
                    </a:moveTo>
                    <a:lnTo>
                      <a:pt x="2816083" y="95015"/>
                    </a:lnTo>
                    <a:lnTo>
                      <a:pt x="2670075" y="95015"/>
                    </a:lnTo>
                    <a:lnTo>
                      <a:pt x="2748816" y="1"/>
                    </a:lnTo>
                    <a:close/>
                    <a:moveTo>
                      <a:pt x="4116205" y="398362"/>
                    </a:moveTo>
                    <a:lnTo>
                      <a:pt x="4037607" y="493376"/>
                    </a:lnTo>
                    <a:lnTo>
                      <a:pt x="3891745" y="493376"/>
                    </a:lnTo>
                    <a:lnTo>
                      <a:pt x="3970342" y="398362"/>
                    </a:lnTo>
                    <a:close/>
                    <a:moveTo>
                      <a:pt x="3200060" y="1"/>
                    </a:moveTo>
                    <a:lnTo>
                      <a:pt x="3121319" y="95014"/>
                    </a:lnTo>
                    <a:lnTo>
                      <a:pt x="2975602" y="95015"/>
                    </a:lnTo>
                    <a:lnTo>
                      <a:pt x="3054199" y="1"/>
                    </a:lnTo>
                    <a:close/>
                    <a:moveTo>
                      <a:pt x="4421586" y="398361"/>
                    </a:moveTo>
                    <a:lnTo>
                      <a:pt x="4342988" y="493375"/>
                    </a:lnTo>
                    <a:lnTo>
                      <a:pt x="4197126" y="493375"/>
                    </a:lnTo>
                    <a:lnTo>
                      <a:pt x="4275723" y="398361"/>
                    </a:lnTo>
                    <a:close/>
                    <a:moveTo>
                      <a:pt x="3505442" y="0"/>
                    </a:moveTo>
                    <a:lnTo>
                      <a:pt x="3426845" y="95014"/>
                    </a:lnTo>
                    <a:lnTo>
                      <a:pt x="3280983" y="95014"/>
                    </a:lnTo>
                    <a:lnTo>
                      <a:pt x="3359580" y="0"/>
                    </a:lnTo>
                    <a:close/>
                    <a:moveTo>
                      <a:pt x="4726966" y="398361"/>
                    </a:moveTo>
                    <a:lnTo>
                      <a:pt x="4648369" y="493375"/>
                    </a:lnTo>
                    <a:lnTo>
                      <a:pt x="4502507" y="493375"/>
                    </a:lnTo>
                    <a:lnTo>
                      <a:pt x="4581104" y="398361"/>
                    </a:lnTo>
                    <a:close/>
                    <a:moveTo>
                      <a:pt x="3810823" y="1"/>
                    </a:moveTo>
                    <a:lnTo>
                      <a:pt x="3732225" y="95015"/>
                    </a:lnTo>
                    <a:lnTo>
                      <a:pt x="3586364" y="95015"/>
                    </a:lnTo>
                    <a:lnTo>
                      <a:pt x="3664960" y="1"/>
                    </a:lnTo>
                    <a:close/>
                    <a:moveTo>
                      <a:pt x="5032348" y="398361"/>
                    </a:moveTo>
                    <a:lnTo>
                      <a:pt x="4953750" y="493375"/>
                    </a:lnTo>
                    <a:lnTo>
                      <a:pt x="4807888" y="493375"/>
                    </a:lnTo>
                    <a:lnTo>
                      <a:pt x="4886485" y="398361"/>
                    </a:lnTo>
                    <a:close/>
                    <a:moveTo>
                      <a:pt x="4116205" y="1"/>
                    </a:moveTo>
                    <a:lnTo>
                      <a:pt x="4037607" y="95015"/>
                    </a:lnTo>
                    <a:lnTo>
                      <a:pt x="3891745" y="95015"/>
                    </a:lnTo>
                    <a:lnTo>
                      <a:pt x="3970342" y="1"/>
                    </a:lnTo>
                    <a:close/>
                    <a:moveTo>
                      <a:pt x="5337875" y="398362"/>
                    </a:moveTo>
                    <a:lnTo>
                      <a:pt x="5259131" y="493375"/>
                    </a:lnTo>
                    <a:lnTo>
                      <a:pt x="5113269" y="493375"/>
                    </a:lnTo>
                    <a:lnTo>
                      <a:pt x="5191867" y="398361"/>
                    </a:lnTo>
                    <a:close/>
                    <a:moveTo>
                      <a:pt x="5459261" y="444374"/>
                    </a:moveTo>
                    <a:lnTo>
                      <a:pt x="5568760" y="488242"/>
                    </a:lnTo>
                    <a:lnTo>
                      <a:pt x="5564513" y="493375"/>
                    </a:lnTo>
                    <a:lnTo>
                      <a:pt x="5418651" y="493375"/>
                    </a:lnTo>
                    <a:close/>
                    <a:moveTo>
                      <a:pt x="4523596" y="69520"/>
                    </a:moveTo>
                    <a:lnTo>
                      <a:pt x="4587232" y="95014"/>
                    </a:lnTo>
                    <a:lnTo>
                      <a:pt x="4502507" y="95014"/>
                    </a:lnTo>
                    <a:close/>
                    <a:moveTo>
                      <a:pt x="4350069" y="0"/>
                    </a:moveTo>
                    <a:lnTo>
                      <a:pt x="4403784" y="21520"/>
                    </a:lnTo>
                    <a:lnTo>
                      <a:pt x="4342987" y="95014"/>
                    </a:lnTo>
                    <a:lnTo>
                      <a:pt x="4197126" y="95014"/>
                    </a:lnTo>
                    <a:lnTo>
                      <a:pt x="4275722" y="0"/>
                    </a:lnTo>
                    <a:close/>
                  </a:path>
                </a:pathLst>
              </a:custGeom>
              <a:solidFill>
                <a:srgbClr val="231F20"/>
              </a:solidFill>
              <a:ln w="14523" cap="flat">
                <a:noFill/>
                <a:prstDash val="solid"/>
                <a:miter/>
              </a:ln>
            </p:spPr>
            <p:txBody>
              <a:bodyPr rtlCol="0" anchor="ctr"/>
              <a:lstStyle/>
              <a:p>
                <a:endParaRPr lang="en-US"/>
              </a:p>
            </p:txBody>
          </p:sp>
        </p:grpSp>
        <p:grpSp>
          <p:nvGrpSpPr>
            <p:cNvPr id="1158" name="Group 1157">
              <a:extLst>
                <a:ext uri="{FF2B5EF4-FFF2-40B4-BE49-F238E27FC236}">
                  <a16:creationId xmlns:a16="http://schemas.microsoft.com/office/drawing/2014/main" id="{6D4ED113-1552-3E52-83A4-EFCCC3472CF0}"/>
                </a:ext>
              </a:extLst>
            </p:cNvPr>
            <p:cNvGrpSpPr/>
            <p:nvPr/>
          </p:nvGrpSpPr>
          <p:grpSpPr>
            <a:xfrm>
              <a:off x="-706934" y="5394107"/>
              <a:ext cx="4249660" cy="772605"/>
              <a:chOff x="-706934" y="5394107"/>
              <a:chExt cx="4249660" cy="772605"/>
            </a:xfrm>
            <a:effectLst>
              <a:outerShdw blurRad="114300" sx="102000" sy="102000" algn="ctr" rotWithShape="0">
                <a:prstClr val="black">
                  <a:alpha val="40000"/>
                </a:prstClr>
              </a:outerShdw>
            </a:effectLst>
          </p:grpSpPr>
          <p:sp>
            <p:nvSpPr>
              <p:cNvPr id="1157" name="Freeform: Shape 1156">
                <a:extLst>
                  <a:ext uri="{FF2B5EF4-FFF2-40B4-BE49-F238E27FC236}">
                    <a16:creationId xmlns:a16="http://schemas.microsoft.com/office/drawing/2014/main" id="{51E16A0A-E748-0AEC-5101-83FC4207D368}"/>
                  </a:ext>
                </a:extLst>
              </p:cNvPr>
              <p:cNvSpPr/>
              <p:nvPr/>
            </p:nvSpPr>
            <p:spPr bwMode="auto">
              <a:xfrm rot="2461262">
                <a:off x="-706934" y="5394107"/>
                <a:ext cx="4249660" cy="564408"/>
              </a:xfrm>
              <a:custGeom>
                <a:avLst/>
                <a:gdLst>
                  <a:gd name="connsiteX0" fmla="*/ 0 w 4249660"/>
                  <a:gd name="connsiteY0" fmla="*/ 0 h 564408"/>
                  <a:gd name="connsiteX1" fmla="*/ 4249660 w 4249660"/>
                  <a:gd name="connsiteY1" fmla="*/ 0 h 564408"/>
                  <a:gd name="connsiteX2" fmla="*/ 3600864 w 4249660"/>
                  <a:gd name="connsiteY2" fmla="*/ 564408 h 564408"/>
                  <a:gd name="connsiteX3" fmla="*/ 490997 w 4249660"/>
                  <a:gd name="connsiteY3" fmla="*/ 564408 h 564408"/>
                </a:gdLst>
                <a:ahLst/>
                <a:cxnLst>
                  <a:cxn ang="0">
                    <a:pos x="connsiteX0" y="connsiteY0"/>
                  </a:cxn>
                  <a:cxn ang="0">
                    <a:pos x="connsiteX1" y="connsiteY1"/>
                  </a:cxn>
                  <a:cxn ang="0">
                    <a:pos x="connsiteX2" y="connsiteY2"/>
                  </a:cxn>
                  <a:cxn ang="0">
                    <a:pos x="connsiteX3" y="connsiteY3"/>
                  </a:cxn>
                </a:cxnLst>
                <a:rect l="l" t="t" r="r" b="b"/>
                <a:pathLst>
                  <a:path w="4249660" h="564408">
                    <a:moveTo>
                      <a:pt x="0" y="0"/>
                    </a:moveTo>
                    <a:lnTo>
                      <a:pt x="4249660" y="0"/>
                    </a:lnTo>
                    <a:lnTo>
                      <a:pt x="3600864" y="564408"/>
                    </a:lnTo>
                    <a:lnTo>
                      <a:pt x="490997" y="564408"/>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55" name="Freeform: Shape 1154">
                <a:extLst>
                  <a:ext uri="{FF2B5EF4-FFF2-40B4-BE49-F238E27FC236}">
                    <a16:creationId xmlns:a16="http://schemas.microsoft.com/office/drawing/2014/main" id="{96AB701C-0C2F-EBF9-2E11-945A7773F634}"/>
                  </a:ext>
                </a:extLst>
              </p:cNvPr>
              <p:cNvSpPr/>
              <p:nvPr/>
            </p:nvSpPr>
            <p:spPr bwMode="auto">
              <a:xfrm rot="2461262">
                <a:off x="-150399" y="5602305"/>
                <a:ext cx="3615240" cy="564407"/>
              </a:xfrm>
              <a:custGeom>
                <a:avLst/>
                <a:gdLst>
                  <a:gd name="connsiteX0" fmla="*/ 3466524 w 3615240"/>
                  <a:gd name="connsiteY0" fmla="*/ 0 h 564407"/>
                  <a:gd name="connsiteX1" fmla="*/ 3615240 w 3615240"/>
                  <a:gd name="connsiteY1" fmla="*/ 0 h 564407"/>
                  <a:gd name="connsiteX2" fmla="*/ 3548320 w 3615240"/>
                  <a:gd name="connsiteY2" fmla="*/ 58216 h 564407"/>
                  <a:gd name="connsiteX3" fmla="*/ 2758424 w 3615240"/>
                  <a:gd name="connsiteY3" fmla="*/ 0 h 564407"/>
                  <a:gd name="connsiteX4" fmla="*/ 3046928 w 3615240"/>
                  <a:gd name="connsiteY4" fmla="*/ 0 h 564407"/>
                  <a:gd name="connsiteX5" fmla="*/ 3359506 w 3615240"/>
                  <a:gd name="connsiteY5" fmla="*/ 222471 h 564407"/>
                  <a:gd name="connsiteX6" fmla="*/ 2966446 w 3615240"/>
                  <a:gd name="connsiteY6" fmla="*/ 564407 h 564407"/>
                  <a:gd name="connsiteX7" fmla="*/ 2758424 w 3615240"/>
                  <a:gd name="connsiteY7" fmla="*/ 564407 h 564407"/>
                  <a:gd name="connsiteX8" fmla="*/ 3154928 w 3615240"/>
                  <a:gd name="connsiteY8" fmla="*/ 282204 h 564407"/>
                  <a:gd name="connsiteX9" fmla="*/ 708100 w 3615240"/>
                  <a:gd name="connsiteY9" fmla="*/ 0 h 564407"/>
                  <a:gd name="connsiteX10" fmla="*/ 996604 w 3615240"/>
                  <a:gd name="connsiteY10" fmla="*/ 0 h 564407"/>
                  <a:gd name="connsiteX11" fmla="*/ 1393106 w 3615240"/>
                  <a:gd name="connsiteY11" fmla="*/ 282204 h 564407"/>
                  <a:gd name="connsiteX12" fmla="*/ 996604 w 3615240"/>
                  <a:gd name="connsiteY12" fmla="*/ 564407 h 564407"/>
                  <a:gd name="connsiteX13" fmla="*/ 708100 w 3615240"/>
                  <a:gd name="connsiteY13" fmla="*/ 564407 h 564407"/>
                  <a:gd name="connsiteX14" fmla="*/ 1104602 w 3615240"/>
                  <a:gd name="connsiteY14" fmla="*/ 282204 h 564407"/>
                  <a:gd name="connsiteX15" fmla="*/ 0 w 3615240"/>
                  <a:gd name="connsiteY15" fmla="*/ 0 h 564407"/>
                  <a:gd name="connsiteX16" fmla="*/ 288504 w 3615240"/>
                  <a:gd name="connsiteY16" fmla="*/ 0 h 564407"/>
                  <a:gd name="connsiteX17" fmla="*/ 685006 w 3615240"/>
                  <a:gd name="connsiteY17" fmla="*/ 282204 h 564407"/>
                  <a:gd name="connsiteX18" fmla="*/ 288504 w 3615240"/>
                  <a:gd name="connsiteY18" fmla="*/ 564407 h 564407"/>
                  <a:gd name="connsiteX19" fmla="*/ 0 w 3615240"/>
                  <a:gd name="connsiteY19" fmla="*/ 564407 h 564407"/>
                  <a:gd name="connsiteX20" fmla="*/ 396502 w 3615240"/>
                  <a:gd name="connsiteY20" fmla="*/ 282204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615240" h="564407">
                    <a:moveTo>
                      <a:pt x="3466524" y="0"/>
                    </a:moveTo>
                    <a:lnTo>
                      <a:pt x="3615240" y="0"/>
                    </a:lnTo>
                    <a:lnTo>
                      <a:pt x="3548320" y="58216"/>
                    </a:lnTo>
                    <a:close/>
                    <a:moveTo>
                      <a:pt x="2758424" y="0"/>
                    </a:moveTo>
                    <a:lnTo>
                      <a:pt x="3046928" y="0"/>
                    </a:lnTo>
                    <a:lnTo>
                      <a:pt x="3359506" y="222471"/>
                    </a:lnTo>
                    <a:lnTo>
                      <a:pt x="2966446" y="564407"/>
                    </a:lnTo>
                    <a:lnTo>
                      <a:pt x="2758424" y="564407"/>
                    </a:lnTo>
                    <a:lnTo>
                      <a:pt x="3154928" y="282204"/>
                    </a:lnTo>
                    <a:close/>
                    <a:moveTo>
                      <a:pt x="708100" y="0"/>
                    </a:moveTo>
                    <a:lnTo>
                      <a:pt x="996604" y="0"/>
                    </a:lnTo>
                    <a:lnTo>
                      <a:pt x="1393106" y="282204"/>
                    </a:lnTo>
                    <a:lnTo>
                      <a:pt x="996604" y="564407"/>
                    </a:lnTo>
                    <a:lnTo>
                      <a:pt x="708100" y="564407"/>
                    </a:lnTo>
                    <a:lnTo>
                      <a:pt x="1104602" y="282204"/>
                    </a:lnTo>
                    <a:close/>
                    <a:moveTo>
                      <a:pt x="0" y="0"/>
                    </a:moveTo>
                    <a:lnTo>
                      <a:pt x="288504" y="0"/>
                    </a:lnTo>
                    <a:lnTo>
                      <a:pt x="685006" y="282204"/>
                    </a:lnTo>
                    <a:lnTo>
                      <a:pt x="288504" y="564407"/>
                    </a:lnTo>
                    <a:lnTo>
                      <a:pt x="0" y="564407"/>
                    </a:lnTo>
                    <a:lnTo>
                      <a:pt x="396502" y="282204"/>
                    </a:lnTo>
                    <a:close/>
                  </a:path>
                </a:pathLst>
              </a:custGeom>
              <a:solidFill>
                <a:schemeClr val="tx1">
                  <a:lumMod val="95000"/>
                  <a:lumOff val="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1153" name="Group 1152">
              <a:extLst>
                <a:ext uri="{FF2B5EF4-FFF2-40B4-BE49-F238E27FC236}">
                  <a16:creationId xmlns:a16="http://schemas.microsoft.com/office/drawing/2014/main" id="{4C1A0CA0-900B-B0CD-DDF1-F9A604E65F77}"/>
                </a:ext>
              </a:extLst>
            </p:cNvPr>
            <p:cNvGrpSpPr/>
            <p:nvPr/>
          </p:nvGrpSpPr>
          <p:grpSpPr>
            <a:xfrm>
              <a:off x="-277717" y="5967336"/>
              <a:ext cx="4374983" cy="497646"/>
              <a:chOff x="-277717" y="5967336"/>
              <a:chExt cx="4374983" cy="497646"/>
            </a:xfrm>
            <a:effectLst>
              <a:outerShdw blurRad="114300" sx="102000" sy="102000" algn="ctr" rotWithShape="0">
                <a:prstClr val="black">
                  <a:alpha val="40000"/>
                </a:prstClr>
              </a:outerShdw>
            </a:effectLst>
          </p:grpSpPr>
          <p:sp>
            <p:nvSpPr>
              <p:cNvPr id="1149" name="Freeform: Shape 1148">
                <a:extLst>
                  <a:ext uri="{FF2B5EF4-FFF2-40B4-BE49-F238E27FC236}">
                    <a16:creationId xmlns:a16="http://schemas.microsoft.com/office/drawing/2014/main" id="{1342EFF6-F7B2-7D5B-9C93-0401C69CA5CE}"/>
                  </a:ext>
                </a:extLst>
              </p:cNvPr>
              <p:cNvSpPr/>
              <p:nvPr/>
            </p:nvSpPr>
            <p:spPr>
              <a:xfrm rot="1400825">
                <a:off x="-277717" y="5967336"/>
                <a:ext cx="4374983" cy="497646"/>
              </a:xfrm>
              <a:custGeom>
                <a:avLst/>
                <a:gdLst>
                  <a:gd name="connsiteX0" fmla="*/ 0 w 4374983"/>
                  <a:gd name="connsiteY0" fmla="*/ 0 h 497646"/>
                  <a:gd name="connsiteX1" fmla="*/ 2492099 w 4374983"/>
                  <a:gd name="connsiteY1" fmla="*/ 0 h 497646"/>
                  <a:gd name="connsiteX2" fmla="*/ 2492099 w 4374983"/>
                  <a:gd name="connsiteY2" fmla="*/ 3690 h 497646"/>
                  <a:gd name="connsiteX3" fmla="*/ 4374983 w 4374983"/>
                  <a:gd name="connsiteY3" fmla="*/ 3690 h 497646"/>
                  <a:gd name="connsiteX4" fmla="*/ 3230618 w 4374983"/>
                  <a:gd name="connsiteY4" fmla="*/ 497646 h 497646"/>
                  <a:gd name="connsiteX5" fmla="*/ 2117505 w 4374983"/>
                  <a:gd name="connsiteY5" fmla="*/ 497646 h 497646"/>
                  <a:gd name="connsiteX6" fmla="*/ 2117505 w 4374983"/>
                  <a:gd name="connsiteY6" fmla="*/ 493956 h 497646"/>
                  <a:gd name="connsiteX7" fmla="*/ 213212 w 4374983"/>
                  <a:gd name="connsiteY7" fmla="*/ 493956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74983" h="497646">
                    <a:moveTo>
                      <a:pt x="0" y="0"/>
                    </a:moveTo>
                    <a:lnTo>
                      <a:pt x="2492099" y="0"/>
                    </a:lnTo>
                    <a:lnTo>
                      <a:pt x="2492099" y="3690"/>
                    </a:lnTo>
                    <a:lnTo>
                      <a:pt x="4374983" y="3690"/>
                    </a:lnTo>
                    <a:lnTo>
                      <a:pt x="3230618" y="497646"/>
                    </a:lnTo>
                    <a:lnTo>
                      <a:pt x="2117505" y="497646"/>
                    </a:lnTo>
                    <a:lnTo>
                      <a:pt x="2117505" y="493956"/>
                    </a:lnTo>
                    <a:lnTo>
                      <a:pt x="213212" y="493956"/>
                    </a:lnTo>
                    <a:close/>
                  </a:path>
                </a:pathLst>
              </a:custGeom>
              <a:gradFill>
                <a:gsLst>
                  <a:gs pos="19000">
                    <a:schemeClr val="accent1"/>
                  </a:gs>
                  <a:gs pos="4587">
                    <a:schemeClr val="accent1"/>
                  </a:gs>
                  <a:gs pos="100000">
                    <a:schemeClr val="accent1"/>
                  </a:gs>
                  <a:gs pos="33000">
                    <a:schemeClr val="accent1">
                      <a:lumMod val="75000"/>
                    </a:schemeClr>
                  </a:gs>
                </a:gsLst>
                <a:lin ang="5400000" scaled="1"/>
              </a:gradFill>
              <a:ln w="14523" cap="flat">
                <a:noFill/>
                <a:prstDash val="solid"/>
                <a:miter/>
              </a:ln>
            </p:spPr>
            <p:txBody>
              <a:bodyPr rtlCol="0" anchor="ctr"/>
              <a:lstStyle/>
              <a:p>
                <a:endParaRPr lang="en-US" dirty="0"/>
              </a:p>
            </p:txBody>
          </p:sp>
          <p:sp>
            <p:nvSpPr>
              <p:cNvPr id="1152" name="Freeform: Shape 1151">
                <a:extLst>
                  <a:ext uri="{FF2B5EF4-FFF2-40B4-BE49-F238E27FC236}">
                    <a16:creationId xmlns:a16="http://schemas.microsoft.com/office/drawing/2014/main" id="{E29676A1-9C8D-DCA9-AF72-B7FF04901B35}"/>
                  </a:ext>
                </a:extLst>
              </p:cNvPr>
              <p:cNvSpPr/>
              <p:nvPr/>
            </p:nvSpPr>
            <p:spPr>
              <a:xfrm rot="1400825">
                <a:off x="-277538" y="5967676"/>
                <a:ext cx="4373388" cy="497066"/>
              </a:xfrm>
              <a:custGeom>
                <a:avLst/>
                <a:gdLst>
                  <a:gd name="connsiteX0" fmla="*/ 3355196 w 4373388"/>
                  <a:gd name="connsiteY0" fmla="*/ 402052 h 497066"/>
                  <a:gd name="connsiteX1" fmla="*/ 3450492 w 4373388"/>
                  <a:gd name="connsiteY1" fmla="*/ 402051 h 497066"/>
                  <a:gd name="connsiteX2" fmla="*/ 3302122 w 4373388"/>
                  <a:gd name="connsiteY2" fmla="*/ 466094 h 497066"/>
                  <a:gd name="connsiteX3" fmla="*/ 4271339 w 4373388"/>
                  <a:gd name="connsiteY3" fmla="*/ 3690 h 497066"/>
                  <a:gd name="connsiteX4" fmla="*/ 4373388 w 4373388"/>
                  <a:gd name="connsiteY4" fmla="*/ 3690 h 497066"/>
                  <a:gd name="connsiteX5" fmla="*/ 4214504 w 4373388"/>
                  <a:gd name="connsiteY5" fmla="*/ 72271 h 497066"/>
                  <a:gd name="connsiteX6" fmla="*/ 3049815 w 4373388"/>
                  <a:gd name="connsiteY6" fmla="*/ 402051 h 497066"/>
                  <a:gd name="connsiteX7" fmla="*/ 3195678 w 4373388"/>
                  <a:gd name="connsiteY7" fmla="*/ 402051 h 497066"/>
                  <a:gd name="connsiteX8" fmla="*/ 3116935 w 4373388"/>
                  <a:gd name="connsiteY8" fmla="*/ 497065 h 497066"/>
                  <a:gd name="connsiteX9" fmla="*/ 2971073 w 4373388"/>
                  <a:gd name="connsiteY9" fmla="*/ 497065 h 497066"/>
                  <a:gd name="connsiteX10" fmla="*/ 3965958 w 4373388"/>
                  <a:gd name="connsiteY10" fmla="*/ 3690 h 497066"/>
                  <a:gd name="connsiteX11" fmla="*/ 4111821 w 4373388"/>
                  <a:gd name="connsiteY11" fmla="*/ 3690 h 497066"/>
                  <a:gd name="connsiteX12" fmla="*/ 4033079 w 4373388"/>
                  <a:gd name="connsiteY12" fmla="*/ 98704 h 497066"/>
                  <a:gd name="connsiteX13" fmla="*/ 3887217 w 4373388"/>
                  <a:gd name="connsiteY13" fmla="*/ 98704 h 497066"/>
                  <a:gd name="connsiteX14" fmla="*/ 2744435 w 4373388"/>
                  <a:gd name="connsiteY14" fmla="*/ 402052 h 497066"/>
                  <a:gd name="connsiteX15" fmla="*/ 2890298 w 4373388"/>
                  <a:gd name="connsiteY15" fmla="*/ 402052 h 497066"/>
                  <a:gd name="connsiteX16" fmla="*/ 2811555 w 4373388"/>
                  <a:gd name="connsiteY16" fmla="*/ 497066 h 497066"/>
                  <a:gd name="connsiteX17" fmla="*/ 2665693 w 4373388"/>
                  <a:gd name="connsiteY17" fmla="*/ 497066 h 497066"/>
                  <a:gd name="connsiteX18" fmla="*/ 3660578 w 4373388"/>
                  <a:gd name="connsiteY18" fmla="*/ 3691 h 497066"/>
                  <a:gd name="connsiteX19" fmla="*/ 3806440 w 4373388"/>
                  <a:gd name="connsiteY19" fmla="*/ 3691 h 497066"/>
                  <a:gd name="connsiteX20" fmla="*/ 3727697 w 4373388"/>
                  <a:gd name="connsiteY20" fmla="*/ 98705 h 497066"/>
                  <a:gd name="connsiteX21" fmla="*/ 3581835 w 4373388"/>
                  <a:gd name="connsiteY21" fmla="*/ 98705 h 497066"/>
                  <a:gd name="connsiteX22" fmla="*/ 3355196 w 4373388"/>
                  <a:gd name="connsiteY22" fmla="*/ 3690 h 497066"/>
                  <a:gd name="connsiteX23" fmla="*/ 3501059 w 4373388"/>
                  <a:gd name="connsiteY23" fmla="*/ 3690 h 497066"/>
                  <a:gd name="connsiteX24" fmla="*/ 3422316 w 4373388"/>
                  <a:gd name="connsiteY24" fmla="*/ 98704 h 497066"/>
                  <a:gd name="connsiteX25" fmla="*/ 3276454 w 4373388"/>
                  <a:gd name="connsiteY25" fmla="*/ 98704 h 497066"/>
                  <a:gd name="connsiteX26" fmla="*/ 2438677 w 4373388"/>
                  <a:gd name="connsiteY26" fmla="*/ 398361 h 497066"/>
                  <a:gd name="connsiteX27" fmla="*/ 2493737 w 4373388"/>
                  <a:gd name="connsiteY27" fmla="*/ 398361 h 497066"/>
                  <a:gd name="connsiteX28" fmla="*/ 2493737 w 4373388"/>
                  <a:gd name="connsiteY28" fmla="*/ 402051 h 497066"/>
                  <a:gd name="connsiteX29" fmla="*/ 2584917 w 4373388"/>
                  <a:gd name="connsiteY29" fmla="*/ 402051 h 497066"/>
                  <a:gd name="connsiteX30" fmla="*/ 2506174 w 4373388"/>
                  <a:gd name="connsiteY30" fmla="*/ 497065 h 497066"/>
                  <a:gd name="connsiteX31" fmla="*/ 2360312 w 4373388"/>
                  <a:gd name="connsiteY31" fmla="*/ 497066 h 497066"/>
                  <a:gd name="connsiteX32" fmla="*/ 2363371 w 4373388"/>
                  <a:gd name="connsiteY32" fmla="*/ 493375 h 497066"/>
                  <a:gd name="connsiteX33" fmla="*/ 2359933 w 4373388"/>
                  <a:gd name="connsiteY33" fmla="*/ 493375 h 497066"/>
                  <a:gd name="connsiteX34" fmla="*/ 3049815 w 4373388"/>
                  <a:gd name="connsiteY34" fmla="*/ 3690 h 497066"/>
                  <a:gd name="connsiteX35" fmla="*/ 3195678 w 4373388"/>
                  <a:gd name="connsiteY35" fmla="*/ 3690 h 497066"/>
                  <a:gd name="connsiteX36" fmla="*/ 3116935 w 4373388"/>
                  <a:gd name="connsiteY36" fmla="*/ 98704 h 497066"/>
                  <a:gd name="connsiteX37" fmla="*/ 2971073 w 4373388"/>
                  <a:gd name="connsiteY37" fmla="*/ 98704 h 497066"/>
                  <a:gd name="connsiteX38" fmla="*/ 2133294 w 4373388"/>
                  <a:gd name="connsiteY38" fmla="*/ 398361 h 497066"/>
                  <a:gd name="connsiteX39" fmla="*/ 2279011 w 4373388"/>
                  <a:gd name="connsiteY39" fmla="*/ 398361 h 497066"/>
                  <a:gd name="connsiteX40" fmla="*/ 2275959 w 4373388"/>
                  <a:gd name="connsiteY40" fmla="*/ 402051 h 497066"/>
                  <a:gd name="connsiteX41" fmla="*/ 2279535 w 4373388"/>
                  <a:gd name="connsiteY41" fmla="*/ 402051 h 497066"/>
                  <a:gd name="connsiteX42" fmla="*/ 2200793 w 4373388"/>
                  <a:gd name="connsiteY42" fmla="*/ 497065 h 497066"/>
                  <a:gd name="connsiteX43" fmla="*/ 2117256 w 4373388"/>
                  <a:gd name="connsiteY43" fmla="*/ 497065 h 497066"/>
                  <a:gd name="connsiteX44" fmla="*/ 2117256 w 4373388"/>
                  <a:gd name="connsiteY44" fmla="*/ 493375 h 497066"/>
                  <a:gd name="connsiteX45" fmla="*/ 2054552 w 4373388"/>
                  <a:gd name="connsiteY45" fmla="*/ 493375 h 497066"/>
                  <a:gd name="connsiteX46" fmla="*/ 2744435 w 4373388"/>
                  <a:gd name="connsiteY46" fmla="*/ 3691 h 497066"/>
                  <a:gd name="connsiteX47" fmla="*/ 2890298 w 4373388"/>
                  <a:gd name="connsiteY47" fmla="*/ 3691 h 497066"/>
                  <a:gd name="connsiteX48" fmla="*/ 2811555 w 4373388"/>
                  <a:gd name="connsiteY48" fmla="*/ 98705 h 497066"/>
                  <a:gd name="connsiteX49" fmla="*/ 2665693 w 4373388"/>
                  <a:gd name="connsiteY49" fmla="*/ 98705 h 497066"/>
                  <a:gd name="connsiteX50" fmla="*/ 1827767 w 4373388"/>
                  <a:gd name="connsiteY50" fmla="*/ 398361 h 497066"/>
                  <a:gd name="connsiteX51" fmla="*/ 1973775 w 4373388"/>
                  <a:gd name="connsiteY51" fmla="*/ 398362 h 497066"/>
                  <a:gd name="connsiteX52" fmla="*/ 1895032 w 4373388"/>
                  <a:gd name="connsiteY52" fmla="*/ 493375 h 497066"/>
                  <a:gd name="connsiteX53" fmla="*/ 1749170 w 4373388"/>
                  <a:gd name="connsiteY53" fmla="*/ 493375 h 497066"/>
                  <a:gd name="connsiteX54" fmla="*/ 1522386 w 4373388"/>
                  <a:gd name="connsiteY54" fmla="*/ 398361 h 497066"/>
                  <a:gd name="connsiteX55" fmla="*/ 1668249 w 4373388"/>
                  <a:gd name="connsiteY55" fmla="*/ 398361 h 497066"/>
                  <a:gd name="connsiteX56" fmla="*/ 1589651 w 4373388"/>
                  <a:gd name="connsiteY56" fmla="*/ 493375 h 497066"/>
                  <a:gd name="connsiteX57" fmla="*/ 1443789 w 4373388"/>
                  <a:gd name="connsiteY57" fmla="*/ 493375 h 497066"/>
                  <a:gd name="connsiteX58" fmla="*/ 2438676 w 4373388"/>
                  <a:gd name="connsiteY58" fmla="*/ 0 h 497066"/>
                  <a:gd name="connsiteX59" fmla="*/ 2493737 w 4373388"/>
                  <a:gd name="connsiteY59" fmla="*/ 0 h 497066"/>
                  <a:gd name="connsiteX60" fmla="*/ 2493737 w 4373388"/>
                  <a:gd name="connsiteY60" fmla="*/ 3690 h 497066"/>
                  <a:gd name="connsiteX61" fmla="*/ 2584917 w 4373388"/>
                  <a:gd name="connsiteY61" fmla="*/ 3690 h 497066"/>
                  <a:gd name="connsiteX62" fmla="*/ 2506174 w 4373388"/>
                  <a:gd name="connsiteY62" fmla="*/ 98704 h 497066"/>
                  <a:gd name="connsiteX63" fmla="*/ 2360312 w 4373388"/>
                  <a:gd name="connsiteY63" fmla="*/ 98704 h 497066"/>
                  <a:gd name="connsiteX64" fmla="*/ 2363370 w 4373388"/>
                  <a:gd name="connsiteY64" fmla="*/ 95014 h 497066"/>
                  <a:gd name="connsiteX65" fmla="*/ 2359932 w 4373388"/>
                  <a:gd name="connsiteY65" fmla="*/ 95014 h 497066"/>
                  <a:gd name="connsiteX66" fmla="*/ 1217005 w 4373388"/>
                  <a:gd name="connsiteY66" fmla="*/ 398361 h 497066"/>
                  <a:gd name="connsiteX67" fmla="*/ 1362867 w 4373388"/>
                  <a:gd name="connsiteY67" fmla="*/ 398361 h 497066"/>
                  <a:gd name="connsiteX68" fmla="*/ 1284270 w 4373388"/>
                  <a:gd name="connsiteY68" fmla="*/ 493375 h 497066"/>
                  <a:gd name="connsiteX69" fmla="*/ 1138408 w 4373388"/>
                  <a:gd name="connsiteY69" fmla="*/ 493375 h 497066"/>
                  <a:gd name="connsiteX70" fmla="*/ 2133293 w 4373388"/>
                  <a:gd name="connsiteY70" fmla="*/ 0 h 497066"/>
                  <a:gd name="connsiteX71" fmla="*/ 2279010 w 4373388"/>
                  <a:gd name="connsiteY71" fmla="*/ 0 h 497066"/>
                  <a:gd name="connsiteX72" fmla="*/ 2275958 w 4373388"/>
                  <a:gd name="connsiteY72" fmla="*/ 3690 h 497066"/>
                  <a:gd name="connsiteX73" fmla="*/ 2279535 w 4373388"/>
                  <a:gd name="connsiteY73" fmla="*/ 3690 h 497066"/>
                  <a:gd name="connsiteX74" fmla="*/ 2200793 w 4373388"/>
                  <a:gd name="connsiteY74" fmla="*/ 98704 h 497066"/>
                  <a:gd name="connsiteX75" fmla="*/ 2117256 w 4373388"/>
                  <a:gd name="connsiteY75" fmla="*/ 98704 h 497066"/>
                  <a:gd name="connsiteX76" fmla="*/ 2117256 w 4373388"/>
                  <a:gd name="connsiteY76" fmla="*/ 95014 h 497066"/>
                  <a:gd name="connsiteX77" fmla="*/ 2054552 w 4373388"/>
                  <a:gd name="connsiteY77" fmla="*/ 95014 h 497066"/>
                  <a:gd name="connsiteX78" fmla="*/ 911624 w 4373388"/>
                  <a:gd name="connsiteY78" fmla="*/ 398361 h 497066"/>
                  <a:gd name="connsiteX79" fmla="*/ 1057487 w 4373388"/>
                  <a:gd name="connsiteY79" fmla="*/ 398361 h 497066"/>
                  <a:gd name="connsiteX80" fmla="*/ 978889 w 4373388"/>
                  <a:gd name="connsiteY80" fmla="*/ 493375 h 497066"/>
                  <a:gd name="connsiteX81" fmla="*/ 833027 w 4373388"/>
                  <a:gd name="connsiteY81" fmla="*/ 493375 h 497066"/>
                  <a:gd name="connsiteX82" fmla="*/ 1827767 w 4373388"/>
                  <a:gd name="connsiteY82" fmla="*/ 0 h 497066"/>
                  <a:gd name="connsiteX83" fmla="*/ 1973775 w 4373388"/>
                  <a:gd name="connsiteY83" fmla="*/ 0 h 497066"/>
                  <a:gd name="connsiteX84" fmla="*/ 1895032 w 4373388"/>
                  <a:gd name="connsiteY84" fmla="*/ 95014 h 497066"/>
                  <a:gd name="connsiteX85" fmla="*/ 1749170 w 4373388"/>
                  <a:gd name="connsiteY85" fmla="*/ 95014 h 497066"/>
                  <a:gd name="connsiteX86" fmla="*/ 606243 w 4373388"/>
                  <a:gd name="connsiteY86" fmla="*/ 398362 h 497066"/>
                  <a:gd name="connsiteX87" fmla="*/ 752106 w 4373388"/>
                  <a:gd name="connsiteY87" fmla="*/ 398362 h 497066"/>
                  <a:gd name="connsiteX88" fmla="*/ 673508 w 4373388"/>
                  <a:gd name="connsiteY88" fmla="*/ 493376 h 497066"/>
                  <a:gd name="connsiteX89" fmla="*/ 527646 w 4373388"/>
                  <a:gd name="connsiteY89" fmla="*/ 493376 h 497066"/>
                  <a:gd name="connsiteX90" fmla="*/ 1522385 w 4373388"/>
                  <a:gd name="connsiteY90" fmla="*/ 0 h 497066"/>
                  <a:gd name="connsiteX91" fmla="*/ 1668249 w 4373388"/>
                  <a:gd name="connsiteY91" fmla="*/ 0 h 497066"/>
                  <a:gd name="connsiteX92" fmla="*/ 1589650 w 4373388"/>
                  <a:gd name="connsiteY92" fmla="*/ 95014 h 497066"/>
                  <a:gd name="connsiteX93" fmla="*/ 1443790 w 4373388"/>
                  <a:gd name="connsiteY93" fmla="*/ 95014 h 497066"/>
                  <a:gd name="connsiteX94" fmla="*/ 300862 w 4373388"/>
                  <a:gd name="connsiteY94" fmla="*/ 398362 h 497066"/>
                  <a:gd name="connsiteX95" fmla="*/ 446724 w 4373388"/>
                  <a:gd name="connsiteY95" fmla="*/ 398362 h 497066"/>
                  <a:gd name="connsiteX96" fmla="*/ 368127 w 4373388"/>
                  <a:gd name="connsiteY96" fmla="*/ 493376 h 497066"/>
                  <a:gd name="connsiteX97" fmla="*/ 222265 w 4373388"/>
                  <a:gd name="connsiteY97" fmla="*/ 493376 h 497066"/>
                  <a:gd name="connsiteX98" fmla="*/ 1217005 w 4373388"/>
                  <a:gd name="connsiteY98" fmla="*/ 0 h 497066"/>
                  <a:gd name="connsiteX99" fmla="*/ 1362866 w 4373388"/>
                  <a:gd name="connsiteY99" fmla="*/ 0 h 497066"/>
                  <a:gd name="connsiteX100" fmla="*/ 1284270 w 4373388"/>
                  <a:gd name="connsiteY100" fmla="*/ 95014 h 497066"/>
                  <a:gd name="connsiteX101" fmla="*/ 1138408 w 4373388"/>
                  <a:gd name="connsiteY101" fmla="*/ 95014 h 497066"/>
                  <a:gd name="connsiteX102" fmla="*/ 911623 w 4373388"/>
                  <a:gd name="connsiteY102" fmla="*/ 0 h 497066"/>
                  <a:gd name="connsiteX103" fmla="*/ 1057487 w 4373388"/>
                  <a:gd name="connsiteY103" fmla="*/ 0 h 497066"/>
                  <a:gd name="connsiteX104" fmla="*/ 978888 w 4373388"/>
                  <a:gd name="connsiteY104" fmla="*/ 95014 h 497066"/>
                  <a:gd name="connsiteX105" fmla="*/ 833027 w 4373388"/>
                  <a:gd name="connsiteY105" fmla="*/ 95014 h 497066"/>
                  <a:gd name="connsiteX106" fmla="*/ 606243 w 4373388"/>
                  <a:gd name="connsiteY106" fmla="*/ 1 h 497066"/>
                  <a:gd name="connsiteX107" fmla="*/ 752106 w 4373388"/>
                  <a:gd name="connsiteY107" fmla="*/ 1 h 497066"/>
                  <a:gd name="connsiteX108" fmla="*/ 673508 w 4373388"/>
                  <a:gd name="connsiteY108" fmla="*/ 95015 h 497066"/>
                  <a:gd name="connsiteX109" fmla="*/ 527646 w 4373388"/>
                  <a:gd name="connsiteY109" fmla="*/ 95015 h 497066"/>
                  <a:gd name="connsiteX110" fmla="*/ 300861 w 4373388"/>
                  <a:gd name="connsiteY110" fmla="*/ 1 h 497066"/>
                  <a:gd name="connsiteX111" fmla="*/ 446724 w 4373388"/>
                  <a:gd name="connsiteY111" fmla="*/ 1 h 497066"/>
                  <a:gd name="connsiteX112" fmla="*/ 368126 w 4373388"/>
                  <a:gd name="connsiteY112" fmla="*/ 95015 h 497066"/>
                  <a:gd name="connsiteX113" fmla="*/ 222265 w 4373388"/>
                  <a:gd name="connsiteY113" fmla="*/ 95015 h 497066"/>
                  <a:gd name="connsiteX114" fmla="*/ 0 w 4373388"/>
                  <a:gd name="connsiteY114" fmla="*/ 0 h 497066"/>
                  <a:gd name="connsiteX115" fmla="*/ 141343 w 4373388"/>
                  <a:gd name="connsiteY115" fmla="*/ 0 h 497066"/>
                  <a:gd name="connsiteX116" fmla="*/ 62746 w 4373388"/>
                  <a:gd name="connsiteY116" fmla="*/ 95014 h 497066"/>
                  <a:gd name="connsiteX117" fmla="*/ 41012 w 4373388"/>
                  <a:gd name="connsiteY117" fmla="*/ 95014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4373388" h="497066">
                    <a:moveTo>
                      <a:pt x="3355196" y="402052"/>
                    </a:moveTo>
                    <a:lnTo>
                      <a:pt x="3450492" y="402051"/>
                    </a:lnTo>
                    <a:lnTo>
                      <a:pt x="3302122" y="466094"/>
                    </a:lnTo>
                    <a:close/>
                    <a:moveTo>
                      <a:pt x="4271339" y="3690"/>
                    </a:moveTo>
                    <a:lnTo>
                      <a:pt x="4373388" y="3690"/>
                    </a:lnTo>
                    <a:lnTo>
                      <a:pt x="4214504" y="72271"/>
                    </a:lnTo>
                    <a:close/>
                    <a:moveTo>
                      <a:pt x="3049815" y="402051"/>
                    </a:moveTo>
                    <a:lnTo>
                      <a:pt x="3195678" y="402051"/>
                    </a:lnTo>
                    <a:lnTo>
                      <a:pt x="3116935" y="497065"/>
                    </a:lnTo>
                    <a:lnTo>
                      <a:pt x="2971073" y="497065"/>
                    </a:lnTo>
                    <a:close/>
                    <a:moveTo>
                      <a:pt x="3965958" y="3690"/>
                    </a:moveTo>
                    <a:lnTo>
                      <a:pt x="4111821" y="3690"/>
                    </a:lnTo>
                    <a:lnTo>
                      <a:pt x="4033079" y="98704"/>
                    </a:lnTo>
                    <a:lnTo>
                      <a:pt x="3887217" y="98704"/>
                    </a:lnTo>
                    <a:close/>
                    <a:moveTo>
                      <a:pt x="2744435" y="402052"/>
                    </a:moveTo>
                    <a:lnTo>
                      <a:pt x="2890298" y="402052"/>
                    </a:lnTo>
                    <a:lnTo>
                      <a:pt x="2811555" y="497066"/>
                    </a:lnTo>
                    <a:lnTo>
                      <a:pt x="2665693" y="497066"/>
                    </a:lnTo>
                    <a:close/>
                    <a:moveTo>
                      <a:pt x="3660578" y="3691"/>
                    </a:moveTo>
                    <a:lnTo>
                      <a:pt x="3806440" y="3691"/>
                    </a:lnTo>
                    <a:lnTo>
                      <a:pt x="3727697" y="98705"/>
                    </a:lnTo>
                    <a:lnTo>
                      <a:pt x="3581835" y="98705"/>
                    </a:lnTo>
                    <a:close/>
                    <a:moveTo>
                      <a:pt x="3355196" y="3690"/>
                    </a:moveTo>
                    <a:lnTo>
                      <a:pt x="3501059" y="3690"/>
                    </a:lnTo>
                    <a:lnTo>
                      <a:pt x="3422316" y="98704"/>
                    </a:lnTo>
                    <a:lnTo>
                      <a:pt x="3276454" y="98704"/>
                    </a:lnTo>
                    <a:close/>
                    <a:moveTo>
                      <a:pt x="2438677" y="398361"/>
                    </a:moveTo>
                    <a:lnTo>
                      <a:pt x="2493737" y="398361"/>
                    </a:lnTo>
                    <a:lnTo>
                      <a:pt x="2493737" y="402051"/>
                    </a:lnTo>
                    <a:lnTo>
                      <a:pt x="2584917" y="402051"/>
                    </a:lnTo>
                    <a:lnTo>
                      <a:pt x="2506174" y="497065"/>
                    </a:lnTo>
                    <a:lnTo>
                      <a:pt x="2360312" y="497066"/>
                    </a:lnTo>
                    <a:lnTo>
                      <a:pt x="2363371" y="493375"/>
                    </a:lnTo>
                    <a:lnTo>
                      <a:pt x="2359933" y="493375"/>
                    </a:lnTo>
                    <a:close/>
                    <a:moveTo>
                      <a:pt x="3049815" y="3690"/>
                    </a:moveTo>
                    <a:lnTo>
                      <a:pt x="3195678" y="3690"/>
                    </a:lnTo>
                    <a:lnTo>
                      <a:pt x="3116935" y="98704"/>
                    </a:lnTo>
                    <a:lnTo>
                      <a:pt x="2971073" y="98704"/>
                    </a:lnTo>
                    <a:close/>
                    <a:moveTo>
                      <a:pt x="2133294" y="398361"/>
                    </a:moveTo>
                    <a:lnTo>
                      <a:pt x="2279011" y="398361"/>
                    </a:lnTo>
                    <a:lnTo>
                      <a:pt x="2275959" y="402051"/>
                    </a:lnTo>
                    <a:lnTo>
                      <a:pt x="2279535" y="402051"/>
                    </a:lnTo>
                    <a:lnTo>
                      <a:pt x="2200793" y="497065"/>
                    </a:lnTo>
                    <a:lnTo>
                      <a:pt x="2117256" y="497065"/>
                    </a:lnTo>
                    <a:lnTo>
                      <a:pt x="2117256" y="493375"/>
                    </a:lnTo>
                    <a:lnTo>
                      <a:pt x="2054552" y="493375"/>
                    </a:lnTo>
                    <a:close/>
                    <a:moveTo>
                      <a:pt x="2744435" y="3691"/>
                    </a:moveTo>
                    <a:lnTo>
                      <a:pt x="2890298" y="3691"/>
                    </a:lnTo>
                    <a:lnTo>
                      <a:pt x="2811555" y="98705"/>
                    </a:lnTo>
                    <a:lnTo>
                      <a:pt x="2665693" y="98705"/>
                    </a:lnTo>
                    <a:close/>
                    <a:moveTo>
                      <a:pt x="1827767" y="398361"/>
                    </a:moveTo>
                    <a:lnTo>
                      <a:pt x="1973775" y="398362"/>
                    </a:lnTo>
                    <a:lnTo>
                      <a:pt x="1895032" y="493375"/>
                    </a:lnTo>
                    <a:lnTo>
                      <a:pt x="1749170" y="493375"/>
                    </a:lnTo>
                    <a:close/>
                    <a:moveTo>
                      <a:pt x="1522386" y="398361"/>
                    </a:moveTo>
                    <a:lnTo>
                      <a:pt x="1668249" y="398361"/>
                    </a:lnTo>
                    <a:lnTo>
                      <a:pt x="1589651" y="493375"/>
                    </a:lnTo>
                    <a:lnTo>
                      <a:pt x="1443789" y="493375"/>
                    </a:lnTo>
                    <a:close/>
                    <a:moveTo>
                      <a:pt x="2438676" y="0"/>
                    </a:moveTo>
                    <a:lnTo>
                      <a:pt x="2493737" y="0"/>
                    </a:lnTo>
                    <a:lnTo>
                      <a:pt x="2493737" y="3690"/>
                    </a:lnTo>
                    <a:lnTo>
                      <a:pt x="2584917" y="3690"/>
                    </a:lnTo>
                    <a:lnTo>
                      <a:pt x="2506174" y="98704"/>
                    </a:lnTo>
                    <a:lnTo>
                      <a:pt x="2360312" y="98704"/>
                    </a:lnTo>
                    <a:lnTo>
                      <a:pt x="2363370" y="95014"/>
                    </a:lnTo>
                    <a:lnTo>
                      <a:pt x="2359932" y="95014"/>
                    </a:lnTo>
                    <a:close/>
                    <a:moveTo>
                      <a:pt x="1217005" y="398361"/>
                    </a:moveTo>
                    <a:lnTo>
                      <a:pt x="1362867" y="398361"/>
                    </a:lnTo>
                    <a:lnTo>
                      <a:pt x="1284270" y="493375"/>
                    </a:lnTo>
                    <a:lnTo>
                      <a:pt x="1138408" y="493375"/>
                    </a:lnTo>
                    <a:close/>
                    <a:moveTo>
                      <a:pt x="2133293" y="0"/>
                    </a:moveTo>
                    <a:lnTo>
                      <a:pt x="2279010" y="0"/>
                    </a:lnTo>
                    <a:lnTo>
                      <a:pt x="2275958" y="3690"/>
                    </a:lnTo>
                    <a:lnTo>
                      <a:pt x="2279535" y="3690"/>
                    </a:lnTo>
                    <a:lnTo>
                      <a:pt x="2200793" y="98704"/>
                    </a:lnTo>
                    <a:lnTo>
                      <a:pt x="2117256" y="98704"/>
                    </a:lnTo>
                    <a:lnTo>
                      <a:pt x="2117256" y="95014"/>
                    </a:lnTo>
                    <a:lnTo>
                      <a:pt x="2054552" y="95014"/>
                    </a:lnTo>
                    <a:close/>
                    <a:moveTo>
                      <a:pt x="911624" y="398361"/>
                    </a:moveTo>
                    <a:lnTo>
                      <a:pt x="1057487" y="398361"/>
                    </a:lnTo>
                    <a:lnTo>
                      <a:pt x="978889" y="493375"/>
                    </a:lnTo>
                    <a:lnTo>
                      <a:pt x="833027" y="493375"/>
                    </a:lnTo>
                    <a:close/>
                    <a:moveTo>
                      <a:pt x="1827767" y="0"/>
                    </a:moveTo>
                    <a:lnTo>
                      <a:pt x="1973775" y="0"/>
                    </a:lnTo>
                    <a:lnTo>
                      <a:pt x="1895032" y="95014"/>
                    </a:lnTo>
                    <a:lnTo>
                      <a:pt x="1749170" y="95014"/>
                    </a:lnTo>
                    <a:close/>
                    <a:moveTo>
                      <a:pt x="606243" y="398362"/>
                    </a:moveTo>
                    <a:lnTo>
                      <a:pt x="752106" y="398362"/>
                    </a:lnTo>
                    <a:lnTo>
                      <a:pt x="673508" y="493376"/>
                    </a:lnTo>
                    <a:lnTo>
                      <a:pt x="527646" y="493376"/>
                    </a:lnTo>
                    <a:close/>
                    <a:moveTo>
                      <a:pt x="1522385" y="0"/>
                    </a:moveTo>
                    <a:lnTo>
                      <a:pt x="1668249" y="0"/>
                    </a:lnTo>
                    <a:lnTo>
                      <a:pt x="1589650" y="95014"/>
                    </a:lnTo>
                    <a:lnTo>
                      <a:pt x="1443790" y="95014"/>
                    </a:lnTo>
                    <a:close/>
                    <a:moveTo>
                      <a:pt x="300862" y="398362"/>
                    </a:moveTo>
                    <a:lnTo>
                      <a:pt x="446724" y="398362"/>
                    </a:lnTo>
                    <a:lnTo>
                      <a:pt x="368127" y="493376"/>
                    </a:lnTo>
                    <a:lnTo>
                      <a:pt x="222265" y="493376"/>
                    </a:lnTo>
                    <a:close/>
                    <a:moveTo>
                      <a:pt x="1217005" y="0"/>
                    </a:moveTo>
                    <a:lnTo>
                      <a:pt x="1362866" y="0"/>
                    </a:lnTo>
                    <a:lnTo>
                      <a:pt x="1284270" y="95014"/>
                    </a:lnTo>
                    <a:lnTo>
                      <a:pt x="1138408" y="95014"/>
                    </a:lnTo>
                    <a:close/>
                    <a:moveTo>
                      <a:pt x="911623" y="0"/>
                    </a:moveTo>
                    <a:lnTo>
                      <a:pt x="1057487" y="0"/>
                    </a:lnTo>
                    <a:lnTo>
                      <a:pt x="978888" y="95014"/>
                    </a:lnTo>
                    <a:lnTo>
                      <a:pt x="833027" y="95014"/>
                    </a:lnTo>
                    <a:close/>
                    <a:moveTo>
                      <a:pt x="606243" y="1"/>
                    </a:moveTo>
                    <a:lnTo>
                      <a:pt x="752106" y="1"/>
                    </a:lnTo>
                    <a:lnTo>
                      <a:pt x="673508" y="95015"/>
                    </a:lnTo>
                    <a:lnTo>
                      <a:pt x="527646" y="95015"/>
                    </a:lnTo>
                    <a:close/>
                    <a:moveTo>
                      <a:pt x="300861" y="1"/>
                    </a:moveTo>
                    <a:lnTo>
                      <a:pt x="446724" y="1"/>
                    </a:lnTo>
                    <a:lnTo>
                      <a:pt x="368126" y="95015"/>
                    </a:lnTo>
                    <a:lnTo>
                      <a:pt x="222265" y="95015"/>
                    </a:lnTo>
                    <a:close/>
                    <a:moveTo>
                      <a:pt x="0" y="0"/>
                    </a:moveTo>
                    <a:lnTo>
                      <a:pt x="141343" y="0"/>
                    </a:lnTo>
                    <a:lnTo>
                      <a:pt x="62746" y="95014"/>
                    </a:lnTo>
                    <a:lnTo>
                      <a:pt x="41012" y="95014"/>
                    </a:lnTo>
                    <a:close/>
                  </a:path>
                </a:pathLst>
              </a:custGeom>
              <a:solidFill>
                <a:srgbClr val="231F20"/>
              </a:solidFill>
              <a:ln w="14523" cap="flat">
                <a:noFill/>
                <a:prstDash val="solid"/>
                <a:miter/>
              </a:ln>
            </p:spPr>
            <p:txBody>
              <a:bodyPr rtlCol="0" anchor="ctr"/>
              <a:lstStyle/>
              <a:p>
                <a:endParaRPr lang="en-US"/>
              </a:p>
            </p:txBody>
          </p:sp>
        </p:grpSp>
        <p:grpSp>
          <p:nvGrpSpPr>
            <p:cNvPr id="1146" name="Group 1145">
              <a:extLst>
                <a:ext uri="{FF2B5EF4-FFF2-40B4-BE49-F238E27FC236}">
                  <a16:creationId xmlns:a16="http://schemas.microsoft.com/office/drawing/2014/main" id="{5F44A4A5-E010-037D-2EE2-D43C639B1697}"/>
                </a:ext>
              </a:extLst>
            </p:cNvPr>
            <p:cNvGrpSpPr/>
            <p:nvPr/>
          </p:nvGrpSpPr>
          <p:grpSpPr>
            <a:xfrm>
              <a:off x="3477182" y="6067102"/>
              <a:ext cx="8829214" cy="497646"/>
              <a:chOff x="3477182" y="6067102"/>
              <a:chExt cx="8829214" cy="497646"/>
            </a:xfrm>
            <a:effectLst>
              <a:outerShdw blurRad="114300" sx="102000" sy="102000" algn="ctr" rotWithShape="0">
                <a:prstClr val="black">
                  <a:alpha val="40000"/>
                </a:prstClr>
              </a:outerShdw>
            </a:effectLst>
          </p:grpSpPr>
          <p:sp>
            <p:nvSpPr>
              <p:cNvPr id="1145" name="Freeform: Shape 1144">
                <a:extLst>
                  <a:ext uri="{FF2B5EF4-FFF2-40B4-BE49-F238E27FC236}">
                    <a16:creationId xmlns:a16="http://schemas.microsoft.com/office/drawing/2014/main" id="{27ADBB90-2962-8052-4739-BBD0F7D4AC83}"/>
                  </a:ext>
                </a:extLst>
              </p:cNvPr>
              <p:cNvSpPr/>
              <p:nvPr/>
            </p:nvSpPr>
            <p:spPr>
              <a:xfrm rot="20983922">
                <a:off x="3477182" y="6067102"/>
                <a:ext cx="8829214" cy="497646"/>
              </a:xfrm>
              <a:custGeom>
                <a:avLst/>
                <a:gdLst>
                  <a:gd name="connsiteX0" fmla="*/ 8829214 w 8829214"/>
                  <a:gd name="connsiteY0" fmla="*/ 3690 h 497646"/>
                  <a:gd name="connsiteX1" fmla="*/ 8739732 w 8829214"/>
                  <a:gd name="connsiteY1" fmla="*/ 497646 h 497646"/>
                  <a:gd name="connsiteX2" fmla="*/ 3859352 w 8829214"/>
                  <a:gd name="connsiteY2" fmla="*/ 497646 h 497646"/>
                  <a:gd name="connsiteX3" fmla="*/ 3859352 w 8829214"/>
                  <a:gd name="connsiteY3" fmla="*/ 493956 h 497646"/>
                  <a:gd name="connsiteX4" fmla="*/ 2726728 w 8829214"/>
                  <a:gd name="connsiteY4" fmla="*/ 493956 h 497646"/>
                  <a:gd name="connsiteX5" fmla="*/ 0 w 8829214"/>
                  <a:gd name="connsiteY5" fmla="*/ 0 h 497646"/>
                  <a:gd name="connsiteX6" fmla="*/ 4233947 w 8829214"/>
                  <a:gd name="connsiteY6" fmla="*/ 0 h 497646"/>
                  <a:gd name="connsiteX7" fmla="*/ 4233946 w 8829214"/>
                  <a:gd name="connsiteY7" fmla="*/ 3690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29214" h="497646">
                    <a:moveTo>
                      <a:pt x="8829214" y="3690"/>
                    </a:moveTo>
                    <a:lnTo>
                      <a:pt x="8739732" y="497646"/>
                    </a:lnTo>
                    <a:lnTo>
                      <a:pt x="3859352" y="497646"/>
                    </a:lnTo>
                    <a:lnTo>
                      <a:pt x="3859352" y="493956"/>
                    </a:lnTo>
                    <a:lnTo>
                      <a:pt x="2726728" y="493956"/>
                    </a:lnTo>
                    <a:lnTo>
                      <a:pt x="0" y="0"/>
                    </a:lnTo>
                    <a:lnTo>
                      <a:pt x="4233947" y="0"/>
                    </a:lnTo>
                    <a:lnTo>
                      <a:pt x="4233946" y="3690"/>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142" name="Freeform: Shape 1141">
                <a:extLst>
                  <a:ext uri="{FF2B5EF4-FFF2-40B4-BE49-F238E27FC236}">
                    <a16:creationId xmlns:a16="http://schemas.microsoft.com/office/drawing/2014/main" id="{D04F82F6-C139-F737-47F9-96C3D711C51F}"/>
                  </a:ext>
                </a:extLst>
              </p:cNvPr>
              <p:cNvSpPr/>
              <p:nvPr/>
            </p:nvSpPr>
            <p:spPr>
              <a:xfrm rot="20983922">
                <a:off x="3480410" y="6067401"/>
                <a:ext cx="8825909" cy="497066"/>
              </a:xfrm>
              <a:custGeom>
                <a:avLst/>
                <a:gdLst>
                  <a:gd name="connsiteX0" fmla="*/ 47954 w 8825909"/>
                  <a:gd name="connsiteY0" fmla="*/ 0 h 497066"/>
                  <a:gd name="connsiteX1" fmla="*/ 41695 w 8825909"/>
                  <a:gd name="connsiteY1" fmla="*/ 7553 h 497066"/>
                  <a:gd name="connsiteX2" fmla="*/ 0 w 8825909"/>
                  <a:gd name="connsiteY2" fmla="*/ 0 h 497066"/>
                  <a:gd name="connsiteX3" fmla="*/ 2491003 w 8825909"/>
                  <a:gd name="connsiteY3" fmla="*/ 398362 h 497066"/>
                  <a:gd name="connsiteX4" fmla="*/ 2452952 w 8825909"/>
                  <a:gd name="connsiteY4" fmla="*/ 444361 h 497066"/>
                  <a:gd name="connsiteX5" fmla="*/ 2326099 w 8825909"/>
                  <a:gd name="connsiteY5" fmla="*/ 421381 h 497066"/>
                  <a:gd name="connsiteX6" fmla="*/ 2345140 w 8825909"/>
                  <a:gd name="connsiteY6" fmla="*/ 398362 h 497066"/>
                  <a:gd name="connsiteX7" fmla="*/ 353336 w 8825909"/>
                  <a:gd name="connsiteY7" fmla="*/ 0 h 497066"/>
                  <a:gd name="connsiteX8" fmla="*/ 307213 w 8825909"/>
                  <a:gd name="connsiteY8" fmla="*/ 55653 h 497066"/>
                  <a:gd name="connsiteX9" fmla="*/ 180390 w 8825909"/>
                  <a:gd name="connsiteY9" fmla="*/ 32678 h 497066"/>
                  <a:gd name="connsiteX10" fmla="*/ 207472 w 8825909"/>
                  <a:gd name="connsiteY10" fmla="*/ 0 h 497066"/>
                  <a:gd name="connsiteX11" fmla="*/ 2796384 w 8825909"/>
                  <a:gd name="connsiteY11" fmla="*/ 398361 h 497066"/>
                  <a:gd name="connsiteX12" fmla="*/ 2718533 w 8825909"/>
                  <a:gd name="connsiteY12" fmla="*/ 492471 h 497066"/>
                  <a:gd name="connsiteX13" fmla="*/ 2591681 w 8825909"/>
                  <a:gd name="connsiteY13" fmla="*/ 469492 h 497066"/>
                  <a:gd name="connsiteX14" fmla="*/ 2650521 w 8825909"/>
                  <a:gd name="connsiteY14" fmla="*/ 398361 h 497066"/>
                  <a:gd name="connsiteX15" fmla="*/ 658717 w 8825909"/>
                  <a:gd name="connsiteY15" fmla="*/ 1 h 497066"/>
                  <a:gd name="connsiteX16" fmla="*/ 579974 w 8825909"/>
                  <a:gd name="connsiteY16" fmla="*/ 95015 h 497066"/>
                  <a:gd name="connsiteX17" fmla="*/ 524500 w 8825909"/>
                  <a:gd name="connsiteY17" fmla="*/ 95015 h 497066"/>
                  <a:gd name="connsiteX18" fmla="*/ 445911 w 8825909"/>
                  <a:gd name="connsiteY18" fmla="*/ 80778 h 497066"/>
                  <a:gd name="connsiteX19" fmla="*/ 512854 w 8825909"/>
                  <a:gd name="connsiteY19" fmla="*/ 1 h 497066"/>
                  <a:gd name="connsiteX20" fmla="*/ 3101764 w 8825909"/>
                  <a:gd name="connsiteY20" fmla="*/ 398361 h 497066"/>
                  <a:gd name="connsiteX21" fmla="*/ 3023167 w 8825909"/>
                  <a:gd name="connsiteY21" fmla="*/ 493375 h 497066"/>
                  <a:gd name="connsiteX22" fmla="*/ 2877305 w 8825909"/>
                  <a:gd name="connsiteY22" fmla="*/ 493375 h 497066"/>
                  <a:gd name="connsiteX23" fmla="*/ 2955902 w 8825909"/>
                  <a:gd name="connsiteY23" fmla="*/ 398361 h 497066"/>
                  <a:gd name="connsiteX24" fmla="*/ 964095 w 8825909"/>
                  <a:gd name="connsiteY24" fmla="*/ 0 h 497066"/>
                  <a:gd name="connsiteX25" fmla="*/ 885353 w 8825909"/>
                  <a:gd name="connsiteY25" fmla="*/ 95014 h 497066"/>
                  <a:gd name="connsiteX26" fmla="*/ 739492 w 8825909"/>
                  <a:gd name="connsiteY26" fmla="*/ 95014 h 497066"/>
                  <a:gd name="connsiteX27" fmla="*/ 818233 w 8825909"/>
                  <a:gd name="connsiteY27" fmla="*/ 0 h 497066"/>
                  <a:gd name="connsiteX28" fmla="*/ 3407146 w 8825909"/>
                  <a:gd name="connsiteY28" fmla="*/ 398361 h 497066"/>
                  <a:gd name="connsiteX29" fmla="*/ 3328548 w 8825909"/>
                  <a:gd name="connsiteY29" fmla="*/ 493375 h 497066"/>
                  <a:gd name="connsiteX30" fmla="*/ 3182686 w 8825909"/>
                  <a:gd name="connsiteY30" fmla="*/ 493375 h 497066"/>
                  <a:gd name="connsiteX31" fmla="*/ 3261283 w 8825909"/>
                  <a:gd name="connsiteY31" fmla="*/ 398361 h 497066"/>
                  <a:gd name="connsiteX32" fmla="*/ 1269477 w 8825909"/>
                  <a:gd name="connsiteY32" fmla="*/ 1 h 497066"/>
                  <a:gd name="connsiteX33" fmla="*/ 1190881 w 8825909"/>
                  <a:gd name="connsiteY33" fmla="*/ 95015 h 497066"/>
                  <a:gd name="connsiteX34" fmla="*/ 1044872 w 8825909"/>
                  <a:gd name="connsiteY34" fmla="*/ 95015 h 497066"/>
                  <a:gd name="connsiteX35" fmla="*/ 1123613 w 8825909"/>
                  <a:gd name="connsiteY35" fmla="*/ 1 h 497066"/>
                  <a:gd name="connsiteX36" fmla="*/ 3712671 w 8825909"/>
                  <a:gd name="connsiteY36" fmla="*/ 398362 h 497066"/>
                  <a:gd name="connsiteX37" fmla="*/ 3633929 w 8825909"/>
                  <a:gd name="connsiteY37" fmla="*/ 493375 h 497066"/>
                  <a:gd name="connsiteX38" fmla="*/ 3488067 w 8825909"/>
                  <a:gd name="connsiteY38" fmla="*/ 493375 h 497066"/>
                  <a:gd name="connsiteX39" fmla="*/ 3566664 w 8825909"/>
                  <a:gd name="connsiteY39" fmla="*/ 398361 h 497066"/>
                  <a:gd name="connsiteX40" fmla="*/ 1574858 w 8825909"/>
                  <a:gd name="connsiteY40" fmla="*/ 1 h 497066"/>
                  <a:gd name="connsiteX41" fmla="*/ 1496117 w 8825909"/>
                  <a:gd name="connsiteY41" fmla="*/ 95014 h 497066"/>
                  <a:gd name="connsiteX42" fmla="*/ 1350400 w 8825909"/>
                  <a:gd name="connsiteY42" fmla="*/ 95015 h 497066"/>
                  <a:gd name="connsiteX43" fmla="*/ 1428997 w 8825909"/>
                  <a:gd name="connsiteY43" fmla="*/ 1 h 497066"/>
                  <a:gd name="connsiteX44" fmla="*/ 4017907 w 8825909"/>
                  <a:gd name="connsiteY44" fmla="*/ 398361 h 497066"/>
                  <a:gd name="connsiteX45" fmla="*/ 4014855 w 8825909"/>
                  <a:gd name="connsiteY45" fmla="*/ 402051 h 497066"/>
                  <a:gd name="connsiteX46" fmla="*/ 4018431 w 8825909"/>
                  <a:gd name="connsiteY46" fmla="*/ 402051 h 497066"/>
                  <a:gd name="connsiteX47" fmla="*/ 3939689 w 8825909"/>
                  <a:gd name="connsiteY47" fmla="*/ 497065 h 497066"/>
                  <a:gd name="connsiteX48" fmla="*/ 3856152 w 8825909"/>
                  <a:gd name="connsiteY48" fmla="*/ 497065 h 497066"/>
                  <a:gd name="connsiteX49" fmla="*/ 3856152 w 8825909"/>
                  <a:gd name="connsiteY49" fmla="*/ 493375 h 497066"/>
                  <a:gd name="connsiteX50" fmla="*/ 3793449 w 8825909"/>
                  <a:gd name="connsiteY50" fmla="*/ 493375 h 497066"/>
                  <a:gd name="connsiteX51" fmla="*/ 3872191 w 8825909"/>
                  <a:gd name="connsiteY51" fmla="*/ 398361 h 497066"/>
                  <a:gd name="connsiteX52" fmla="*/ 1880240 w 8825909"/>
                  <a:gd name="connsiteY52" fmla="*/ 0 h 497066"/>
                  <a:gd name="connsiteX53" fmla="*/ 1801643 w 8825909"/>
                  <a:gd name="connsiteY53" fmla="*/ 95014 h 497066"/>
                  <a:gd name="connsiteX54" fmla="*/ 1655780 w 8825909"/>
                  <a:gd name="connsiteY54" fmla="*/ 95014 h 497066"/>
                  <a:gd name="connsiteX55" fmla="*/ 1734378 w 8825909"/>
                  <a:gd name="connsiteY55" fmla="*/ 0 h 497066"/>
                  <a:gd name="connsiteX56" fmla="*/ 4323813 w 8825909"/>
                  <a:gd name="connsiteY56" fmla="*/ 402051 h 497066"/>
                  <a:gd name="connsiteX57" fmla="*/ 4245070 w 8825909"/>
                  <a:gd name="connsiteY57" fmla="*/ 497065 h 497066"/>
                  <a:gd name="connsiteX58" fmla="*/ 4099208 w 8825909"/>
                  <a:gd name="connsiteY58" fmla="*/ 497066 h 497066"/>
                  <a:gd name="connsiteX59" fmla="*/ 4102267 w 8825909"/>
                  <a:gd name="connsiteY59" fmla="*/ 493375 h 497066"/>
                  <a:gd name="connsiteX60" fmla="*/ 4098829 w 8825909"/>
                  <a:gd name="connsiteY60" fmla="*/ 493375 h 497066"/>
                  <a:gd name="connsiteX61" fmla="*/ 4177574 w 8825909"/>
                  <a:gd name="connsiteY61" fmla="*/ 398361 h 497066"/>
                  <a:gd name="connsiteX62" fmla="*/ 4232634 w 8825909"/>
                  <a:gd name="connsiteY62" fmla="*/ 398361 h 497066"/>
                  <a:gd name="connsiteX63" fmla="*/ 4232634 w 8825909"/>
                  <a:gd name="connsiteY63" fmla="*/ 402051 h 497066"/>
                  <a:gd name="connsiteX64" fmla="*/ 2185621 w 8825909"/>
                  <a:gd name="connsiteY64" fmla="*/ 1 h 497066"/>
                  <a:gd name="connsiteX65" fmla="*/ 2107022 w 8825909"/>
                  <a:gd name="connsiteY65" fmla="*/ 95015 h 497066"/>
                  <a:gd name="connsiteX66" fmla="*/ 1961161 w 8825909"/>
                  <a:gd name="connsiteY66" fmla="*/ 95015 h 497066"/>
                  <a:gd name="connsiteX67" fmla="*/ 2039758 w 8825909"/>
                  <a:gd name="connsiteY67" fmla="*/ 1 h 497066"/>
                  <a:gd name="connsiteX68" fmla="*/ 4629194 w 8825909"/>
                  <a:gd name="connsiteY68" fmla="*/ 402052 h 497066"/>
                  <a:gd name="connsiteX69" fmla="*/ 4550451 w 8825909"/>
                  <a:gd name="connsiteY69" fmla="*/ 497066 h 497066"/>
                  <a:gd name="connsiteX70" fmla="*/ 4404589 w 8825909"/>
                  <a:gd name="connsiteY70" fmla="*/ 497066 h 497066"/>
                  <a:gd name="connsiteX71" fmla="*/ 4483331 w 8825909"/>
                  <a:gd name="connsiteY71" fmla="*/ 402052 h 497066"/>
                  <a:gd name="connsiteX72" fmla="*/ 2491002 w 8825909"/>
                  <a:gd name="connsiteY72" fmla="*/ 1 h 497066"/>
                  <a:gd name="connsiteX73" fmla="*/ 2412405 w 8825909"/>
                  <a:gd name="connsiteY73" fmla="*/ 95015 h 497066"/>
                  <a:gd name="connsiteX74" fmla="*/ 2266543 w 8825909"/>
                  <a:gd name="connsiteY74" fmla="*/ 95015 h 497066"/>
                  <a:gd name="connsiteX75" fmla="*/ 2345140 w 8825909"/>
                  <a:gd name="connsiteY75" fmla="*/ 1 h 497066"/>
                  <a:gd name="connsiteX76" fmla="*/ 4934575 w 8825909"/>
                  <a:gd name="connsiteY76" fmla="*/ 402051 h 497066"/>
                  <a:gd name="connsiteX77" fmla="*/ 4855831 w 8825909"/>
                  <a:gd name="connsiteY77" fmla="*/ 497065 h 497066"/>
                  <a:gd name="connsiteX78" fmla="*/ 4709969 w 8825909"/>
                  <a:gd name="connsiteY78" fmla="*/ 497065 h 497066"/>
                  <a:gd name="connsiteX79" fmla="*/ 4788711 w 8825909"/>
                  <a:gd name="connsiteY79" fmla="*/ 402051 h 497066"/>
                  <a:gd name="connsiteX80" fmla="*/ 2796384 w 8825909"/>
                  <a:gd name="connsiteY80" fmla="*/ 0 h 497066"/>
                  <a:gd name="connsiteX81" fmla="*/ 2717785 w 8825909"/>
                  <a:gd name="connsiteY81" fmla="*/ 95014 h 497066"/>
                  <a:gd name="connsiteX82" fmla="*/ 2571924 w 8825909"/>
                  <a:gd name="connsiteY82" fmla="*/ 95014 h 497066"/>
                  <a:gd name="connsiteX83" fmla="*/ 2650520 w 8825909"/>
                  <a:gd name="connsiteY83" fmla="*/ 0 h 497066"/>
                  <a:gd name="connsiteX84" fmla="*/ 5239955 w 8825909"/>
                  <a:gd name="connsiteY84" fmla="*/ 402051 h 497066"/>
                  <a:gd name="connsiteX85" fmla="*/ 5161212 w 8825909"/>
                  <a:gd name="connsiteY85" fmla="*/ 497065 h 497066"/>
                  <a:gd name="connsiteX86" fmla="*/ 5015350 w 8825909"/>
                  <a:gd name="connsiteY86" fmla="*/ 497066 h 497066"/>
                  <a:gd name="connsiteX87" fmla="*/ 5094092 w 8825909"/>
                  <a:gd name="connsiteY87" fmla="*/ 402052 h 497066"/>
                  <a:gd name="connsiteX88" fmla="*/ 3101762 w 8825909"/>
                  <a:gd name="connsiteY88" fmla="*/ 0 h 497066"/>
                  <a:gd name="connsiteX89" fmla="*/ 3023167 w 8825909"/>
                  <a:gd name="connsiteY89" fmla="*/ 95014 h 497066"/>
                  <a:gd name="connsiteX90" fmla="*/ 2877305 w 8825909"/>
                  <a:gd name="connsiteY90" fmla="*/ 95014 h 497066"/>
                  <a:gd name="connsiteX91" fmla="*/ 2955902 w 8825909"/>
                  <a:gd name="connsiteY91" fmla="*/ 0 h 497066"/>
                  <a:gd name="connsiteX92" fmla="*/ 5545336 w 8825909"/>
                  <a:gd name="connsiteY92" fmla="*/ 402052 h 497066"/>
                  <a:gd name="connsiteX93" fmla="*/ 5466593 w 8825909"/>
                  <a:gd name="connsiteY93" fmla="*/ 497066 h 497066"/>
                  <a:gd name="connsiteX94" fmla="*/ 5320731 w 8825909"/>
                  <a:gd name="connsiteY94" fmla="*/ 497066 h 497066"/>
                  <a:gd name="connsiteX95" fmla="*/ 5399474 w 8825909"/>
                  <a:gd name="connsiteY95" fmla="*/ 402052 h 497066"/>
                  <a:gd name="connsiteX96" fmla="*/ 3407146 w 8825909"/>
                  <a:gd name="connsiteY96" fmla="*/ 0 h 497066"/>
                  <a:gd name="connsiteX97" fmla="*/ 3328546 w 8825909"/>
                  <a:gd name="connsiteY97" fmla="*/ 95014 h 497066"/>
                  <a:gd name="connsiteX98" fmla="*/ 3182687 w 8825909"/>
                  <a:gd name="connsiteY98" fmla="*/ 95014 h 497066"/>
                  <a:gd name="connsiteX99" fmla="*/ 3261282 w 8825909"/>
                  <a:gd name="connsiteY99" fmla="*/ 0 h 497066"/>
                  <a:gd name="connsiteX100" fmla="*/ 5850717 w 8825909"/>
                  <a:gd name="connsiteY100" fmla="*/ 402051 h 497066"/>
                  <a:gd name="connsiteX101" fmla="*/ 5771974 w 8825909"/>
                  <a:gd name="connsiteY101" fmla="*/ 497065 h 497066"/>
                  <a:gd name="connsiteX102" fmla="*/ 5626113 w 8825909"/>
                  <a:gd name="connsiteY102" fmla="*/ 497065 h 497066"/>
                  <a:gd name="connsiteX103" fmla="*/ 5704855 w 8825909"/>
                  <a:gd name="connsiteY103" fmla="*/ 402051 h 497066"/>
                  <a:gd name="connsiteX104" fmla="*/ 3712672 w 8825909"/>
                  <a:gd name="connsiteY104" fmla="*/ 0 h 497066"/>
                  <a:gd name="connsiteX105" fmla="*/ 3633929 w 8825909"/>
                  <a:gd name="connsiteY105" fmla="*/ 95014 h 497066"/>
                  <a:gd name="connsiteX106" fmla="*/ 3488067 w 8825909"/>
                  <a:gd name="connsiteY106" fmla="*/ 95014 h 497066"/>
                  <a:gd name="connsiteX107" fmla="*/ 3566663 w 8825909"/>
                  <a:gd name="connsiteY107" fmla="*/ 0 h 497066"/>
                  <a:gd name="connsiteX108" fmla="*/ 6156099 w 8825909"/>
                  <a:gd name="connsiteY108" fmla="*/ 402051 h 497066"/>
                  <a:gd name="connsiteX109" fmla="*/ 6077356 w 8825909"/>
                  <a:gd name="connsiteY109" fmla="*/ 497065 h 497066"/>
                  <a:gd name="connsiteX110" fmla="*/ 5931494 w 8825909"/>
                  <a:gd name="connsiteY110" fmla="*/ 497065 h 497066"/>
                  <a:gd name="connsiteX111" fmla="*/ 6010236 w 8825909"/>
                  <a:gd name="connsiteY111" fmla="*/ 402051 h 497066"/>
                  <a:gd name="connsiteX112" fmla="*/ 4017907 w 8825909"/>
                  <a:gd name="connsiteY112" fmla="*/ 0 h 497066"/>
                  <a:gd name="connsiteX113" fmla="*/ 4014855 w 8825909"/>
                  <a:gd name="connsiteY113" fmla="*/ 3690 h 497066"/>
                  <a:gd name="connsiteX114" fmla="*/ 4018431 w 8825909"/>
                  <a:gd name="connsiteY114" fmla="*/ 3690 h 497066"/>
                  <a:gd name="connsiteX115" fmla="*/ 3939689 w 8825909"/>
                  <a:gd name="connsiteY115" fmla="*/ 98704 h 497066"/>
                  <a:gd name="connsiteX116" fmla="*/ 3856152 w 8825909"/>
                  <a:gd name="connsiteY116" fmla="*/ 98704 h 497066"/>
                  <a:gd name="connsiteX117" fmla="*/ 3856152 w 8825909"/>
                  <a:gd name="connsiteY117" fmla="*/ 95014 h 497066"/>
                  <a:gd name="connsiteX118" fmla="*/ 3793448 w 8825909"/>
                  <a:gd name="connsiteY118" fmla="*/ 95014 h 497066"/>
                  <a:gd name="connsiteX119" fmla="*/ 3872189 w 8825909"/>
                  <a:gd name="connsiteY119" fmla="*/ 0 h 497066"/>
                  <a:gd name="connsiteX120" fmla="*/ 6461480 w 8825909"/>
                  <a:gd name="connsiteY120" fmla="*/ 402051 h 497066"/>
                  <a:gd name="connsiteX121" fmla="*/ 6382737 w 8825909"/>
                  <a:gd name="connsiteY121" fmla="*/ 497066 h 497066"/>
                  <a:gd name="connsiteX122" fmla="*/ 6236875 w 8825909"/>
                  <a:gd name="connsiteY122" fmla="*/ 497065 h 497066"/>
                  <a:gd name="connsiteX123" fmla="*/ 6315617 w 8825909"/>
                  <a:gd name="connsiteY123" fmla="*/ 402052 h 497066"/>
                  <a:gd name="connsiteX124" fmla="*/ 4323813 w 8825909"/>
                  <a:gd name="connsiteY124" fmla="*/ 3690 h 497066"/>
                  <a:gd name="connsiteX125" fmla="*/ 4245070 w 8825909"/>
                  <a:gd name="connsiteY125" fmla="*/ 98704 h 497066"/>
                  <a:gd name="connsiteX126" fmla="*/ 4099208 w 8825909"/>
                  <a:gd name="connsiteY126" fmla="*/ 98704 h 497066"/>
                  <a:gd name="connsiteX127" fmla="*/ 4102266 w 8825909"/>
                  <a:gd name="connsiteY127" fmla="*/ 95014 h 497066"/>
                  <a:gd name="connsiteX128" fmla="*/ 4098829 w 8825909"/>
                  <a:gd name="connsiteY128" fmla="*/ 95014 h 497066"/>
                  <a:gd name="connsiteX129" fmla="*/ 4177573 w 8825909"/>
                  <a:gd name="connsiteY129" fmla="*/ 0 h 497066"/>
                  <a:gd name="connsiteX130" fmla="*/ 4232634 w 8825909"/>
                  <a:gd name="connsiteY130" fmla="*/ 0 h 497066"/>
                  <a:gd name="connsiteX131" fmla="*/ 4232633 w 8825909"/>
                  <a:gd name="connsiteY131" fmla="*/ 3690 h 497066"/>
                  <a:gd name="connsiteX132" fmla="*/ 6766860 w 8825909"/>
                  <a:gd name="connsiteY132" fmla="*/ 402051 h 497066"/>
                  <a:gd name="connsiteX133" fmla="*/ 6688117 w 8825909"/>
                  <a:gd name="connsiteY133" fmla="*/ 497065 h 497066"/>
                  <a:gd name="connsiteX134" fmla="*/ 6542255 w 8825909"/>
                  <a:gd name="connsiteY134" fmla="*/ 497065 h 497066"/>
                  <a:gd name="connsiteX135" fmla="*/ 6620997 w 8825909"/>
                  <a:gd name="connsiteY135" fmla="*/ 402051 h 497066"/>
                  <a:gd name="connsiteX136" fmla="*/ 4629194 w 8825909"/>
                  <a:gd name="connsiteY136" fmla="*/ 3691 h 497066"/>
                  <a:gd name="connsiteX137" fmla="*/ 4550451 w 8825909"/>
                  <a:gd name="connsiteY137" fmla="*/ 98705 h 497066"/>
                  <a:gd name="connsiteX138" fmla="*/ 4404589 w 8825909"/>
                  <a:gd name="connsiteY138" fmla="*/ 98705 h 497066"/>
                  <a:gd name="connsiteX139" fmla="*/ 4483331 w 8825909"/>
                  <a:gd name="connsiteY139" fmla="*/ 3691 h 497066"/>
                  <a:gd name="connsiteX140" fmla="*/ 7072241 w 8825909"/>
                  <a:gd name="connsiteY140" fmla="*/ 402052 h 497066"/>
                  <a:gd name="connsiteX141" fmla="*/ 6993644 w 8825909"/>
                  <a:gd name="connsiteY141" fmla="*/ 497066 h 497066"/>
                  <a:gd name="connsiteX142" fmla="*/ 6847636 w 8825909"/>
                  <a:gd name="connsiteY142" fmla="*/ 497065 h 497066"/>
                  <a:gd name="connsiteX143" fmla="*/ 6926378 w 8825909"/>
                  <a:gd name="connsiteY143" fmla="*/ 402052 h 497066"/>
                  <a:gd name="connsiteX144" fmla="*/ 4934574 w 8825909"/>
                  <a:gd name="connsiteY144" fmla="*/ 3690 h 497066"/>
                  <a:gd name="connsiteX145" fmla="*/ 4855831 w 8825909"/>
                  <a:gd name="connsiteY145" fmla="*/ 98704 h 497066"/>
                  <a:gd name="connsiteX146" fmla="*/ 4709969 w 8825909"/>
                  <a:gd name="connsiteY146" fmla="*/ 98704 h 497066"/>
                  <a:gd name="connsiteX147" fmla="*/ 4788711 w 8825909"/>
                  <a:gd name="connsiteY147" fmla="*/ 3690 h 497066"/>
                  <a:gd name="connsiteX148" fmla="*/ 7377622 w 8825909"/>
                  <a:gd name="connsiteY148" fmla="*/ 402051 h 497066"/>
                  <a:gd name="connsiteX149" fmla="*/ 7298880 w 8825909"/>
                  <a:gd name="connsiteY149" fmla="*/ 497065 h 497066"/>
                  <a:gd name="connsiteX150" fmla="*/ 7153163 w 8825909"/>
                  <a:gd name="connsiteY150" fmla="*/ 497065 h 497066"/>
                  <a:gd name="connsiteX151" fmla="*/ 7231760 w 8825909"/>
                  <a:gd name="connsiteY151" fmla="*/ 402052 h 497066"/>
                  <a:gd name="connsiteX152" fmla="*/ 5239955 w 8825909"/>
                  <a:gd name="connsiteY152" fmla="*/ 3690 h 497066"/>
                  <a:gd name="connsiteX153" fmla="*/ 5161212 w 8825909"/>
                  <a:gd name="connsiteY153" fmla="*/ 98704 h 497066"/>
                  <a:gd name="connsiteX154" fmla="*/ 5015350 w 8825909"/>
                  <a:gd name="connsiteY154" fmla="*/ 98704 h 497066"/>
                  <a:gd name="connsiteX155" fmla="*/ 5094092 w 8825909"/>
                  <a:gd name="connsiteY155" fmla="*/ 3690 h 497066"/>
                  <a:gd name="connsiteX156" fmla="*/ 7683003 w 8825909"/>
                  <a:gd name="connsiteY156" fmla="*/ 402051 h 497066"/>
                  <a:gd name="connsiteX157" fmla="*/ 7604406 w 8825909"/>
                  <a:gd name="connsiteY157" fmla="*/ 497065 h 497066"/>
                  <a:gd name="connsiteX158" fmla="*/ 7458544 w 8825909"/>
                  <a:gd name="connsiteY158" fmla="*/ 497065 h 497066"/>
                  <a:gd name="connsiteX159" fmla="*/ 7537141 w 8825909"/>
                  <a:gd name="connsiteY159" fmla="*/ 402051 h 497066"/>
                  <a:gd name="connsiteX160" fmla="*/ 5545336 w 8825909"/>
                  <a:gd name="connsiteY160" fmla="*/ 3691 h 497066"/>
                  <a:gd name="connsiteX161" fmla="*/ 5466593 w 8825909"/>
                  <a:gd name="connsiteY161" fmla="*/ 98705 h 497066"/>
                  <a:gd name="connsiteX162" fmla="*/ 5320731 w 8825909"/>
                  <a:gd name="connsiteY162" fmla="*/ 98705 h 497066"/>
                  <a:gd name="connsiteX163" fmla="*/ 5399474 w 8825909"/>
                  <a:gd name="connsiteY163" fmla="*/ 3691 h 497066"/>
                  <a:gd name="connsiteX164" fmla="*/ 7988384 w 8825909"/>
                  <a:gd name="connsiteY164" fmla="*/ 402052 h 497066"/>
                  <a:gd name="connsiteX165" fmla="*/ 7909787 w 8825909"/>
                  <a:gd name="connsiteY165" fmla="*/ 497066 h 497066"/>
                  <a:gd name="connsiteX166" fmla="*/ 7763925 w 8825909"/>
                  <a:gd name="connsiteY166" fmla="*/ 497066 h 497066"/>
                  <a:gd name="connsiteX167" fmla="*/ 7842522 w 8825909"/>
                  <a:gd name="connsiteY167" fmla="*/ 402052 h 497066"/>
                  <a:gd name="connsiteX168" fmla="*/ 5850717 w 8825909"/>
                  <a:gd name="connsiteY168" fmla="*/ 3690 h 497066"/>
                  <a:gd name="connsiteX169" fmla="*/ 5771975 w 8825909"/>
                  <a:gd name="connsiteY169" fmla="*/ 98704 h 497066"/>
                  <a:gd name="connsiteX170" fmla="*/ 5626113 w 8825909"/>
                  <a:gd name="connsiteY170" fmla="*/ 98704 h 497066"/>
                  <a:gd name="connsiteX171" fmla="*/ 5704854 w 8825909"/>
                  <a:gd name="connsiteY171" fmla="*/ 3690 h 497066"/>
                  <a:gd name="connsiteX172" fmla="*/ 8293766 w 8825909"/>
                  <a:gd name="connsiteY172" fmla="*/ 402052 h 497066"/>
                  <a:gd name="connsiteX173" fmla="*/ 8215168 w 8825909"/>
                  <a:gd name="connsiteY173" fmla="*/ 497066 h 497066"/>
                  <a:gd name="connsiteX174" fmla="*/ 8069306 w 8825909"/>
                  <a:gd name="connsiteY174" fmla="*/ 497066 h 497066"/>
                  <a:gd name="connsiteX175" fmla="*/ 8147903 w 8825909"/>
                  <a:gd name="connsiteY175" fmla="*/ 402052 h 497066"/>
                  <a:gd name="connsiteX176" fmla="*/ 6156099 w 8825909"/>
                  <a:gd name="connsiteY176" fmla="*/ 3690 h 497066"/>
                  <a:gd name="connsiteX177" fmla="*/ 6077354 w 8825909"/>
                  <a:gd name="connsiteY177" fmla="*/ 98704 h 497066"/>
                  <a:gd name="connsiteX178" fmla="*/ 5931494 w 8825909"/>
                  <a:gd name="connsiteY178" fmla="*/ 98704 h 497066"/>
                  <a:gd name="connsiteX179" fmla="*/ 6010235 w 8825909"/>
                  <a:gd name="connsiteY179" fmla="*/ 3690 h 497066"/>
                  <a:gd name="connsiteX180" fmla="*/ 8599147 w 8825909"/>
                  <a:gd name="connsiteY180" fmla="*/ 402051 h 497066"/>
                  <a:gd name="connsiteX181" fmla="*/ 8520549 w 8825909"/>
                  <a:gd name="connsiteY181" fmla="*/ 497065 h 497066"/>
                  <a:gd name="connsiteX182" fmla="*/ 8374687 w 8825909"/>
                  <a:gd name="connsiteY182" fmla="*/ 497065 h 497066"/>
                  <a:gd name="connsiteX183" fmla="*/ 8453284 w 8825909"/>
                  <a:gd name="connsiteY183" fmla="*/ 402051 h 497066"/>
                  <a:gd name="connsiteX184" fmla="*/ 6461480 w 8825909"/>
                  <a:gd name="connsiteY184" fmla="*/ 3691 h 497066"/>
                  <a:gd name="connsiteX185" fmla="*/ 6382737 w 8825909"/>
                  <a:gd name="connsiteY185" fmla="*/ 98705 h 497066"/>
                  <a:gd name="connsiteX186" fmla="*/ 6236875 w 8825909"/>
                  <a:gd name="connsiteY186" fmla="*/ 98705 h 497066"/>
                  <a:gd name="connsiteX187" fmla="*/ 6315617 w 8825909"/>
                  <a:gd name="connsiteY187" fmla="*/ 3691 h 497066"/>
                  <a:gd name="connsiteX188" fmla="*/ 8752366 w 8825909"/>
                  <a:gd name="connsiteY188" fmla="*/ 409666 h 497066"/>
                  <a:gd name="connsiteX189" fmla="*/ 8736533 w 8825909"/>
                  <a:gd name="connsiteY189" fmla="*/ 497065 h 497066"/>
                  <a:gd name="connsiteX190" fmla="*/ 8680068 w 8825909"/>
                  <a:gd name="connsiteY190" fmla="*/ 497065 h 497066"/>
                  <a:gd name="connsiteX191" fmla="*/ 6766859 w 8825909"/>
                  <a:gd name="connsiteY191" fmla="*/ 3690 h 497066"/>
                  <a:gd name="connsiteX192" fmla="*/ 6688117 w 8825909"/>
                  <a:gd name="connsiteY192" fmla="*/ 98704 h 497066"/>
                  <a:gd name="connsiteX193" fmla="*/ 6542255 w 8825909"/>
                  <a:gd name="connsiteY193" fmla="*/ 98704 h 497066"/>
                  <a:gd name="connsiteX194" fmla="*/ 6620997 w 8825909"/>
                  <a:gd name="connsiteY194" fmla="*/ 3690 h 497066"/>
                  <a:gd name="connsiteX195" fmla="*/ 7072241 w 8825909"/>
                  <a:gd name="connsiteY195" fmla="*/ 3691 h 497066"/>
                  <a:gd name="connsiteX196" fmla="*/ 6993644 w 8825909"/>
                  <a:gd name="connsiteY196" fmla="*/ 98705 h 497066"/>
                  <a:gd name="connsiteX197" fmla="*/ 6847636 w 8825909"/>
                  <a:gd name="connsiteY197" fmla="*/ 98705 h 497066"/>
                  <a:gd name="connsiteX198" fmla="*/ 6926377 w 8825909"/>
                  <a:gd name="connsiteY198" fmla="*/ 3691 h 497066"/>
                  <a:gd name="connsiteX199" fmla="*/ 7377621 w 8825909"/>
                  <a:gd name="connsiteY199" fmla="*/ 3691 h 497066"/>
                  <a:gd name="connsiteX200" fmla="*/ 7298880 w 8825909"/>
                  <a:gd name="connsiteY200" fmla="*/ 98704 h 497066"/>
                  <a:gd name="connsiteX201" fmla="*/ 7153163 w 8825909"/>
                  <a:gd name="connsiteY201" fmla="*/ 98705 h 497066"/>
                  <a:gd name="connsiteX202" fmla="*/ 7231760 w 8825909"/>
                  <a:gd name="connsiteY202" fmla="*/ 3691 h 497066"/>
                  <a:gd name="connsiteX203" fmla="*/ 7683004 w 8825909"/>
                  <a:gd name="connsiteY203" fmla="*/ 3690 h 497066"/>
                  <a:gd name="connsiteX204" fmla="*/ 7604407 w 8825909"/>
                  <a:gd name="connsiteY204" fmla="*/ 98704 h 497066"/>
                  <a:gd name="connsiteX205" fmla="*/ 7458544 w 8825909"/>
                  <a:gd name="connsiteY205" fmla="*/ 98704 h 497066"/>
                  <a:gd name="connsiteX206" fmla="*/ 7537141 w 8825909"/>
                  <a:gd name="connsiteY206" fmla="*/ 3690 h 497066"/>
                  <a:gd name="connsiteX207" fmla="*/ 7988384 w 8825909"/>
                  <a:gd name="connsiteY207" fmla="*/ 3691 h 497066"/>
                  <a:gd name="connsiteX208" fmla="*/ 7909786 w 8825909"/>
                  <a:gd name="connsiteY208" fmla="*/ 98705 h 497066"/>
                  <a:gd name="connsiteX209" fmla="*/ 7763925 w 8825909"/>
                  <a:gd name="connsiteY209" fmla="*/ 98705 h 497066"/>
                  <a:gd name="connsiteX210" fmla="*/ 7842521 w 8825909"/>
                  <a:gd name="connsiteY210" fmla="*/ 3691 h 497066"/>
                  <a:gd name="connsiteX211" fmla="*/ 8293766 w 8825909"/>
                  <a:gd name="connsiteY211" fmla="*/ 3691 h 497066"/>
                  <a:gd name="connsiteX212" fmla="*/ 8215168 w 8825909"/>
                  <a:gd name="connsiteY212" fmla="*/ 98705 h 497066"/>
                  <a:gd name="connsiteX213" fmla="*/ 8069306 w 8825909"/>
                  <a:gd name="connsiteY213" fmla="*/ 98705 h 497066"/>
                  <a:gd name="connsiteX214" fmla="*/ 8147903 w 8825909"/>
                  <a:gd name="connsiteY214" fmla="*/ 3691 h 497066"/>
                  <a:gd name="connsiteX215" fmla="*/ 8599147 w 8825909"/>
                  <a:gd name="connsiteY215" fmla="*/ 3690 h 497066"/>
                  <a:gd name="connsiteX216" fmla="*/ 8520548 w 8825909"/>
                  <a:gd name="connsiteY216" fmla="*/ 98704 h 497066"/>
                  <a:gd name="connsiteX217" fmla="*/ 8374687 w 8825909"/>
                  <a:gd name="connsiteY217" fmla="*/ 98704 h 497066"/>
                  <a:gd name="connsiteX218" fmla="*/ 8453283 w 8825909"/>
                  <a:gd name="connsiteY218" fmla="*/ 3690 h 497066"/>
                  <a:gd name="connsiteX219" fmla="*/ 8825909 w 8825909"/>
                  <a:gd name="connsiteY219" fmla="*/ 3690 h 497066"/>
                  <a:gd name="connsiteX220" fmla="*/ 8808697 w 8825909"/>
                  <a:gd name="connsiteY220" fmla="*/ 98704 h 497066"/>
                  <a:gd name="connsiteX221" fmla="*/ 8680068 w 8825909"/>
                  <a:gd name="connsiteY221" fmla="*/ 98704 h 497066"/>
                  <a:gd name="connsiteX222" fmla="*/ 8758665 w 8825909"/>
                  <a:gd name="connsiteY222" fmla="*/ 3690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Lst>
                <a:rect l="l" t="t" r="r" b="b"/>
                <a:pathLst>
                  <a:path w="8825909" h="497066">
                    <a:moveTo>
                      <a:pt x="47954" y="0"/>
                    </a:moveTo>
                    <a:lnTo>
                      <a:pt x="41695" y="7553"/>
                    </a:lnTo>
                    <a:lnTo>
                      <a:pt x="0" y="0"/>
                    </a:lnTo>
                    <a:close/>
                    <a:moveTo>
                      <a:pt x="2491003" y="398362"/>
                    </a:moveTo>
                    <a:lnTo>
                      <a:pt x="2452952" y="444361"/>
                    </a:lnTo>
                    <a:lnTo>
                      <a:pt x="2326099" y="421381"/>
                    </a:lnTo>
                    <a:lnTo>
                      <a:pt x="2345140" y="398362"/>
                    </a:lnTo>
                    <a:close/>
                    <a:moveTo>
                      <a:pt x="353336" y="0"/>
                    </a:moveTo>
                    <a:lnTo>
                      <a:pt x="307213" y="55653"/>
                    </a:lnTo>
                    <a:lnTo>
                      <a:pt x="180390" y="32678"/>
                    </a:lnTo>
                    <a:lnTo>
                      <a:pt x="207472" y="0"/>
                    </a:lnTo>
                    <a:close/>
                    <a:moveTo>
                      <a:pt x="2796384" y="398361"/>
                    </a:moveTo>
                    <a:lnTo>
                      <a:pt x="2718533" y="492471"/>
                    </a:lnTo>
                    <a:lnTo>
                      <a:pt x="2591681" y="469492"/>
                    </a:lnTo>
                    <a:lnTo>
                      <a:pt x="2650521" y="398361"/>
                    </a:lnTo>
                    <a:close/>
                    <a:moveTo>
                      <a:pt x="658717" y="1"/>
                    </a:moveTo>
                    <a:lnTo>
                      <a:pt x="579974" y="95015"/>
                    </a:lnTo>
                    <a:lnTo>
                      <a:pt x="524500" y="95015"/>
                    </a:lnTo>
                    <a:lnTo>
                      <a:pt x="445911" y="80778"/>
                    </a:lnTo>
                    <a:lnTo>
                      <a:pt x="512854" y="1"/>
                    </a:lnTo>
                    <a:close/>
                    <a:moveTo>
                      <a:pt x="3101764" y="398361"/>
                    </a:moveTo>
                    <a:lnTo>
                      <a:pt x="3023167" y="493375"/>
                    </a:lnTo>
                    <a:lnTo>
                      <a:pt x="2877305" y="493375"/>
                    </a:lnTo>
                    <a:lnTo>
                      <a:pt x="2955902" y="398361"/>
                    </a:lnTo>
                    <a:close/>
                    <a:moveTo>
                      <a:pt x="964095" y="0"/>
                    </a:moveTo>
                    <a:lnTo>
                      <a:pt x="885353" y="95014"/>
                    </a:lnTo>
                    <a:lnTo>
                      <a:pt x="739492" y="95014"/>
                    </a:lnTo>
                    <a:lnTo>
                      <a:pt x="818233" y="0"/>
                    </a:lnTo>
                    <a:close/>
                    <a:moveTo>
                      <a:pt x="3407146" y="398361"/>
                    </a:moveTo>
                    <a:lnTo>
                      <a:pt x="3328548" y="493375"/>
                    </a:lnTo>
                    <a:lnTo>
                      <a:pt x="3182686" y="493375"/>
                    </a:lnTo>
                    <a:lnTo>
                      <a:pt x="3261283" y="398361"/>
                    </a:lnTo>
                    <a:close/>
                    <a:moveTo>
                      <a:pt x="1269477" y="1"/>
                    </a:moveTo>
                    <a:lnTo>
                      <a:pt x="1190881" y="95015"/>
                    </a:lnTo>
                    <a:lnTo>
                      <a:pt x="1044872" y="95015"/>
                    </a:lnTo>
                    <a:lnTo>
                      <a:pt x="1123613" y="1"/>
                    </a:lnTo>
                    <a:close/>
                    <a:moveTo>
                      <a:pt x="3712671" y="398362"/>
                    </a:moveTo>
                    <a:lnTo>
                      <a:pt x="3633929" y="493375"/>
                    </a:lnTo>
                    <a:lnTo>
                      <a:pt x="3488067" y="493375"/>
                    </a:lnTo>
                    <a:lnTo>
                      <a:pt x="3566664" y="398361"/>
                    </a:lnTo>
                    <a:close/>
                    <a:moveTo>
                      <a:pt x="1574858" y="1"/>
                    </a:moveTo>
                    <a:lnTo>
                      <a:pt x="1496117" y="95014"/>
                    </a:lnTo>
                    <a:lnTo>
                      <a:pt x="1350400" y="95015"/>
                    </a:lnTo>
                    <a:lnTo>
                      <a:pt x="1428997" y="1"/>
                    </a:lnTo>
                    <a:close/>
                    <a:moveTo>
                      <a:pt x="4017907" y="398361"/>
                    </a:moveTo>
                    <a:lnTo>
                      <a:pt x="4014855" y="402051"/>
                    </a:lnTo>
                    <a:lnTo>
                      <a:pt x="4018431" y="402051"/>
                    </a:lnTo>
                    <a:lnTo>
                      <a:pt x="3939689" y="497065"/>
                    </a:lnTo>
                    <a:lnTo>
                      <a:pt x="3856152" y="497065"/>
                    </a:lnTo>
                    <a:lnTo>
                      <a:pt x="3856152" y="493375"/>
                    </a:lnTo>
                    <a:lnTo>
                      <a:pt x="3793449" y="493375"/>
                    </a:lnTo>
                    <a:lnTo>
                      <a:pt x="3872191" y="398361"/>
                    </a:lnTo>
                    <a:close/>
                    <a:moveTo>
                      <a:pt x="1880240" y="0"/>
                    </a:moveTo>
                    <a:lnTo>
                      <a:pt x="1801643" y="95014"/>
                    </a:lnTo>
                    <a:lnTo>
                      <a:pt x="1655780" y="95014"/>
                    </a:lnTo>
                    <a:lnTo>
                      <a:pt x="1734378" y="0"/>
                    </a:lnTo>
                    <a:close/>
                    <a:moveTo>
                      <a:pt x="4323813" y="402051"/>
                    </a:moveTo>
                    <a:lnTo>
                      <a:pt x="4245070" y="497065"/>
                    </a:lnTo>
                    <a:lnTo>
                      <a:pt x="4099208" y="497066"/>
                    </a:lnTo>
                    <a:lnTo>
                      <a:pt x="4102267" y="493375"/>
                    </a:lnTo>
                    <a:lnTo>
                      <a:pt x="4098829" y="493375"/>
                    </a:lnTo>
                    <a:lnTo>
                      <a:pt x="4177574" y="398361"/>
                    </a:lnTo>
                    <a:lnTo>
                      <a:pt x="4232634" y="398361"/>
                    </a:lnTo>
                    <a:lnTo>
                      <a:pt x="4232634" y="402051"/>
                    </a:lnTo>
                    <a:close/>
                    <a:moveTo>
                      <a:pt x="2185621" y="1"/>
                    </a:moveTo>
                    <a:lnTo>
                      <a:pt x="2107022" y="95015"/>
                    </a:lnTo>
                    <a:lnTo>
                      <a:pt x="1961161" y="95015"/>
                    </a:lnTo>
                    <a:lnTo>
                      <a:pt x="2039758" y="1"/>
                    </a:lnTo>
                    <a:close/>
                    <a:moveTo>
                      <a:pt x="4629194" y="402052"/>
                    </a:moveTo>
                    <a:lnTo>
                      <a:pt x="4550451" y="497066"/>
                    </a:lnTo>
                    <a:lnTo>
                      <a:pt x="4404589" y="497066"/>
                    </a:lnTo>
                    <a:lnTo>
                      <a:pt x="4483331" y="402052"/>
                    </a:lnTo>
                    <a:close/>
                    <a:moveTo>
                      <a:pt x="2491002" y="1"/>
                    </a:moveTo>
                    <a:lnTo>
                      <a:pt x="2412405" y="95015"/>
                    </a:lnTo>
                    <a:lnTo>
                      <a:pt x="2266543" y="95015"/>
                    </a:lnTo>
                    <a:lnTo>
                      <a:pt x="2345140" y="1"/>
                    </a:lnTo>
                    <a:close/>
                    <a:moveTo>
                      <a:pt x="4934575" y="402051"/>
                    </a:moveTo>
                    <a:lnTo>
                      <a:pt x="4855831" y="497065"/>
                    </a:lnTo>
                    <a:lnTo>
                      <a:pt x="4709969" y="497065"/>
                    </a:lnTo>
                    <a:lnTo>
                      <a:pt x="4788711" y="402051"/>
                    </a:lnTo>
                    <a:close/>
                    <a:moveTo>
                      <a:pt x="2796384" y="0"/>
                    </a:moveTo>
                    <a:lnTo>
                      <a:pt x="2717785" y="95014"/>
                    </a:lnTo>
                    <a:lnTo>
                      <a:pt x="2571924" y="95014"/>
                    </a:lnTo>
                    <a:lnTo>
                      <a:pt x="2650520" y="0"/>
                    </a:lnTo>
                    <a:close/>
                    <a:moveTo>
                      <a:pt x="5239955" y="402051"/>
                    </a:moveTo>
                    <a:lnTo>
                      <a:pt x="5161212" y="497065"/>
                    </a:lnTo>
                    <a:lnTo>
                      <a:pt x="5015350" y="497066"/>
                    </a:lnTo>
                    <a:lnTo>
                      <a:pt x="5094092" y="402052"/>
                    </a:lnTo>
                    <a:close/>
                    <a:moveTo>
                      <a:pt x="3101762" y="0"/>
                    </a:moveTo>
                    <a:lnTo>
                      <a:pt x="3023167" y="95014"/>
                    </a:lnTo>
                    <a:lnTo>
                      <a:pt x="2877305" y="95014"/>
                    </a:lnTo>
                    <a:lnTo>
                      <a:pt x="2955902" y="0"/>
                    </a:lnTo>
                    <a:close/>
                    <a:moveTo>
                      <a:pt x="5545336" y="402052"/>
                    </a:moveTo>
                    <a:lnTo>
                      <a:pt x="5466593" y="497066"/>
                    </a:lnTo>
                    <a:lnTo>
                      <a:pt x="5320731" y="497066"/>
                    </a:lnTo>
                    <a:lnTo>
                      <a:pt x="5399474" y="402052"/>
                    </a:lnTo>
                    <a:close/>
                    <a:moveTo>
                      <a:pt x="3407146" y="0"/>
                    </a:moveTo>
                    <a:lnTo>
                      <a:pt x="3328546" y="95014"/>
                    </a:lnTo>
                    <a:lnTo>
                      <a:pt x="3182687" y="95014"/>
                    </a:lnTo>
                    <a:lnTo>
                      <a:pt x="3261282" y="0"/>
                    </a:lnTo>
                    <a:close/>
                    <a:moveTo>
                      <a:pt x="5850717" y="402051"/>
                    </a:moveTo>
                    <a:lnTo>
                      <a:pt x="5771974" y="497065"/>
                    </a:lnTo>
                    <a:lnTo>
                      <a:pt x="5626113" y="497065"/>
                    </a:lnTo>
                    <a:lnTo>
                      <a:pt x="5704855" y="402051"/>
                    </a:lnTo>
                    <a:close/>
                    <a:moveTo>
                      <a:pt x="3712672" y="0"/>
                    </a:moveTo>
                    <a:lnTo>
                      <a:pt x="3633929" y="95014"/>
                    </a:lnTo>
                    <a:lnTo>
                      <a:pt x="3488067" y="95014"/>
                    </a:lnTo>
                    <a:lnTo>
                      <a:pt x="3566663" y="0"/>
                    </a:lnTo>
                    <a:close/>
                    <a:moveTo>
                      <a:pt x="6156099" y="402051"/>
                    </a:moveTo>
                    <a:lnTo>
                      <a:pt x="6077356" y="497065"/>
                    </a:lnTo>
                    <a:lnTo>
                      <a:pt x="5931494" y="497065"/>
                    </a:lnTo>
                    <a:lnTo>
                      <a:pt x="6010236" y="402051"/>
                    </a:lnTo>
                    <a:close/>
                    <a:moveTo>
                      <a:pt x="4017907" y="0"/>
                    </a:moveTo>
                    <a:lnTo>
                      <a:pt x="4014855" y="3690"/>
                    </a:lnTo>
                    <a:lnTo>
                      <a:pt x="4018431" y="3690"/>
                    </a:lnTo>
                    <a:lnTo>
                      <a:pt x="3939689" y="98704"/>
                    </a:lnTo>
                    <a:lnTo>
                      <a:pt x="3856152" y="98704"/>
                    </a:lnTo>
                    <a:lnTo>
                      <a:pt x="3856152" y="95014"/>
                    </a:lnTo>
                    <a:lnTo>
                      <a:pt x="3793448" y="95014"/>
                    </a:lnTo>
                    <a:lnTo>
                      <a:pt x="3872189" y="0"/>
                    </a:lnTo>
                    <a:close/>
                    <a:moveTo>
                      <a:pt x="6461480" y="402051"/>
                    </a:moveTo>
                    <a:lnTo>
                      <a:pt x="6382737" y="497066"/>
                    </a:lnTo>
                    <a:lnTo>
                      <a:pt x="6236875" y="497065"/>
                    </a:lnTo>
                    <a:lnTo>
                      <a:pt x="6315617" y="402052"/>
                    </a:lnTo>
                    <a:close/>
                    <a:moveTo>
                      <a:pt x="4323813" y="3690"/>
                    </a:moveTo>
                    <a:lnTo>
                      <a:pt x="4245070" y="98704"/>
                    </a:lnTo>
                    <a:lnTo>
                      <a:pt x="4099208" y="98704"/>
                    </a:lnTo>
                    <a:lnTo>
                      <a:pt x="4102266" y="95014"/>
                    </a:lnTo>
                    <a:lnTo>
                      <a:pt x="4098829" y="95014"/>
                    </a:lnTo>
                    <a:lnTo>
                      <a:pt x="4177573" y="0"/>
                    </a:lnTo>
                    <a:lnTo>
                      <a:pt x="4232634" y="0"/>
                    </a:lnTo>
                    <a:lnTo>
                      <a:pt x="4232633" y="3690"/>
                    </a:lnTo>
                    <a:close/>
                    <a:moveTo>
                      <a:pt x="6766860" y="402051"/>
                    </a:moveTo>
                    <a:lnTo>
                      <a:pt x="6688117" y="497065"/>
                    </a:lnTo>
                    <a:lnTo>
                      <a:pt x="6542255" y="497065"/>
                    </a:lnTo>
                    <a:lnTo>
                      <a:pt x="6620997" y="402051"/>
                    </a:lnTo>
                    <a:close/>
                    <a:moveTo>
                      <a:pt x="4629194" y="3691"/>
                    </a:moveTo>
                    <a:lnTo>
                      <a:pt x="4550451" y="98705"/>
                    </a:lnTo>
                    <a:lnTo>
                      <a:pt x="4404589" y="98705"/>
                    </a:lnTo>
                    <a:lnTo>
                      <a:pt x="4483331" y="3691"/>
                    </a:lnTo>
                    <a:close/>
                    <a:moveTo>
                      <a:pt x="7072241" y="402052"/>
                    </a:moveTo>
                    <a:lnTo>
                      <a:pt x="6993644" y="497066"/>
                    </a:lnTo>
                    <a:lnTo>
                      <a:pt x="6847636" y="497065"/>
                    </a:lnTo>
                    <a:lnTo>
                      <a:pt x="6926378" y="402052"/>
                    </a:lnTo>
                    <a:close/>
                    <a:moveTo>
                      <a:pt x="4934574" y="3690"/>
                    </a:moveTo>
                    <a:lnTo>
                      <a:pt x="4855831" y="98704"/>
                    </a:lnTo>
                    <a:lnTo>
                      <a:pt x="4709969" y="98704"/>
                    </a:lnTo>
                    <a:lnTo>
                      <a:pt x="4788711" y="3690"/>
                    </a:lnTo>
                    <a:close/>
                    <a:moveTo>
                      <a:pt x="7377622" y="402051"/>
                    </a:moveTo>
                    <a:lnTo>
                      <a:pt x="7298880" y="497065"/>
                    </a:lnTo>
                    <a:lnTo>
                      <a:pt x="7153163" y="497065"/>
                    </a:lnTo>
                    <a:lnTo>
                      <a:pt x="7231760" y="402052"/>
                    </a:lnTo>
                    <a:close/>
                    <a:moveTo>
                      <a:pt x="5239955" y="3690"/>
                    </a:moveTo>
                    <a:lnTo>
                      <a:pt x="5161212" y="98704"/>
                    </a:lnTo>
                    <a:lnTo>
                      <a:pt x="5015350" y="98704"/>
                    </a:lnTo>
                    <a:lnTo>
                      <a:pt x="5094092" y="3690"/>
                    </a:lnTo>
                    <a:close/>
                    <a:moveTo>
                      <a:pt x="7683003" y="402051"/>
                    </a:moveTo>
                    <a:lnTo>
                      <a:pt x="7604406" y="497065"/>
                    </a:lnTo>
                    <a:lnTo>
                      <a:pt x="7458544" y="497065"/>
                    </a:lnTo>
                    <a:lnTo>
                      <a:pt x="7537141" y="402051"/>
                    </a:lnTo>
                    <a:close/>
                    <a:moveTo>
                      <a:pt x="5545336" y="3691"/>
                    </a:moveTo>
                    <a:lnTo>
                      <a:pt x="5466593" y="98705"/>
                    </a:lnTo>
                    <a:lnTo>
                      <a:pt x="5320731" y="98705"/>
                    </a:lnTo>
                    <a:lnTo>
                      <a:pt x="5399474" y="3691"/>
                    </a:lnTo>
                    <a:close/>
                    <a:moveTo>
                      <a:pt x="7988384" y="402052"/>
                    </a:moveTo>
                    <a:lnTo>
                      <a:pt x="7909787" y="497066"/>
                    </a:lnTo>
                    <a:lnTo>
                      <a:pt x="7763925" y="497066"/>
                    </a:lnTo>
                    <a:lnTo>
                      <a:pt x="7842522" y="402052"/>
                    </a:lnTo>
                    <a:close/>
                    <a:moveTo>
                      <a:pt x="5850717" y="3690"/>
                    </a:moveTo>
                    <a:lnTo>
                      <a:pt x="5771975" y="98704"/>
                    </a:lnTo>
                    <a:lnTo>
                      <a:pt x="5626113" y="98704"/>
                    </a:lnTo>
                    <a:lnTo>
                      <a:pt x="5704854" y="3690"/>
                    </a:lnTo>
                    <a:close/>
                    <a:moveTo>
                      <a:pt x="8293766" y="402052"/>
                    </a:moveTo>
                    <a:lnTo>
                      <a:pt x="8215168" y="497066"/>
                    </a:lnTo>
                    <a:lnTo>
                      <a:pt x="8069306" y="497066"/>
                    </a:lnTo>
                    <a:lnTo>
                      <a:pt x="8147903" y="402052"/>
                    </a:lnTo>
                    <a:close/>
                    <a:moveTo>
                      <a:pt x="6156099" y="3690"/>
                    </a:moveTo>
                    <a:lnTo>
                      <a:pt x="6077354" y="98704"/>
                    </a:lnTo>
                    <a:lnTo>
                      <a:pt x="5931494" y="98704"/>
                    </a:lnTo>
                    <a:lnTo>
                      <a:pt x="6010235" y="3690"/>
                    </a:lnTo>
                    <a:close/>
                    <a:moveTo>
                      <a:pt x="8599147" y="402051"/>
                    </a:moveTo>
                    <a:lnTo>
                      <a:pt x="8520549" y="497065"/>
                    </a:lnTo>
                    <a:lnTo>
                      <a:pt x="8374687" y="497065"/>
                    </a:lnTo>
                    <a:lnTo>
                      <a:pt x="8453284" y="402051"/>
                    </a:lnTo>
                    <a:close/>
                    <a:moveTo>
                      <a:pt x="6461480" y="3691"/>
                    </a:moveTo>
                    <a:lnTo>
                      <a:pt x="6382737" y="98705"/>
                    </a:lnTo>
                    <a:lnTo>
                      <a:pt x="6236875" y="98705"/>
                    </a:lnTo>
                    <a:lnTo>
                      <a:pt x="6315617" y="3691"/>
                    </a:lnTo>
                    <a:close/>
                    <a:moveTo>
                      <a:pt x="8752366" y="409666"/>
                    </a:moveTo>
                    <a:lnTo>
                      <a:pt x="8736533" y="497065"/>
                    </a:lnTo>
                    <a:lnTo>
                      <a:pt x="8680068" y="497065"/>
                    </a:lnTo>
                    <a:close/>
                    <a:moveTo>
                      <a:pt x="6766859" y="3690"/>
                    </a:moveTo>
                    <a:lnTo>
                      <a:pt x="6688117" y="98704"/>
                    </a:lnTo>
                    <a:lnTo>
                      <a:pt x="6542255" y="98704"/>
                    </a:lnTo>
                    <a:lnTo>
                      <a:pt x="6620997" y="3690"/>
                    </a:lnTo>
                    <a:close/>
                    <a:moveTo>
                      <a:pt x="7072241" y="3691"/>
                    </a:moveTo>
                    <a:lnTo>
                      <a:pt x="6993644" y="98705"/>
                    </a:lnTo>
                    <a:lnTo>
                      <a:pt x="6847636" y="98705"/>
                    </a:lnTo>
                    <a:lnTo>
                      <a:pt x="6926377" y="3691"/>
                    </a:lnTo>
                    <a:close/>
                    <a:moveTo>
                      <a:pt x="7377621" y="3691"/>
                    </a:moveTo>
                    <a:lnTo>
                      <a:pt x="7298880" y="98704"/>
                    </a:lnTo>
                    <a:lnTo>
                      <a:pt x="7153163" y="98705"/>
                    </a:lnTo>
                    <a:lnTo>
                      <a:pt x="7231760" y="3691"/>
                    </a:lnTo>
                    <a:close/>
                    <a:moveTo>
                      <a:pt x="7683004" y="3690"/>
                    </a:moveTo>
                    <a:lnTo>
                      <a:pt x="7604407" y="98704"/>
                    </a:lnTo>
                    <a:lnTo>
                      <a:pt x="7458544" y="98704"/>
                    </a:lnTo>
                    <a:lnTo>
                      <a:pt x="7537141" y="3690"/>
                    </a:lnTo>
                    <a:close/>
                    <a:moveTo>
                      <a:pt x="7988384" y="3691"/>
                    </a:moveTo>
                    <a:lnTo>
                      <a:pt x="7909786" y="98705"/>
                    </a:lnTo>
                    <a:lnTo>
                      <a:pt x="7763925" y="98705"/>
                    </a:lnTo>
                    <a:lnTo>
                      <a:pt x="7842521" y="3691"/>
                    </a:lnTo>
                    <a:close/>
                    <a:moveTo>
                      <a:pt x="8293766" y="3691"/>
                    </a:moveTo>
                    <a:lnTo>
                      <a:pt x="8215168" y="98705"/>
                    </a:lnTo>
                    <a:lnTo>
                      <a:pt x="8069306" y="98705"/>
                    </a:lnTo>
                    <a:lnTo>
                      <a:pt x="8147903" y="3691"/>
                    </a:lnTo>
                    <a:close/>
                    <a:moveTo>
                      <a:pt x="8599147" y="3690"/>
                    </a:moveTo>
                    <a:lnTo>
                      <a:pt x="8520548" y="98704"/>
                    </a:lnTo>
                    <a:lnTo>
                      <a:pt x="8374687" y="98704"/>
                    </a:lnTo>
                    <a:lnTo>
                      <a:pt x="8453283" y="3690"/>
                    </a:lnTo>
                    <a:close/>
                    <a:moveTo>
                      <a:pt x="8825909" y="3690"/>
                    </a:moveTo>
                    <a:lnTo>
                      <a:pt x="8808697" y="98704"/>
                    </a:lnTo>
                    <a:lnTo>
                      <a:pt x="8680068" y="98704"/>
                    </a:lnTo>
                    <a:lnTo>
                      <a:pt x="8758665" y="3690"/>
                    </a:lnTo>
                    <a:close/>
                  </a:path>
                </a:pathLst>
              </a:custGeom>
              <a:solidFill>
                <a:srgbClr val="231F20"/>
              </a:solidFill>
              <a:ln w="1452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967111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lement-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CA85B99-083B-1697-8A3B-1533CEE9A57E}"/>
              </a:ext>
            </a:extLst>
          </p:cNvPr>
          <p:cNvSpPr>
            <a:spLocks noGrp="1"/>
          </p:cNvSpPr>
          <p:nvPr>
            <p:ph type="title" hasCustomPrompt="1"/>
          </p:nvPr>
        </p:nvSpPr>
        <p:spPr>
          <a:xfrm>
            <a:off x="152767" y="84931"/>
            <a:ext cx="9829434" cy="1862048"/>
          </a:xfrm>
        </p:spPr>
        <p:txBody>
          <a:bodyPr wrap="square">
            <a:spAutoFit/>
          </a:bodyPr>
          <a:lstStyle>
            <a:lvl1pPr>
              <a:lnSpc>
                <a:spcPct val="100000"/>
              </a:lnSpc>
              <a:defRPr sz="11500" b="1">
                <a:solidFill>
                  <a:schemeClr val="bg1"/>
                </a:solidFill>
                <a:latin typeface="Questrial" pitchFamily="2" charset="0"/>
              </a:defRPr>
            </a:lvl1pPr>
          </a:lstStyle>
          <a:p>
            <a:r>
              <a:rPr lang="en-US" dirty="0"/>
              <a:t>Headline</a:t>
            </a:r>
          </a:p>
        </p:txBody>
      </p:sp>
      <p:grpSp>
        <p:nvGrpSpPr>
          <p:cNvPr id="47" name="Group 46">
            <a:extLst>
              <a:ext uri="{FF2B5EF4-FFF2-40B4-BE49-F238E27FC236}">
                <a16:creationId xmlns:a16="http://schemas.microsoft.com/office/drawing/2014/main" id="{4D6463B2-6BA3-F885-FDA6-E557B2B42CD9}"/>
              </a:ext>
            </a:extLst>
          </p:cNvPr>
          <p:cNvGrpSpPr/>
          <p:nvPr userDrawn="1"/>
        </p:nvGrpSpPr>
        <p:grpSpPr>
          <a:xfrm>
            <a:off x="10142506" y="-300010"/>
            <a:ext cx="827141" cy="7681505"/>
            <a:chOff x="10142506" y="-300010"/>
            <a:chExt cx="827141" cy="7681505"/>
          </a:xfrm>
        </p:grpSpPr>
        <p:sp>
          <p:nvSpPr>
            <p:cNvPr id="44" name="Freeform: Shape 43">
              <a:extLst>
                <a:ext uri="{FF2B5EF4-FFF2-40B4-BE49-F238E27FC236}">
                  <a16:creationId xmlns:a16="http://schemas.microsoft.com/office/drawing/2014/main" id="{42FA90BD-420D-7E4D-FE04-FF1345BBF64D}"/>
                </a:ext>
              </a:extLst>
            </p:cNvPr>
            <p:cNvSpPr/>
            <p:nvPr/>
          </p:nvSpPr>
          <p:spPr bwMode="auto">
            <a:xfrm rot="6979561">
              <a:off x="6846690" y="3258539"/>
              <a:ext cx="7681505" cy="564408"/>
            </a:xfrm>
            <a:custGeom>
              <a:avLst/>
              <a:gdLst>
                <a:gd name="connsiteX0" fmla="*/ 29921 w 7681505"/>
                <a:gd name="connsiteY0" fmla="*/ 564407 h 564408"/>
                <a:gd name="connsiteX1" fmla="*/ 0 w 7681505"/>
                <a:gd name="connsiteY1" fmla="*/ 503935 h 564408"/>
                <a:gd name="connsiteX2" fmla="*/ 1018470 w 7681505"/>
                <a:gd name="connsiteY2" fmla="*/ 0 h 564408"/>
                <a:gd name="connsiteX3" fmla="*/ 7402238 w 7681505"/>
                <a:gd name="connsiteY3" fmla="*/ 0 h 564408"/>
                <a:gd name="connsiteX4" fmla="*/ 7681505 w 7681505"/>
                <a:gd name="connsiteY4" fmla="*/ 564408 h 5644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1505" h="564408">
                  <a:moveTo>
                    <a:pt x="29921" y="564407"/>
                  </a:moveTo>
                  <a:lnTo>
                    <a:pt x="0" y="503935"/>
                  </a:lnTo>
                  <a:lnTo>
                    <a:pt x="1018470" y="0"/>
                  </a:lnTo>
                  <a:lnTo>
                    <a:pt x="7402238" y="0"/>
                  </a:lnTo>
                  <a:lnTo>
                    <a:pt x="7681505" y="564408"/>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p>
          </p:txBody>
        </p:sp>
        <p:sp>
          <p:nvSpPr>
            <p:cNvPr id="46" name="Freeform: Shape 45">
              <a:extLst>
                <a:ext uri="{FF2B5EF4-FFF2-40B4-BE49-F238E27FC236}">
                  <a16:creationId xmlns:a16="http://schemas.microsoft.com/office/drawing/2014/main" id="{04F2CA86-1ED1-266D-C6D4-A3DCA2B10871}"/>
                </a:ext>
              </a:extLst>
            </p:cNvPr>
            <p:cNvSpPr/>
            <p:nvPr/>
          </p:nvSpPr>
          <p:spPr bwMode="auto">
            <a:xfrm rot="6979561">
              <a:off x="7176392" y="3789531"/>
              <a:ext cx="6496636" cy="564407"/>
            </a:xfrm>
            <a:custGeom>
              <a:avLst/>
              <a:gdLst>
                <a:gd name="connsiteX0" fmla="*/ 6475974 w 6496636"/>
                <a:gd name="connsiteY0" fmla="*/ 564407 h 564407"/>
                <a:gd name="connsiteX1" fmla="*/ 6491255 w 6496636"/>
                <a:gd name="connsiteY1" fmla="*/ 553532 h 564407"/>
                <a:gd name="connsiteX2" fmla="*/ 6496636 w 6496636"/>
                <a:gd name="connsiteY2" fmla="*/ 564407 h 564407"/>
                <a:gd name="connsiteX3" fmla="*/ 4425650 w 6496636"/>
                <a:gd name="connsiteY3" fmla="*/ 564407 h 564407"/>
                <a:gd name="connsiteX4" fmla="*/ 4822152 w 6496636"/>
                <a:gd name="connsiteY4" fmla="*/ 282204 h 564407"/>
                <a:gd name="connsiteX5" fmla="*/ 4425650 w 6496636"/>
                <a:gd name="connsiteY5" fmla="*/ 0 h 564407"/>
                <a:gd name="connsiteX6" fmla="*/ 4714154 w 6496636"/>
                <a:gd name="connsiteY6" fmla="*/ 0 h 564407"/>
                <a:gd name="connsiteX7" fmla="*/ 5110656 w 6496636"/>
                <a:gd name="connsiteY7" fmla="*/ 282204 h 564407"/>
                <a:gd name="connsiteX8" fmla="*/ 4714154 w 6496636"/>
                <a:gd name="connsiteY8" fmla="*/ 564407 h 564407"/>
                <a:gd name="connsiteX9" fmla="*/ 3717550 w 6496636"/>
                <a:gd name="connsiteY9" fmla="*/ 564407 h 564407"/>
                <a:gd name="connsiteX10" fmla="*/ 4114052 w 6496636"/>
                <a:gd name="connsiteY10" fmla="*/ 282204 h 564407"/>
                <a:gd name="connsiteX11" fmla="*/ 3717550 w 6496636"/>
                <a:gd name="connsiteY11" fmla="*/ 0 h 564407"/>
                <a:gd name="connsiteX12" fmla="*/ 4006054 w 6496636"/>
                <a:gd name="connsiteY12" fmla="*/ 0 h 564407"/>
                <a:gd name="connsiteX13" fmla="*/ 4402556 w 6496636"/>
                <a:gd name="connsiteY13" fmla="*/ 282204 h 564407"/>
                <a:gd name="connsiteX14" fmla="*/ 4006054 w 6496636"/>
                <a:gd name="connsiteY14" fmla="*/ 564407 h 564407"/>
                <a:gd name="connsiteX15" fmla="*/ 708100 w 6496636"/>
                <a:gd name="connsiteY15" fmla="*/ 564407 h 564407"/>
                <a:gd name="connsiteX16" fmla="*/ 1104602 w 6496636"/>
                <a:gd name="connsiteY16" fmla="*/ 282204 h 564407"/>
                <a:gd name="connsiteX17" fmla="*/ 708100 w 6496636"/>
                <a:gd name="connsiteY17" fmla="*/ 0 h 564407"/>
                <a:gd name="connsiteX18" fmla="*/ 996604 w 6496636"/>
                <a:gd name="connsiteY18" fmla="*/ 0 h 564407"/>
                <a:gd name="connsiteX19" fmla="*/ 1393106 w 6496636"/>
                <a:gd name="connsiteY19" fmla="*/ 282204 h 564407"/>
                <a:gd name="connsiteX20" fmla="*/ 996604 w 6496636"/>
                <a:gd name="connsiteY20" fmla="*/ 564407 h 564407"/>
                <a:gd name="connsiteX21" fmla="*/ 0 w 6496636"/>
                <a:gd name="connsiteY21" fmla="*/ 564407 h 564407"/>
                <a:gd name="connsiteX22" fmla="*/ 396502 w 6496636"/>
                <a:gd name="connsiteY22" fmla="*/ 282204 h 564407"/>
                <a:gd name="connsiteX23" fmla="*/ 0 w 6496636"/>
                <a:gd name="connsiteY23" fmla="*/ 0 h 564407"/>
                <a:gd name="connsiteX24" fmla="*/ 288504 w 6496636"/>
                <a:gd name="connsiteY24" fmla="*/ 0 h 564407"/>
                <a:gd name="connsiteX25" fmla="*/ 685006 w 6496636"/>
                <a:gd name="connsiteY25" fmla="*/ 282204 h 564407"/>
                <a:gd name="connsiteX26" fmla="*/ 288504 w 6496636"/>
                <a:gd name="connsiteY26" fmla="*/ 564407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496636" h="564407">
                  <a:moveTo>
                    <a:pt x="6475974" y="564407"/>
                  </a:moveTo>
                  <a:lnTo>
                    <a:pt x="6491255" y="553532"/>
                  </a:lnTo>
                  <a:lnTo>
                    <a:pt x="6496636" y="564407"/>
                  </a:lnTo>
                  <a:close/>
                  <a:moveTo>
                    <a:pt x="4425650" y="564407"/>
                  </a:moveTo>
                  <a:lnTo>
                    <a:pt x="4822152" y="282204"/>
                  </a:lnTo>
                  <a:lnTo>
                    <a:pt x="4425650" y="0"/>
                  </a:lnTo>
                  <a:lnTo>
                    <a:pt x="4714154" y="0"/>
                  </a:lnTo>
                  <a:lnTo>
                    <a:pt x="5110656" y="282204"/>
                  </a:lnTo>
                  <a:lnTo>
                    <a:pt x="4714154" y="564407"/>
                  </a:lnTo>
                  <a:close/>
                  <a:moveTo>
                    <a:pt x="3717550" y="564407"/>
                  </a:moveTo>
                  <a:lnTo>
                    <a:pt x="4114052" y="282204"/>
                  </a:lnTo>
                  <a:lnTo>
                    <a:pt x="3717550" y="0"/>
                  </a:lnTo>
                  <a:lnTo>
                    <a:pt x="4006054" y="0"/>
                  </a:lnTo>
                  <a:lnTo>
                    <a:pt x="4402556" y="282204"/>
                  </a:lnTo>
                  <a:lnTo>
                    <a:pt x="4006054" y="564407"/>
                  </a:lnTo>
                  <a:close/>
                  <a:moveTo>
                    <a:pt x="708100" y="564407"/>
                  </a:moveTo>
                  <a:lnTo>
                    <a:pt x="1104602" y="282204"/>
                  </a:lnTo>
                  <a:lnTo>
                    <a:pt x="708100" y="0"/>
                  </a:lnTo>
                  <a:lnTo>
                    <a:pt x="996604" y="0"/>
                  </a:lnTo>
                  <a:lnTo>
                    <a:pt x="1393106" y="282204"/>
                  </a:lnTo>
                  <a:lnTo>
                    <a:pt x="996604" y="564407"/>
                  </a:lnTo>
                  <a:close/>
                  <a:moveTo>
                    <a:pt x="0" y="564407"/>
                  </a:moveTo>
                  <a:lnTo>
                    <a:pt x="396502" y="282204"/>
                  </a:lnTo>
                  <a:lnTo>
                    <a:pt x="0" y="0"/>
                  </a:lnTo>
                  <a:lnTo>
                    <a:pt x="288504" y="0"/>
                  </a:lnTo>
                  <a:lnTo>
                    <a:pt x="685006" y="282204"/>
                  </a:lnTo>
                  <a:lnTo>
                    <a:pt x="288504" y="564407"/>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1" name="Group 40">
            <a:extLst>
              <a:ext uri="{FF2B5EF4-FFF2-40B4-BE49-F238E27FC236}">
                <a16:creationId xmlns:a16="http://schemas.microsoft.com/office/drawing/2014/main" id="{35D9DAA8-7FF2-9B31-2755-DDF88531E9A2}"/>
              </a:ext>
            </a:extLst>
          </p:cNvPr>
          <p:cNvGrpSpPr/>
          <p:nvPr userDrawn="1"/>
        </p:nvGrpSpPr>
        <p:grpSpPr>
          <a:xfrm>
            <a:off x="-70494" y="6051952"/>
            <a:ext cx="12281183" cy="597098"/>
            <a:chOff x="-70494" y="6051952"/>
            <a:chExt cx="12281183" cy="597098"/>
          </a:xfrm>
        </p:grpSpPr>
        <p:sp>
          <p:nvSpPr>
            <p:cNvPr id="38" name="Freeform: Shape 37">
              <a:extLst>
                <a:ext uri="{FF2B5EF4-FFF2-40B4-BE49-F238E27FC236}">
                  <a16:creationId xmlns:a16="http://schemas.microsoft.com/office/drawing/2014/main" id="{1FC93435-266D-4935-ABC7-C4981C3B836A}"/>
                </a:ext>
              </a:extLst>
            </p:cNvPr>
            <p:cNvSpPr/>
            <p:nvPr userDrawn="1"/>
          </p:nvSpPr>
          <p:spPr>
            <a:xfrm rot="380653">
              <a:off x="-70494" y="6051952"/>
              <a:ext cx="12281183" cy="595259"/>
            </a:xfrm>
            <a:custGeom>
              <a:avLst/>
              <a:gdLst>
                <a:gd name="connsiteX0" fmla="*/ 0 w 12281183"/>
                <a:gd name="connsiteY0" fmla="*/ 0 h 595259"/>
                <a:gd name="connsiteX1" fmla="*/ 6403622 w 12281183"/>
                <a:gd name="connsiteY1" fmla="*/ 0 h 595259"/>
                <a:gd name="connsiteX2" fmla="*/ 6403622 w 12281183"/>
                <a:gd name="connsiteY2" fmla="*/ 4414 h 595259"/>
                <a:gd name="connsiteX3" fmla="*/ 12267614 w 12281183"/>
                <a:gd name="connsiteY3" fmla="*/ 4414 h 595259"/>
                <a:gd name="connsiteX4" fmla="*/ 12281183 w 12281183"/>
                <a:gd name="connsiteY4" fmla="*/ 126457 h 595259"/>
                <a:gd name="connsiteX5" fmla="*/ 8064664 w 12281183"/>
                <a:gd name="connsiteY5" fmla="*/ 595259 h 595259"/>
                <a:gd name="connsiteX6" fmla="*/ 5955552 w 12281183"/>
                <a:gd name="connsiteY6" fmla="*/ 595259 h 595259"/>
                <a:gd name="connsiteX7" fmla="*/ 5955552 w 12281183"/>
                <a:gd name="connsiteY7" fmla="*/ 590845 h 595259"/>
                <a:gd name="connsiteX8" fmla="*/ 65691 w 12281183"/>
                <a:gd name="connsiteY8" fmla="*/ 590845 h 595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81183" h="595259">
                  <a:moveTo>
                    <a:pt x="0" y="0"/>
                  </a:moveTo>
                  <a:lnTo>
                    <a:pt x="6403622" y="0"/>
                  </a:lnTo>
                  <a:lnTo>
                    <a:pt x="6403622" y="4414"/>
                  </a:lnTo>
                  <a:lnTo>
                    <a:pt x="12267614" y="4414"/>
                  </a:lnTo>
                  <a:lnTo>
                    <a:pt x="12281183" y="126457"/>
                  </a:lnTo>
                  <a:lnTo>
                    <a:pt x="8064664" y="595259"/>
                  </a:lnTo>
                  <a:lnTo>
                    <a:pt x="5955552" y="595259"/>
                  </a:lnTo>
                  <a:lnTo>
                    <a:pt x="5955552" y="590845"/>
                  </a:lnTo>
                  <a:lnTo>
                    <a:pt x="65691" y="590845"/>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a:effectLst>
              <a:outerShdw blurRad="50800" dist="38100" dir="16200000" rotWithShape="0">
                <a:prstClr val="black">
                  <a:alpha val="40000"/>
                </a:prstClr>
              </a:outerShdw>
            </a:effectLst>
          </p:spPr>
          <p:txBody>
            <a:bodyPr rtlCol="0" anchor="ctr"/>
            <a:lstStyle/>
            <a:p>
              <a:endParaRPr lang="en-US" dirty="0"/>
            </a:p>
          </p:txBody>
        </p:sp>
        <p:sp>
          <p:nvSpPr>
            <p:cNvPr id="40" name="Freeform: Shape 39">
              <a:extLst>
                <a:ext uri="{FF2B5EF4-FFF2-40B4-BE49-F238E27FC236}">
                  <a16:creationId xmlns:a16="http://schemas.microsoft.com/office/drawing/2014/main" id="{9861BFDF-EFE8-3A7D-CFB0-78455F835238}"/>
                </a:ext>
              </a:extLst>
            </p:cNvPr>
            <p:cNvSpPr/>
            <p:nvPr userDrawn="1"/>
          </p:nvSpPr>
          <p:spPr>
            <a:xfrm rot="380653">
              <a:off x="-34752" y="6054483"/>
              <a:ext cx="12242681" cy="594567"/>
            </a:xfrm>
            <a:custGeom>
              <a:avLst/>
              <a:gdLst>
                <a:gd name="connsiteX0" fmla="*/ 8861554 w 12242681"/>
                <a:gd name="connsiteY0" fmla="*/ 480915 h 594567"/>
                <a:gd name="connsiteX1" fmla="*/ 9036028 w 12242681"/>
                <a:gd name="connsiteY1" fmla="*/ 480914 h 594567"/>
                <a:gd name="connsiteX2" fmla="*/ 9034512 w 12242681"/>
                <a:gd name="connsiteY2" fmla="*/ 482744 h 594567"/>
                <a:gd name="connsiteX3" fmla="*/ 8842331 w 12242681"/>
                <a:gd name="connsiteY3" fmla="*/ 504111 h 594567"/>
                <a:gd name="connsiteX4" fmla="*/ 8496274 w 12242681"/>
                <a:gd name="connsiteY4" fmla="*/ 480914 h 594567"/>
                <a:gd name="connsiteX5" fmla="*/ 8670747 w 12242681"/>
                <a:gd name="connsiteY5" fmla="*/ 480914 h 594567"/>
                <a:gd name="connsiteX6" fmla="*/ 8632157 w 12242681"/>
                <a:gd name="connsiteY6" fmla="*/ 527478 h 594567"/>
                <a:gd name="connsiteX7" fmla="*/ 8439976 w 12242681"/>
                <a:gd name="connsiteY7" fmla="*/ 548845 h 594567"/>
                <a:gd name="connsiteX8" fmla="*/ 8130994 w 12242681"/>
                <a:gd name="connsiteY8" fmla="*/ 480914 h 594567"/>
                <a:gd name="connsiteX9" fmla="*/ 8305466 w 12242681"/>
                <a:gd name="connsiteY9" fmla="*/ 480914 h 594567"/>
                <a:gd name="connsiteX10" fmla="*/ 8229802 w 12242681"/>
                <a:gd name="connsiteY10" fmla="*/ 572213 h 594567"/>
                <a:gd name="connsiteX11" fmla="*/ 8037623 w 12242681"/>
                <a:gd name="connsiteY11" fmla="*/ 593580 h 594567"/>
                <a:gd name="connsiteX12" fmla="*/ 12149080 w 12242681"/>
                <a:gd name="connsiteY12" fmla="*/ 4415 h 594567"/>
                <a:gd name="connsiteX13" fmla="*/ 12231811 w 12242681"/>
                <a:gd name="connsiteY13" fmla="*/ 4415 h 594567"/>
                <a:gd name="connsiteX14" fmla="*/ 12242681 w 12242681"/>
                <a:gd name="connsiteY14" fmla="*/ 102180 h 594567"/>
                <a:gd name="connsiteX15" fmla="*/ 12229540 w 12242681"/>
                <a:gd name="connsiteY15" fmla="*/ 118066 h 594567"/>
                <a:gd name="connsiteX16" fmla="*/ 12055069 w 12242681"/>
                <a:gd name="connsiteY16" fmla="*/ 118066 h 594567"/>
                <a:gd name="connsiteX17" fmla="*/ 7765712 w 12242681"/>
                <a:gd name="connsiteY17" fmla="*/ 480915 h 594567"/>
                <a:gd name="connsiteX18" fmla="*/ 7940184 w 12242681"/>
                <a:gd name="connsiteY18" fmla="*/ 480916 h 594567"/>
                <a:gd name="connsiteX19" fmla="*/ 7845997 w 12242681"/>
                <a:gd name="connsiteY19" fmla="*/ 594567 h 594567"/>
                <a:gd name="connsiteX20" fmla="*/ 7671524 w 12242681"/>
                <a:gd name="connsiteY20" fmla="*/ 594567 h 594567"/>
                <a:gd name="connsiteX21" fmla="*/ 11783801 w 12242681"/>
                <a:gd name="connsiteY21" fmla="*/ 4415 h 594567"/>
                <a:gd name="connsiteX22" fmla="*/ 11958272 w 12242681"/>
                <a:gd name="connsiteY22" fmla="*/ 4415 h 594567"/>
                <a:gd name="connsiteX23" fmla="*/ 11864260 w 12242681"/>
                <a:gd name="connsiteY23" fmla="*/ 118066 h 594567"/>
                <a:gd name="connsiteX24" fmla="*/ 11689787 w 12242681"/>
                <a:gd name="connsiteY24" fmla="*/ 118066 h 594567"/>
                <a:gd name="connsiteX25" fmla="*/ 7400430 w 12242681"/>
                <a:gd name="connsiteY25" fmla="*/ 480916 h 594567"/>
                <a:gd name="connsiteX26" fmla="*/ 7574904 w 12242681"/>
                <a:gd name="connsiteY26" fmla="*/ 480915 h 594567"/>
                <a:gd name="connsiteX27" fmla="*/ 7480715 w 12242681"/>
                <a:gd name="connsiteY27" fmla="*/ 594566 h 594567"/>
                <a:gd name="connsiteX28" fmla="*/ 7306244 w 12242681"/>
                <a:gd name="connsiteY28" fmla="*/ 594567 h 594567"/>
                <a:gd name="connsiteX29" fmla="*/ 11418519 w 12242681"/>
                <a:gd name="connsiteY29" fmla="*/ 4415 h 594567"/>
                <a:gd name="connsiteX30" fmla="*/ 11592994 w 12242681"/>
                <a:gd name="connsiteY30" fmla="*/ 4415 h 594567"/>
                <a:gd name="connsiteX31" fmla="*/ 11498977 w 12242681"/>
                <a:gd name="connsiteY31" fmla="*/ 118066 h 594567"/>
                <a:gd name="connsiteX32" fmla="*/ 11324507 w 12242681"/>
                <a:gd name="connsiteY32" fmla="*/ 118066 h 594567"/>
                <a:gd name="connsiteX33" fmla="*/ 7035149 w 12242681"/>
                <a:gd name="connsiteY33" fmla="*/ 480915 h 594567"/>
                <a:gd name="connsiteX34" fmla="*/ 7209624 w 12242681"/>
                <a:gd name="connsiteY34" fmla="*/ 480914 h 594567"/>
                <a:gd name="connsiteX35" fmla="*/ 7115435 w 12242681"/>
                <a:gd name="connsiteY35" fmla="*/ 594566 h 594567"/>
                <a:gd name="connsiteX36" fmla="*/ 6940962 w 12242681"/>
                <a:gd name="connsiteY36" fmla="*/ 594566 h 594567"/>
                <a:gd name="connsiteX37" fmla="*/ 11053240 w 12242681"/>
                <a:gd name="connsiteY37" fmla="*/ 4416 h 594567"/>
                <a:gd name="connsiteX38" fmla="*/ 11227713 w 12242681"/>
                <a:gd name="connsiteY38" fmla="*/ 4416 h 594567"/>
                <a:gd name="connsiteX39" fmla="*/ 11133698 w 12242681"/>
                <a:gd name="connsiteY39" fmla="*/ 118067 h 594567"/>
                <a:gd name="connsiteX40" fmla="*/ 10959226 w 12242681"/>
                <a:gd name="connsiteY40" fmla="*/ 118067 h 594567"/>
                <a:gd name="connsiteX41" fmla="*/ 6669870 w 12242681"/>
                <a:gd name="connsiteY41" fmla="*/ 480915 h 594567"/>
                <a:gd name="connsiteX42" fmla="*/ 6844343 w 12242681"/>
                <a:gd name="connsiteY42" fmla="*/ 480915 h 594567"/>
                <a:gd name="connsiteX43" fmla="*/ 6750155 w 12242681"/>
                <a:gd name="connsiteY43" fmla="*/ 594567 h 594567"/>
                <a:gd name="connsiteX44" fmla="*/ 6575683 w 12242681"/>
                <a:gd name="connsiteY44" fmla="*/ 594567 h 594567"/>
                <a:gd name="connsiteX45" fmla="*/ 10687958 w 12242681"/>
                <a:gd name="connsiteY45" fmla="*/ 4416 h 594567"/>
                <a:gd name="connsiteX46" fmla="*/ 10862431 w 12242681"/>
                <a:gd name="connsiteY46" fmla="*/ 4416 h 594567"/>
                <a:gd name="connsiteX47" fmla="*/ 10768416 w 12242681"/>
                <a:gd name="connsiteY47" fmla="*/ 118067 h 594567"/>
                <a:gd name="connsiteX48" fmla="*/ 10593945 w 12242681"/>
                <a:gd name="connsiteY48" fmla="*/ 118067 h 594567"/>
                <a:gd name="connsiteX49" fmla="*/ 6304139 w 12242681"/>
                <a:gd name="connsiteY49" fmla="*/ 476500 h 594567"/>
                <a:gd name="connsiteX50" fmla="*/ 6369999 w 12242681"/>
                <a:gd name="connsiteY50" fmla="*/ 476501 h 594567"/>
                <a:gd name="connsiteX51" fmla="*/ 6369999 w 12242681"/>
                <a:gd name="connsiteY51" fmla="*/ 480915 h 594567"/>
                <a:gd name="connsiteX52" fmla="*/ 6479062 w 12242681"/>
                <a:gd name="connsiteY52" fmla="*/ 480914 h 594567"/>
                <a:gd name="connsiteX53" fmla="*/ 6384875 w 12242681"/>
                <a:gd name="connsiteY53" fmla="*/ 594566 h 594567"/>
                <a:gd name="connsiteX54" fmla="*/ 6210401 w 12242681"/>
                <a:gd name="connsiteY54" fmla="*/ 594567 h 594567"/>
                <a:gd name="connsiteX55" fmla="*/ 6214061 w 12242681"/>
                <a:gd name="connsiteY55" fmla="*/ 590151 h 594567"/>
                <a:gd name="connsiteX56" fmla="*/ 6209949 w 12242681"/>
                <a:gd name="connsiteY56" fmla="*/ 590151 h 594567"/>
                <a:gd name="connsiteX57" fmla="*/ 10322678 w 12242681"/>
                <a:gd name="connsiteY57" fmla="*/ 4415 h 594567"/>
                <a:gd name="connsiteX58" fmla="*/ 10497150 w 12242681"/>
                <a:gd name="connsiteY58" fmla="*/ 4415 h 594567"/>
                <a:gd name="connsiteX59" fmla="*/ 10403137 w 12242681"/>
                <a:gd name="connsiteY59" fmla="*/ 118066 h 594567"/>
                <a:gd name="connsiteX60" fmla="*/ 10228664 w 12242681"/>
                <a:gd name="connsiteY60" fmla="*/ 118066 h 594567"/>
                <a:gd name="connsiteX61" fmla="*/ 5938856 w 12242681"/>
                <a:gd name="connsiteY61" fmla="*/ 476501 h 594567"/>
                <a:gd name="connsiteX62" fmla="*/ 6113155 w 12242681"/>
                <a:gd name="connsiteY62" fmla="*/ 476501 h 594567"/>
                <a:gd name="connsiteX63" fmla="*/ 6109504 w 12242681"/>
                <a:gd name="connsiteY63" fmla="*/ 480915 h 594567"/>
                <a:gd name="connsiteX64" fmla="*/ 6113781 w 12242681"/>
                <a:gd name="connsiteY64" fmla="*/ 480915 h 594567"/>
                <a:gd name="connsiteX65" fmla="*/ 6019594 w 12242681"/>
                <a:gd name="connsiteY65" fmla="*/ 594566 h 594567"/>
                <a:gd name="connsiteX66" fmla="*/ 5919673 w 12242681"/>
                <a:gd name="connsiteY66" fmla="*/ 594566 h 594567"/>
                <a:gd name="connsiteX67" fmla="*/ 5919672 w 12242681"/>
                <a:gd name="connsiteY67" fmla="*/ 590151 h 594567"/>
                <a:gd name="connsiteX68" fmla="*/ 5844669 w 12242681"/>
                <a:gd name="connsiteY68" fmla="*/ 590151 h 594567"/>
                <a:gd name="connsiteX69" fmla="*/ 9957397 w 12242681"/>
                <a:gd name="connsiteY69" fmla="*/ 4416 h 594567"/>
                <a:gd name="connsiteX70" fmla="*/ 10131868 w 12242681"/>
                <a:gd name="connsiteY70" fmla="*/ 4416 h 594567"/>
                <a:gd name="connsiteX71" fmla="*/ 10037682 w 12242681"/>
                <a:gd name="connsiteY71" fmla="*/ 118066 h 594567"/>
                <a:gd name="connsiteX72" fmla="*/ 9863383 w 12242681"/>
                <a:gd name="connsiteY72" fmla="*/ 118067 h 594567"/>
                <a:gd name="connsiteX73" fmla="*/ 5573400 w 12242681"/>
                <a:gd name="connsiteY73" fmla="*/ 476501 h 594567"/>
                <a:gd name="connsiteX74" fmla="*/ 5748046 w 12242681"/>
                <a:gd name="connsiteY74" fmla="*/ 476501 h 594567"/>
                <a:gd name="connsiteX75" fmla="*/ 5653859 w 12242681"/>
                <a:gd name="connsiteY75" fmla="*/ 590153 h 594567"/>
                <a:gd name="connsiteX76" fmla="*/ 5479386 w 12242681"/>
                <a:gd name="connsiteY76" fmla="*/ 590153 h 594567"/>
                <a:gd name="connsiteX77" fmla="*/ 9592114 w 12242681"/>
                <a:gd name="connsiteY77" fmla="*/ 4416 h 594567"/>
                <a:gd name="connsiteX78" fmla="*/ 9766589 w 12242681"/>
                <a:gd name="connsiteY78" fmla="*/ 4416 h 594567"/>
                <a:gd name="connsiteX79" fmla="*/ 9672575 w 12242681"/>
                <a:gd name="connsiteY79" fmla="*/ 118067 h 594567"/>
                <a:gd name="connsiteX80" fmla="*/ 9497928 w 12242681"/>
                <a:gd name="connsiteY80" fmla="*/ 118067 h 594567"/>
                <a:gd name="connsiteX81" fmla="*/ 5208119 w 12242681"/>
                <a:gd name="connsiteY81" fmla="*/ 476501 h 594567"/>
                <a:gd name="connsiteX82" fmla="*/ 5382593 w 12242681"/>
                <a:gd name="connsiteY82" fmla="*/ 476501 h 594567"/>
                <a:gd name="connsiteX83" fmla="*/ 5288578 w 12242681"/>
                <a:gd name="connsiteY83" fmla="*/ 590152 h 594567"/>
                <a:gd name="connsiteX84" fmla="*/ 5114107 w 12242681"/>
                <a:gd name="connsiteY84" fmla="*/ 590152 h 594567"/>
                <a:gd name="connsiteX85" fmla="*/ 9226834 w 12242681"/>
                <a:gd name="connsiteY85" fmla="*/ 4414 h 594567"/>
                <a:gd name="connsiteX86" fmla="*/ 9401306 w 12242681"/>
                <a:gd name="connsiteY86" fmla="*/ 4415 h 594567"/>
                <a:gd name="connsiteX87" fmla="*/ 9307120 w 12242681"/>
                <a:gd name="connsiteY87" fmla="*/ 118066 h 594567"/>
                <a:gd name="connsiteX88" fmla="*/ 9132647 w 12242681"/>
                <a:gd name="connsiteY88" fmla="*/ 118066 h 594567"/>
                <a:gd name="connsiteX89" fmla="*/ 4842839 w 12242681"/>
                <a:gd name="connsiteY89" fmla="*/ 476501 h 594567"/>
                <a:gd name="connsiteX90" fmla="*/ 5017311 w 12242681"/>
                <a:gd name="connsiteY90" fmla="*/ 476500 h 594567"/>
                <a:gd name="connsiteX91" fmla="*/ 4923298 w 12242681"/>
                <a:gd name="connsiteY91" fmla="*/ 590152 h 594567"/>
                <a:gd name="connsiteX92" fmla="*/ 4748825 w 12242681"/>
                <a:gd name="connsiteY92" fmla="*/ 590152 h 594567"/>
                <a:gd name="connsiteX93" fmla="*/ 8861555 w 12242681"/>
                <a:gd name="connsiteY93" fmla="*/ 4416 h 594567"/>
                <a:gd name="connsiteX94" fmla="*/ 9036028 w 12242681"/>
                <a:gd name="connsiteY94" fmla="*/ 4416 h 594567"/>
                <a:gd name="connsiteX95" fmla="*/ 8941841 w 12242681"/>
                <a:gd name="connsiteY95" fmla="*/ 118067 h 594567"/>
                <a:gd name="connsiteX96" fmla="*/ 8767368 w 12242681"/>
                <a:gd name="connsiteY96" fmla="*/ 118067 h 594567"/>
                <a:gd name="connsiteX97" fmla="*/ 4477558 w 12242681"/>
                <a:gd name="connsiteY97" fmla="*/ 476500 h 594567"/>
                <a:gd name="connsiteX98" fmla="*/ 4652032 w 12242681"/>
                <a:gd name="connsiteY98" fmla="*/ 476501 h 594567"/>
                <a:gd name="connsiteX99" fmla="*/ 4558017 w 12242681"/>
                <a:gd name="connsiteY99" fmla="*/ 590152 h 594567"/>
                <a:gd name="connsiteX100" fmla="*/ 4383545 w 12242681"/>
                <a:gd name="connsiteY100" fmla="*/ 590152 h 594567"/>
                <a:gd name="connsiteX101" fmla="*/ 8496273 w 12242681"/>
                <a:gd name="connsiteY101" fmla="*/ 4415 h 594567"/>
                <a:gd name="connsiteX102" fmla="*/ 8670747 w 12242681"/>
                <a:gd name="connsiteY102" fmla="*/ 4415 h 594567"/>
                <a:gd name="connsiteX103" fmla="*/ 8576558 w 12242681"/>
                <a:gd name="connsiteY103" fmla="*/ 118066 h 594567"/>
                <a:gd name="connsiteX104" fmla="*/ 8402086 w 12242681"/>
                <a:gd name="connsiteY104" fmla="*/ 118066 h 594567"/>
                <a:gd name="connsiteX105" fmla="*/ 4112277 w 12242681"/>
                <a:gd name="connsiteY105" fmla="*/ 476501 h 594567"/>
                <a:gd name="connsiteX106" fmla="*/ 4286750 w 12242681"/>
                <a:gd name="connsiteY106" fmla="*/ 476502 h 594567"/>
                <a:gd name="connsiteX107" fmla="*/ 4192736 w 12242681"/>
                <a:gd name="connsiteY107" fmla="*/ 590154 h 594567"/>
                <a:gd name="connsiteX108" fmla="*/ 4018264 w 12242681"/>
                <a:gd name="connsiteY108" fmla="*/ 590153 h 594567"/>
                <a:gd name="connsiteX109" fmla="*/ 8130992 w 12242681"/>
                <a:gd name="connsiteY109" fmla="*/ 4414 h 594567"/>
                <a:gd name="connsiteX110" fmla="*/ 8305466 w 12242681"/>
                <a:gd name="connsiteY110" fmla="*/ 4415 h 594567"/>
                <a:gd name="connsiteX111" fmla="*/ 8211278 w 12242681"/>
                <a:gd name="connsiteY111" fmla="*/ 118066 h 594567"/>
                <a:gd name="connsiteX112" fmla="*/ 8036806 w 12242681"/>
                <a:gd name="connsiteY112" fmla="*/ 118066 h 594567"/>
                <a:gd name="connsiteX113" fmla="*/ 3746996 w 12242681"/>
                <a:gd name="connsiteY113" fmla="*/ 476501 h 594567"/>
                <a:gd name="connsiteX114" fmla="*/ 3921468 w 12242681"/>
                <a:gd name="connsiteY114" fmla="*/ 476501 h 594567"/>
                <a:gd name="connsiteX115" fmla="*/ 3827456 w 12242681"/>
                <a:gd name="connsiteY115" fmla="*/ 590154 h 594567"/>
                <a:gd name="connsiteX116" fmla="*/ 3652983 w 12242681"/>
                <a:gd name="connsiteY116" fmla="*/ 590153 h 594567"/>
                <a:gd name="connsiteX117" fmla="*/ 7765712 w 12242681"/>
                <a:gd name="connsiteY117" fmla="*/ 4416 h 594567"/>
                <a:gd name="connsiteX118" fmla="*/ 7940184 w 12242681"/>
                <a:gd name="connsiteY118" fmla="*/ 4416 h 594567"/>
                <a:gd name="connsiteX119" fmla="*/ 7845997 w 12242681"/>
                <a:gd name="connsiteY119" fmla="*/ 118067 h 594567"/>
                <a:gd name="connsiteX120" fmla="*/ 7671524 w 12242681"/>
                <a:gd name="connsiteY120" fmla="*/ 118067 h 594567"/>
                <a:gd name="connsiteX121" fmla="*/ 3381716 w 12242681"/>
                <a:gd name="connsiteY121" fmla="*/ 476500 h 594567"/>
                <a:gd name="connsiteX122" fmla="*/ 3556188 w 12242681"/>
                <a:gd name="connsiteY122" fmla="*/ 476501 h 594567"/>
                <a:gd name="connsiteX123" fmla="*/ 3462175 w 12242681"/>
                <a:gd name="connsiteY123" fmla="*/ 590152 h 594567"/>
                <a:gd name="connsiteX124" fmla="*/ 3287702 w 12242681"/>
                <a:gd name="connsiteY124" fmla="*/ 590151 h 594567"/>
                <a:gd name="connsiteX125" fmla="*/ 7400431 w 12242681"/>
                <a:gd name="connsiteY125" fmla="*/ 4415 h 594567"/>
                <a:gd name="connsiteX126" fmla="*/ 7574904 w 12242681"/>
                <a:gd name="connsiteY126" fmla="*/ 4415 h 594567"/>
                <a:gd name="connsiteX127" fmla="*/ 7480715 w 12242681"/>
                <a:gd name="connsiteY127" fmla="*/ 118066 h 594567"/>
                <a:gd name="connsiteX128" fmla="*/ 7306244 w 12242681"/>
                <a:gd name="connsiteY128" fmla="*/ 118066 h 594567"/>
                <a:gd name="connsiteX129" fmla="*/ 3016435 w 12242681"/>
                <a:gd name="connsiteY129" fmla="*/ 476501 h 594567"/>
                <a:gd name="connsiteX130" fmla="*/ 3190907 w 12242681"/>
                <a:gd name="connsiteY130" fmla="*/ 476501 h 594567"/>
                <a:gd name="connsiteX131" fmla="*/ 3096721 w 12242681"/>
                <a:gd name="connsiteY131" fmla="*/ 590151 h 594567"/>
                <a:gd name="connsiteX132" fmla="*/ 2922421 w 12242681"/>
                <a:gd name="connsiteY132" fmla="*/ 590152 h 594567"/>
                <a:gd name="connsiteX133" fmla="*/ 7035149 w 12242681"/>
                <a:gd name="connsiteY133" fmla="*/ 4415 h 594567"/>
                <a:gd name="connsiteX134" fmla="*/ 7209624 w 12242681"/>
                <a:gd name="connsiteY134" fmla="*/ 4415 h 594567"/>
                <a:gd name="connsiteX135" fmla="*/ 7115435 w 12242681"/>
                <a:gd name="connsiteY135" fmla="*/ 118066 h 594567"/>
                <a:gd name="connsiteX136" fmla="*/ 6940962 w 12242681"/>
                <a:gd name="connsiteY136" fmla="*/ 118066 h 594567"/>
                <a:gd name="connsiteX137" fmla="*/ 2651153 w 12242681"/>
                <a:gd name="connsiteY137" fmla="*/ 476502 h 594567"/>
                <a:gd name="connsiteX138" fmla="*/ 2825627 w 12242681"/>
                <a:gd name="connsiteY138" fmla="*/ 476501 h 594567"/>
                <a:gd name="connsiteX139" fmla="*/ 2731613 w 12242681"/>
                <a:gd name="connsiteY139" fmla="*/ 590154 h 594567"/>
                <a:gd name="connsiteX140" fmla="*/ 2556966 w 12242681"/>
                <a:gd name="connsiteY140" fmla="*/ 590151 h 594567"/>
                <a:gd name="connsiteX141" fmla="*/ 6669871 w 12242681"/>
                <a:gd name="connsiteY141" fmla="*/ 4416 h 594567"/>
                <a:gd name="connsiteX142" fmla="*/ 6844344 w 12242681"/>
                <a:gd name="connsiteY142" fmla="*/ 4416 h 594567"/>
                <a:gd name="connsiteX143" fmla="*/ 6750155 w 12242681"/>
                <a:gd name="connsiteY143" fmla="*/ 118067 h 594567"/>
                <a:gd name="connsiteX144" fmla="*/ 6575683 w 12242681"/>
                <a:gd name="connsiteY144" fmla="*/ 118067 h 594567"/>
                <a:gd name="connsiteX145" fmla="*/ 2285872 w 12242681"/>
                <a:gd name="connsiteY145" fmla="*/ 476501 h 594567"/>
                <a:gd name="connsiteX146" fmla="*/ 2460346 w 12242681"/>
                <a:gd name="connsiteY146" fmla="*/ 476501 h 594567"/>
                <a:gd name="connsiteX147" fmla="*/ 2366158 w 12242681"/>
                <a:gd name="connsiteY147" fmla="*/ 590151 h 594567"/>
                <a:gd name="connsiteX148" fmla="*/ 2191685 w 12242681"/>
                <a:gd name="connsiteY148" fmla="*/ 590151 h 594567"/>
                <a:gd name="connsiteX149" fmla="*/ 6304137 w 12242681"/>
                <a:gd name="connsiteY149" fmla="*/ 0 h 594567"/>
                <a:gd name="connsiteX150" fmla="*/ 6369999 w 12242681"/>
                <a:gd name="connsiteY150" fmla="*/ 0 h 594567"/>
                <a:gd name="connsiteX151" fmla="*/ 6369999 w 12242681"/>
                <a:gd name="connsiteY151" fmla="*/ 4415 h 594567"/>
                <a:gd name="connsiteX152" fmla="*/ 6479062 w 12242681"/>
                <a:gd name="connsiteY152" fmla="*/ 4415 h 594567"/>
                <a:gd name="connsiteX153" fmla="*/ 6384875 w 12242681"/>
                <a:gd name="connsiteY153" fmla="*/ 118066 h 594567"/>
                <a:gd name="connsiteX154" fmla="*/ 6210401 w 12242681"/>
                <a:gd name="connsiteY154" fmla="*/ 118066 h 594567"/>
                <a:gd name="connsiteX155" fmla="*/ 6214059 w 12242681"/>
                <a:gd name="connsiteY155" fmla="*/ 113652 h 594567"/>
                <a:gd name="connsiteX156" fmla="*/ 6209948 w 12242681"/>
                <a:gd name="connsiteY156" fmla="*/ 113651 h 594567"/>
                <a:gd name="connsiteX157" fmla="*/ 1920592 w 12242681"/>
                <a:gd name="connsiteY157" fmla="*/ 476502 h 594567"/>
                <a:gd name="connsiteX158" fmla="*/ 2095066 w 12242681"/>
                <a:gd name="connsiteY158" fmla="*/ 476500 h 594567"/>
                <a:gd name="connsiteX159" fmla="*/ 2000878 w 12242681"/>
                <a:gd name="connsiteY159" fmla="*/ 590153 h 594567"/>
                <a:gd name="connsiteX160" fmla="*/ 1826406 w 12242681"/>
                <a:gd name="connsiteY160" fmla="*/ 590151 h 594567"/>
                <a:gd name="connsiteX161" fmla="*/ 5938853 w 12242681"/>
                <a:gd name="connsiteY161" fmla="*/ 0 h 594567"/>
                <a:gd name="connsiteX162" fmla="*/ 6113154 w 12242681"/>
                <a:gd name="connsiteY162" fmla="*/ 0 h 594567"/>
                <a:gd name="connsiteX163" fmla="*/ 6109502 w 12242681"/>
                <a:gd name="connsiteY163" fmla="*/ 4416 h 594567"/>
                <a:gd name="connsiteX164" fmla="*/ 6113781 w 12242681"/>
                <a:gd name="connsiteY164" fmla="*/ 4414 h 594567"/>
                <a:gd name="connsiteX165" fmla="*/ 6019594 w 12242681"/>
                <a:gd name="connsiteY165" fmla="*/ 118066 h 594567"/>
                <a:gd name="connsiteX166" fmla="*/ 5919671 w 12242681"/>
                <a:gd name="connsiteY166" fmla="*/ 118066 h 594567"/>
                <a:gd name="connsiteX167" fmla="*/ 5919671 w 12242681"/>
                <a:gd name="connsiteY167" fmla="*/ 113651 h 594567"/>
                <a:gd name="connsiteX168" fmla="*/ 5844669 w 12242681"/>
                <a:gd name="connsiteY168" fmla="*/ 113651 h 594567"/>
                <a:gd name="connsiteX169" fmla="*/ 1555312 w 12242681"/>
                <a:gd name="connsiteY169" fmla="*/ 476500 h 594567"/>
                <a:gd name="connsiteX170" fmla="*/ 1729785 w 12242681"/>
                <a:gd name="connsiteY170" fmla="*/ 476501 h 594567"/>
                <a:gd name="connsiteX171" fmla="*/ 1635597 w 12242681"/>
                <a:gd name="connsiteY171" fmla="*/ 590151 h 594567"/>
                <a:gd name="connsiteX172" fmla="*/ 1461124 w 12242681"/>
                <a:gd name="connsiteY172" fmla="*/ 590152 h 594567"/>
                <a:gd name="connsiteX173" fmla="*/ 5573401 w 12242681"/>
                <a:gd name="connsiteY173" fmla="*/ 0 h 594567"/>
                <a:gd name="connsiteX174" fmla="*/ 5748047 w 12242681"/>
                <a:gd name="connsiteY174" fmla="*/ 1 h 594567"/>
                <a:gd name="connsiteX175" fmla="*/ 5653860 w 12242681"/>
                <a:gd name="connsiteY175" fmla="*/ 113651 h 594567"/>
                <a:gd name="connsiteX176" fmla="*/ 5479387 w 12242681"/>
                <a:gd name="connsiteY176" fmla="*/ 113651 h 594567"/>
                <a:gd name="connsiteX177" fmla="*/ 1190031 w 12242681"/>
                <a:gd name="connsiteY177" fmla="*/ 476501 h 594567"/>
                <a:gd name="connsiteX178" fmla="*/ 1364504 w 12242681"/>
                <a:gd name="connsiteY178" fmla="*/ 476500 h 594567"/>
                <a:gd name="connsiteX179" fmla="*/ 1270315 w 12242681"/>
                <a:gd name="connsiteY179" fmla="*/ 590151 h 594567"/>
                <a:gd name="connsiteX180" fmla="*/ 1095844 w 12242681"/>
                <a:gd name="connsiteY180" fmla="*/ 590151 h 594567"/>
                <a:gd name="connsiteX181" fmla="*/ 5208118 w 12242681"/>
                <a:gd name="connsiteY181" fmla="*/ 1 h 594567"/>
                <a:gd name="connsiteX182" fmla="*/ 5382594 w 12242681"/>
                <a:gd name="connsiteY182" fmla="*/ 0 h 594567"/>
                <a:gd name="connsiteX183" fmla="*/ 5288577 w 12242681"/>
                <a:gd name="connsiteY183" fmla="*/ 113651 h 594567"/>
                <a:gd name="connsiteX184" fmla="*/ 5114107 w 12242681"/>
                <a:gd name="connsiteY184" fmla="*/ 113652 h 594567"/>
                <a:gd name="connsiteX185" fmla="*/ 824750 w 12242681"/>
                <a:gd name="connsiteY185" fmla="*/ 476501 h 594567"/>
                <a:gd name="connsiteX186" fmla="*/ 999222 w 12242681"/>
                <a:gd name="connsiteY186" fmla="*/ 476502 h 594567"/>
                <a:gd name="connsiteX187" fmla="*/ 905035 w 12242681"/>
                <a:gd name="connsiteY187" fmla="*/ 590154 h 594567"/>
                <a:gd name="connsiteX188" fmla="*/ 730562 w 12242681"/>
                <a:gd name="connsiteY188" fmla="*/ 590153 h 594567"/>
                <a:gd name="connsiteX189" fmla="*/ 4842839 w 12242681"/>
                <a:gd name="connsiteY189" fmla="*/ 0 h 594567"/>
                <a:gd name="connsiteX190" fmla="*/ 5017310 w 12242681"/>
                <a:gd name="connsiteY190" fmla="*/ 0 h 594567"/>
                <a:gd name="connsiteX191" fmla="*/ 4923298 w 12242681"/>
                <a:gd name="connsiteY191" fmla="*/ 113651 h 594567"/>
                <a:gd name="connsiteX192" fmla="*/ 4748825 w 12242681"/>
                <a:gd name="connsiteY192" fmla="*/ 113651 h 594567"/>
                <a:gd name="connsiteX193" fmla="*/ 459469 w 12242681"/>
                <a:gd name="connsiteY193" fmla="*/ 476501 h 594567"/>
                <a:gd name="connsiteX194" fmla="*/ 633942 w 12242681"/>
                <a:gd name="connsiteY194" fmla="*/ 476501 h 594567"/>
                <a:gd name="connsiteX195" fmla="*/ 539754 w 12242681"/>
                <a:gd name="connsiteY195" fmla="*/ 590151 h 594567"/>
                <a:gd name="connsiteX196" fmla="*/ 365281 w 12242681"/>
                <a:gd name="connsiteY196" fmla="*/ 590153 h 594567"/>
                <a:gd name="connsiteX197" fmla="*/ 4477556 w 12242681"/>
                <a:gd name="connsiteY197" fmla="*/ 1 h 594567"/>
                <a:gd name="connsiteX198" fmla="*/ 4652032 w 12242681"/>
                <a:gd name="connsiteY198" fmla="*/ 0 h 594567"/>
                <a:gd name="connsiteX199" fmla="*/ 4558017 w 12242681"/>
                <a:gd name="connsiteY199" fmla="*/ 113651 h 594567"/>
                <a:gd name="connsiteX200" fmla="*/ 4383545 w 12242681"/>
                <a:gd name="connsiteY200" fmla="*/ 113651 h 594567"/>
                <a:gd name="connsiteX201" fmla="*/ 94188 w 12242681"/>
                <a:gd name="connsiteY201" fmla="*/ 476501 h 594567"/>
                <a:gd name="connsiteX202" fmla="*/ 268661 w 12242681"/>
                <a:gd name="connsiteY202" fmla="*/ 476501 h 594567"/>
                <a:gd name="connsiteX203" fmla="*/ 174473 w 12242681"/>
                <a:gd name="connsiteY203" fmla="*/ 590152 h 594567"/>
                <a:gd name="connsiteX204" fmla="*/ 29811 w 12242681"/>
                <a:gd name="connsiteY204" fmla="*/ 590151 h 594567"/>
                <a:gd name="connsiteX205" fmla="*/ 26285 w 12242681"/>
                <a:gd name="connsiteY205" fmla="*/ 558435 h 594567"/>
                <a:gd name="connsiteX206" fmla="*/ 4112277 w 12242681"/>
                <a:gd name="connsiteY206" fmla="*/ 2 h 594567"/>
                <a:gd name="connsiteX207" fmla="*/ 4286750 w 12242681"/>
                <a:gd name="connsiteY207" fmla="*/ 1 h 594567"/>
                <a:gd name="connsiteX208" fmla="*/ 4192736 w 12242681"/>
                <a:gd name="connsiteY208" fmla="*/ 113652 h 594567"/>
                <a:gd name="connsiteX209" fmla="*/ 4018263 w 12242681"/>
                <a:gd name="connsiteY209" fmla="*/ 113652 h 594567"/>
                <a:gd name="connsiteX210" fmla="*/ 3746995 w 12242681"/>
                <a:gd name="connsiteY210" fmla="*/ 1 h 594567"/>
                <a:gd name="connsiteX211" fmla="*/ 3921468 w 12242681"/>
                <a:gd name="connsiteY211" fmla="*/ 2 h 594567"/>
                <a:gd name="connsiteX212" fmla="*/ 3827454 w 12242681"/>
                <a:gd name="connsiteY212" fmla="*/ 113654 h 594567"/>
                <a:gd name="connsiteX213" fmla="*/ 3652983 w 12242681"/>
                <a:gd name="connsiteY213" fmla="*/ 113652 h 594567"/>
                <a:gd name="connsiteX214" fmla="*/ 3381715 w 12242681"/>
                <a:gd name="connsiteY214" fmla="*/ 1 h 594567"/>
                <a:gd name="connsiteX215" fmla="*/ 3556188 w 12242681"/>
                <a:gd name="connsiteY215" fmla="*/ 1 h 594567"/>
                <a:gd name="connsiteX216" fmla="*/ 3462175 w 12242681"/>
                <a:gd name="connsiteY216" fmla="*/ 113651 h 594567"/>
                <a:gd name="connsiteX217" fmla="*/ 3287703 w 12242681"/>
                <a:gd name="connsiteY217" fmla="*/ 113651 h 594567"/>
                <a:gd name="connsiteX218" fmla="*/ 3016435 w 12242681"/>
                <a:gd name="connsiteY218" fmla="*/ 2 h 594567"/>
                <a:gd name="connsiteX219" fmla="*/ 3190906 w 12242681"/>
                <a:gd name="connsiteY219" fmla="*/ 1 h 594567"/>
                <a:gd name="connsiteX220" fmla="*/ 3096720 w 12242681"/>
                <a:gd name="connsiteY220" fmla="*/ 113651 h 594567"/>
                <a:gd name="connsiteX221" fmla="*/ 2922421 w 12242681"/>
                <a:gd name="connsiteY221" fmla="*/ 113652 h 594567"/>
                <a:gd name="connsiteX222" fmla="*/ 2651151 w 12242681"/>
                <a:gd name="connsiteY222" fmla="*/ 2 h 594567"/>
                <a:gd name="connsiteX223" fmla="*/ 2825627 w 12242681"/>
                <a:gd name="connsiteY223" fmla="*/ 2 h 594567"/>
                <a:gd name="connsiteX224" fmla="*/ 2731613 w 12242681"/>
                <a:gd name="connsiteY224" fmla="*/ 113654 h 594567"/>
                <a:gd name="connsiteX225" fmla="*/ 2556966 w 12242681"/>
                <a:gd name="connsiteY225" fmla="*/ 113652 h 594567"/>
                <a:gd name="connsiteX226" fmla="*/ 2285872 w 12242681"/>
                <a:gd name="connsiteY226" fmla="*/ 0 h 594567"/>
                <a:gd name="connsiteX227" fmla="*/ 2460345 w 12242681"/>
                <a:gd name="connsiteY227" fmla="*/ 0 h 594567"/>
                <a:gd name="connsiteX228" fmla="*/ 2366158 w 12242681"/>
                <a:gd name="connsiteY228" fmla="*/ 113651 h 594567"/>
                <a:gd name="connsiteX229" fmla="*/ 2191685 w 12242681"/>
                <a:gd name="connsiteY229" fmla="*/ 113651 h 594567"/>
                <a:gd name="connsiteX230" fmla="*/ 1920592 w 12242681"/>
                <a:gd name="connsiteY230" fmla="*/ 2 h 594567"/>
                <a:gd name="connsiteX231" fmla="*/ 2095066 w 12242681"/>
                <a:gd name="connsiteY231" fmla="*/ 2 h 594567"/>
                <a:gd name="connsiteX232" fmla="*/ 2000878 w 12242681"/>
                <a:gd name="connsiteY232" fmla="*/ 113652 h 594567"/>
                <a:gd name="connsiteX233" fmla="*/ 1826406 w 12242681"/>
                <a:gd name="connsiteY233" fmla="*/ 113652 h 594567"/>
                <a:gd name="connsiteX234" fmla="*/ 1555311 w 12242681"/>
                <a:gd name="connsiteY234" fmla="*/ 0 h 594567"/>
                <a:gd name="connsiteX235" fmla="*/ 1729785 w 12242681"/>
                <a:gd name="connsiteY235" fmla="*/ 1 h 594567"/>
                <a:gd name="connsiteX236" fmla="*/ 1635596 w 12242681"/>
                <a:gd name="connsiteY236" fmla="*/ 113651 h 594567"/>
                <a:gd name="connsiteX237" fmla="*/ 1461124 w 12242681"/>
                <a:gd name="connsiteY237" fmla="*/ 113651 h 594567"/>
                <a:gd name="connsiteX238" fmla="*/ 1190029 w 12242681"/>
                <a:gd name="connsiteY238" fmla="*/ 0 h 594567"/>
                <a:gd name="connsiteX239" fmla="*/ 1364504 w 12242681"/>
                <a:gd name="connsiteY239" fmla="*/ 0 h 594567"/>
                <a:gd name="connsiteX240" fmla="*/ 1270316 w 12242681"/>
                <a:gd name="connsiteY240" fmla="*/ 113651 h 594567"/>
                <a:gd name="connsiteX241" fmla="*/ 1095844 w 12242681"/>
                <a:gd name="connsiteY241" fmla="*/ 113652 h 594567"/>
                <a:gd name="connsiteX242" fmla="*/ 824750 w 12242681"/>
                <a:gd name="connsiteY242" fmla="*/ 1 h 594567"/>
                <a:gd name="connsiteX243" fmla="*/ 999222 w 12242681"/>
                <a:gd name="connsiteY243" fmla="*/ 1 h 594567"/>
                <a:gd name="connsiteX244" fmla="*/ 905035 w 12242681"/>
                <a:gd name="connsiteY244" fmla="*/ 113653 h 594567"/>
                <a:gd name="connsiteX245" fmla="*/ 730562 w 12242681"/>
                <a:gd name="connsiteY245" fmla="*/ 113652 h 594567"/>
                <a:gd name="connsiteX246" fmla="*/ 459468 w 12242681"/>
                <a:gd name="connsiteY246" fmla="*/ 0 h 594567"/>
                <a:gd name="connsiteX247" fmla="*/ 633942 w 12242681"/>
                <a:gd name="connsiteY247" fmla="*/ 0 h 594567"/>
                <a:gd name="connsiteX248" fmla="*/ 539753 w 12242681"/>
                <a:gd name="connsiteY248" fmla="*/ 113651 h 594567"/>
                <a:gd name="connsiteX249" fmla="*/ 365281 w 12242681"/>
                <a:gd name="connsiteY249" fmla="*/ 113652 h 594567"/>
                <a:gd name="connsiteX250" fmla="*/ 94188 w 12242681"/>
                <a:gd name="connsiteY250" fmla="*/ 1 h 594567"/>
                <a:gd name="connsiteX251" fmla="*/ 268661 w 12242681"/>
                <a:gd name="connsiteY251" fmla="*/ 0 h 594567"/>
                <a:gd name="connsiteX252" fmla="*/ 174473 w 12242681"/>
                <a:gd name="connsiteY252" fmla="*/ 113652 h 594567"/>
                <a:gd name="connsiteX253" fmla="*/ 0 w 12242681"/>
                <a:gd name="connsiteY253" fmla="*/ 113651 h 594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Lst>
              <a:rect l="l" t="t" r="r" b="b"/>
              <a:pathLst>
                <a:path w="12242681" h="594567">
                  <a:moveTo>
                    <a:pt x="8861554" y="480915"/>
                  </a:moveTo>
                  <a:lnTo>
                    <a:pt x="9036028" y="480914"/>
                  </a:lnTo>
                  <a:lnTo>
                    <a:pt x="9034512" y="482744"/>
                  </a:lnTo>
                  <a:lnTo>
                    <a:pt x="8842331" y="504111"/>
                  </a:lnTo>
                  <a:close/>
                  <a:moveTo>
                    <a:pt x="8496274" y="480914"/>
                  </a:moveTo>
                  <a:lnTo>
                    <a:pt x="8670747" y="480914"/>
                  </a:lnTo>
                  <a:lnTo>
                    <a:pt x="8632157" y="527478"/>
                  </a:lnTo>
                  <a:lnTo>
                    <a:pt x="8439976" y="548845"/>
                  </a:lnTo>
                  <a:close/>
                  <a:moveTo>
                    <a:pt x="8130994" y="480914"/>
                  </a:moveTo>
                  <a:lnTo>
                    <a:pt x="8305466" y="480914"/>
                  </a:lnTo>
                  <a:lnTo>
                    <a:pt x="8229802" y="572213"/>
                  </a:lnTo>
                  <a:lnTo>
                    <a:pt x="8037623" y="593580"/>
                  </a:lnTo>
                  <a:close/>
                  <a:moveTo>
                    <a:pt x="12149080" y="4415"/>
                  </a:moveTo>
                  <a:lnTo>
                    <a:pt x="12231811" y="4415"/>
                  </a:lnTo>
                  <a:lnTo>
                    <a:pt x="12242681" y="102180"/>
                  </a:lnTo>
                  <a:lnTo>
                    <a:pt x="12229540" y="118066"/>
                  </a:lnTo>
                  <a:lnTo>
                    <a:pt x="12055069" y="118066"/>
                  </a:lnTo>
                  <a:close/>
                  <a:moveTo>
                    <a:pt x="7765712" y="480915"/>
                  </a:moveTo>
                  <a:lnTo>
                    <a:pt x="7940184" y="480916"/>
                  </a:lnTo>
                  <a:lnTo>
                    <a:pt x="7845997" y="594567"/>
                  </a:lnTo>
                  <a:lnTo>
                    <a:pt x="7671524" y="594567"/>
                  </a:lnTo>
                  <a:close/>
                  <a:moveTo>
                    <a:pt x="11783801" y="4415"/>
                  </a:moveTo>
                  <a:lnTo>
                    <a:pt x="11958272" y="4415"/>
                  </a:lnTo>
                  <a:lnTo>
                    <a:pt x="11864260" y="118066"/>
                  </a:lnTo>
                  <a:lnTo>
                    <a:pt x="11689787" y="118066"/>
                  </a:lnTo>
                  <a:close/>
                  <a:moveTo>
                    <a:pt x="7400430" y="480916"/>
                  </a:moveTo>
                  <a:lnTo>
                    <a:pt x="7574904" y="480915"/>
                  </a:lnTo>
                  <a:lnTo>
                    <a:pt x="7480715" y="594566"/>
                  </a:lnTo>
                  <a:lnTo>
                    <a:pt x="7306244" y="594567"/>
                  </a:lnTo>
                  <a:close/>
                  <a:moveTo>
                    <a:pt x="11418519" y="4415"/>
                  </a:moveTo>
                  <a:lnTo>
                    <a:pt x="11592994" y="4415"/>
                  </a:lnTo>
                  <a:lnTo>
                    <a:pt x="11498977" y="118066"/>
                  </a:lnTo>
                  <a:lnTo>
                    <a:pt x="11324507" y="118066"/>
                  </a:lnTo>
                  <a:close/>
                  <a:moveTo>
                    <a:pt x="7035149" y="480915"/>
                  </a:moveTo>
                  <a:lnTo>
                    <a:pt x="7209624" y="480914"/>
                  </a:lnTo>
                  <a:lnTo>
                    <a:pt x="7115435" y="594566"/>
                  </a:lnTo>
                  <a:lnTo>
                    <a:pt x="6940962" y="594566"/>
                  </a:lnTo>
                  <a:close/>
                  <a:moveTo>
                    <a:pt x="11053240" y="4416"/>
                  </a:moveTo>
                  <a:lnTo>
                    <a:pt x="11227713" y="4416"/>
                  </a:lnTo>
                  <a:lnTo>
                    <a:pt x="11133698" y="118067"/>
                  </a:lnTo>
                  <a:lnTo>
                    <a:pt x="10959226" y="118067"/>
                  </a:lnTo>
                  <a:close/>
                  <a:moveTo>
                    <a:pt x="6669870" y="480915"/>
                  </a:moveTo>
                  <a:lnTo>
                    <a:pt x="6844343" y="480915"/>
                  </a:lnTo>
                  <a:lnTo>
                    <a:pt x="6750155" y="594567"/>
                  </a:lnTo>
                  <a:lnTo>
                    <a:pt x="6575683" y="594567"/>
                  </a:lnTo>
                  <a:close/>
                  <a:moveTo>
                    <a:pt x="10687958" y="4416"/>
                  </a:moveTo>
                  <a:lnTo>
                    <a:pt x="10862431" y="4416"/>
                  </a:lnTo>
                  <a:lnTo>
                    <a:pt x="10768416" y="118067"/>
                  </a:lnTo>
                  <a:lnTo>
                    <a:pt x="10593945" y="118067"/>
                  </a:lnTo>
                  <a:close/>
                  <a:moveTo>
                    <a:pt x="6304139" y="476500"/>
                  </a:moveTo>
                  <a:lnTo>
                    <a:pt x="6369999" y="476501"/>
                  </a:lnTo>
                  <a:lnTo>
                    <a:pt x="6369999" y="480915"/>
                  </a:lnTo>
                  <a:lnTo>
                    <a:pt x="6479062" y="480914"/>
                  </a:lnTo>
                  <a:lnTo>
                    <a:pt x="6384875" y="594566"/>
                  </a:lnTo>
                  <a:lnTo>
                    <a:pt x="6210401" y="594567"/>
                  </a:lnTo>
                  <a:lnTo>
                    <a:pt x="6214061" y="590151"/>
                  </a:lnTo>
                  <a:lnTo>
                    <a:pt x="6209949" y="590151"/>
                  </a:lnTo>
                  <a:close/>
                  <a:moveTo>
                    <a:pt x="10322678" y="4415"/>
                  </a:moveTo>
                  <a:lnTo>
                    <a:pt x="10497150" y="4415"/>
                  </a:lnTo>
                  <a:lnTo>
                    <a:pt x="10403137" y="118066"/>
                  </a:lnTo>
                  <a:lnTo>
                    <a:pt x="10228664" y="118066"/>
                  </a:lnTo>
                  <a:close/>
                  <a:moveTo>
                    <a:pt x="5938856" y="476501"/>
                  </a:moveTo>
                  <a:lnTo>
                    <a:pt x="6113155" y="476501"/>
                  </a:lnTo>
                  <a:lnTo>
                    <a:pt x="6109504" y="480915"/>
                  </a:lnTo>
                  <a:lnTo>
                    <a:pt x="6113781" y="480915"/>
                  </a:lnTo>
                  <a:lnTo>
                    <a:pt x="6019594" y="594566"/>
                  </a:lnTo>
                  <a:lnTo>
                    <a:pt x="5919673" y="594566"/>
                  </a:lnTo>
                  <a:lnTo>
                    <a:pt x="5919672" y="590151"/>
                  </a:lnTo>
                  <a:lnTo>
                    <a:pt x="5844669" y="590151"/>
                  </a:lnTo>
                  <a:close/>
                  <a:moveTo>
                    <a:pt x="9957397" y="4416"/>
                  </a:moveTo>
                  <a:lnTo>
                    <a:pt x="10131868" y="4416"/>
                  </a:lnTo>
                  <a:lnTo>
                    <a:pt x="10037682" y="118066"/>
                  </a:lnTo>
                  <a:lnTo>
                    <a:pt x="9863383" y="118067"/>
                  </a:lnTo>
                  <a:close/>
                  <a:moveTo>
                    <a:pt x="5573400" y="476501"/>
                  </a:moveTo>
                  <a:lnTo>
                    <a:pt x="5748046" y="476501"/>
                  </a:lnTo>
                  <a:lnTo>
                    <a:pt x="5653859" y="590153"/>
                  </a:lnTo>
                  <a:lnTo>
                    <a:pt x="5479386" y="590153"/>
                  </a:lnTo>
                  <a:close/>
                  <a:moveTo>
                    <a:pt x="9592114" y="4416"/>
                  </a:moveTo>
                  <a:lnTo>
                    <a:pt x="9766589" y="4416"/>
                  </a:lnTo>
                  <a:lnTo>
                    <a:pt x="9672575" y="118067"/>
                  </a:lnTo>
                  <a:lnTo>
                    <a:pt x="9497928" y="118067"/>
                  </a:lnTo>
                  <a:close/>
                  <a:moveTo>
                    <a:pt x="5208119" y="476501"/>
                  </a:moveTo>
                  <a:lnTo>
                    <a:pt x="5382593" y="476501"/>
                  </a:lnTo>
                  <a:lnTo>
                    <a:pt x="5288578" y="590152"/>
                  </a:lnTo>
                  <a:lnTo>
                    <a:pt x="5114107" y="590152"/>
                  </a:lnTo>
                  <a:close/>
                  <a:moveTo>
                    <a:pt x="9226834" y="4414"/>
                  </a:moveTo>
                  <a:lnTo>
                    <a:pt x="9401306" y="4415"/>
                  </a:lnTo>
                  <a:lnTo>
                    <a:pt x="9307120" y="118066"/>
                  </a:lnTo>
                  <a:lnTo>
                    <a:pt x="9132647" y="118066"/>
                  </a:lnTo>
                  <a:close/>
                  <a:moveTo>
                    <a:pt x="4842839" y="476501"/>
                  </a:moveTo>
                  <a:lnTo>
                    <a:pt x="5017311" y="476500"/>
                  </a:lnTo>
                  <a:lnTo>
                    <a:pt x="4923298" y="590152"/>
                  </a:lnTo>
                  <a:lnTo>
                    <a:pt x="4748825" y="590152"/>
                  </a:lnTo>
                  <a:close/>
                  <a:moveTo>
                    <a:pt x="8861555" y="4416"/>
                  </a:moveTo>
                  <a:lnTo>
                    <a:pt x="9036028" y="4416"/>
                  </a:lnTo>
                  <a:lnTo>
                    <a:pt x="8941841" y="118067"/>
                  </a:lnTo>
                  <a:lnTo>
                    <a:pt x="8767368" y="118067"/>
                  </a:lnTo>
                  <a:close/>
                  <a:moveTo>
                    <a:pt x="4477558" y="476500"/>
                  </a:moveTo>
                  <a:lnTo>
                    <a:pt x="4652032" y="476501"/>
                  </a:lnTo>
                  <a:lnTo>
                    <a:pt x="4558017" y="590152"/>
                  </a:lnTo>
                  <a:lnTo>
                    <a:pt x="4383545" y="590152"/>
                  </a:lnTo>
                  <a:close/>
                  <a:moveTo>
                    <a:pt x="8496273" y="4415"/>
                  </a:moveTo>
                  <a:lnTo>
                    <a:pt x="8670747" y="4415"/>
                  </a:lnTo>
                  <a:lnTo>
                    <a:pt x="8576558" y="118066"/>
                  </a:lnTo>
                  <a:lnTo>
                    <a:pt x="8402086" y="118066"/>
                  </a:lnTo>
                  <a:close/>
                  <a:moveTo>
                    <a:pt x="4112277" y="476501"/>
                  </a:moveTo>
                  <a:lnTo>
                    <a:pt x="4286750" y="476502"/>
                  </a:lnTo>
                  <a:lnTo>
                    <a:pt x="4192736" y="590154"/>
                  </a:lnTo>
                  <a:lnTo>
                    <a:pt x="4018264" y="590153"/>
                  </a:lnTo>
                  <a:close/>
                  <a:moveTo>
                    <a:pt x="8130992" y="4414"/>
                  </a:moveTo>
                  <a:lnTo>
                    <a:pt x="8305466" y="4415"/>
                  </a:lnTo>
                  <a:lnTo>
                    <a:pt x="8211278" y="118066"/>
                  </a:lnTo>
                  <a:lnTo>
                    <a:pt x="8036806" y="118066"/>
                  </a:lnTo>
                  <a:close/>
                  <a:moveTo>
                    <a:pt x="3746996" y="476501"/>
                  </a:moveTo>
                  <a:lnTo>
                    <a:pt x="3921468" y="476501"/>
                  </a:lnTo>
                  <a:lnTo>
                    <a:pt x="3827456" y="590154"/>
                  </a:lnTo>
                  <a:lnTo>
                    <a:pt x="3652983" y="590153"/>
                  </a:lnTo>
                  <a:close/>
                  <a:moveTo>
                    <a:pt x="7765712" y="4416"/>
                  </a:moveTo>
                  <a:lnTo>
                    <a:pt x="7940184" y="4416"/>
                  </a:lnTo>
                  <a:lnTo>
                    <a:pt x="7845997" y="118067"/>
                  </a:lnTo>
                  <a:lnTo>
                    <a:pt x="7671524" y="118067"/>
                  </a:lnTo>
                  <a:close/>
                  <a:moveTo>
                    <a:pt x="3381716" y="476500"/>
                  </a:moveTo>
                  <a:lnTo>
                    <a:pt x="3556188" y="476501"/>
                  </a:lnTo>
                  <a:lnTo>
                    <a:pt x="3462175" y="590152"/>
                  </a:lnTo>
                  <a:lnTo>
                    <a:pt x="3287702" y="590151"/>
                  </a:lnTo>
                  <a:close/>
                  <a:moveTo>
                    <a:pt x="7400431" y="4415"/>
                  </a:moveTo>
                  <a:lnTo>
                    <a:pt x="7574904" y="4415"/>
                  </a:lnTo>
                  <a:lnTo>
                    <a:pt x="7480715" y="118066"/>
                  </a:lnTo>
                  <a:lnTo>
                    <a:pt x="7306244" y="118066"/>
                  </a:lnTo>
                  <a:close/>
                  <a:moveTo>
                    <a:pt x="3016435" y="476501"/>
                  </a:moveTo>
                  <a:lnTo>
                    <a:pt x="3190907" y="476501"/>
                  </a:lnTo>
                  <a:lnTo>
                    <a:pt x="3096721" y="590151"/>
                  </a:lnTo>
                  <a:lnTo>
                    <a:pt x="2922421" y="590152"/>
                  </a:lnTo>
                  <a:close/>
                  <a:moveTo>
                    <a:pt x="7035149" y="4415"/>
                  </a:moveTo>
                  <a:lnTo>
                    <a:pt x="7209624" y="4415"/>
                  </a:lnTo>
                  <a:lnTo>
                    <a:pt x="7115435" y="118066"/>
                  </a:lnTo>
                  <a:lnTo>
                    <a:pt x="6940962" y="118066"/>
                  </a:lnTo>
                  <a:close/>
                  <a:moveTo>
                    <a:pt x="2651153" y="476502"/>
                  </a:moveTo>
                  <a:lnTo>
                    <a:pt x="2825627" y="476501"/>
                  </a:lnTo>
                  <a:lnTo>
                    <a:pt x="2731613" y="590154"/>
                  </a:lnTo>
                  <a:lnTo>
                    <a:pt x="2556966" y="590151"/>
                  </a:lnTo>
                  <a:close/>
                  <a:moveTo>
                    <a:pt x="6669871" y="4416"/>
                  </a:moveTo>
                  <a:lnTo>
                    <a:pt x="6844344" y="4416"/>
                  </a:lnTo>
                  <a:lnTo>
                    <a:pt x="6750155" y="118067"/>
                  </a:lnTo>
                  <a:lnTo>
                    <a:pt x="6575683" y="118067"/>
                  </a:lnTo>
                  <a:close/>
                  <a:moveTo>
                    <a:pt x="2285872" y="476501"/>
                  </a:moveTo>
                  <a:lnTo>
                    <a:pt x="2460346" y="476501"/>
                  </a:lnTo>
                  <a:lnTo>
                    <a:pt x="2366158" y="590151"/>
                  </a:lnTo>
                  <a:lnTo>
                    <a:pt x="2191685" y="590151"/>
                  </a:lnTo>
                  <a:close/>
                  <a:moveTo>
                    <a:pt x="6304137" y="0"/>
                  </a:moveTo>
                  <a:lnTo>
                    <a:pt x="6369999" y="0"/>
                  </a:lnTo>
                  <a:lnTo>
                    <a:pt x="6369999" y="4415"/>
                  </a:lnTo>
                  <a:lnTo>
                    <a:pt x="6479062" y="4415"/>
                  </a:lnTo>
                  <a:lnTo>
                    <a:pt x="6384875" y="118066"/>
                  </a:lnTo>
                  <a:lnTo>
                    <a:pt x="6210401" y="118066"/>
                  </a:lnTo>
                  <a:lnTo>
                    <a:pt x="6214059" y="113652"/>
                  </a:lnTo>
                  <a:lnTo>
                    <a:pt x="6209948" y="113651"/>
                  </a:lnTo>
                  <a:close/>
                  <a:moveTo>
                    <a:pt x="1920592" y="476502"/>
                  </a:moveTo>
                  <a:lnTo>
                    <a:pt x="2095066" y="476500"/>
                  </a:lnTo>
                  <a:lnTo>
                    <a:pt x="2000878" y="590153"/>
                  </a:lnTo>
                  <a:lnTo>
                    <a:pt x="1826406" y="590151"/>
                  </a:lnTo>
                  <a:close/>
                  <a:moveTo>
                    <a:pt x="5938853" y="0"/>
                  </a:moveTo>
                  <a:lnTo>
                    <a:pt x="6113154" y="0"/>
                  </a:lnTo>
                  <a:lnTo>
                    <a:pt x="6109502" y="4416"/>
                  </a:lnTo>
                  <a:lnTo>
                    <a:pt x="6113781" y="4414"/>
                  </a:lnTo>
                  <a:lnTo>
                    <a:pt x="6019594" y="118066"/>
                  </a:lnTo>
                  <a:lnTo>
                    <a:pt x="5919671" y="118066"/>
                  </a:lnTo>
                  <a:lnTo>
                    <a:pt x="5919671" y="113651"/>
                  </a:lnTo>
                  <a:lnTo>
                    <a:pt x="5844669" y="113651"/>
                  </a:lnTo>
                  <a:close/>
                  <a:moveTo>
                    <a:pt x="1555312" y="476500"/>
                  </a:moveTo>
                  <a:lnTo>
                    <a:pt x="1729785" y="476501"/>
                  </a:lnTo>
                  <a:lnTo>
                    <a:pt x="1635597" y="590151"/>
                  </a:lnTo>
                  <a:lnTo>
                    <a:pt x="1461124" y="590152"/>
                  </a:lnTo>
                  <a:close/>
                  <a:moveTo>
                    <a:pt x="5573401" y="0"/>
                  </a:moveTo>
                  <a:lnTo>
                    <a:pt x="5748047" y="1"/>
                  </a:lnTo>
                  <a:lnTo>
                    <a:pt x="5653860" y="113651"/>
                  </a:lnTo>
                  <a:lnTo>
                    <a:pt x="5479387" y="113651"/>
                  </a:lnTo>
                  <a:close/>
                  <a:moveTo>
                    <a:pt x="1190031" y="476501"/>
                  </a:moveTo>
                  <a:lnTo>
                    <a:pt x="1364504" y="476500"/>
                  </a:lnTo>
                  <a:lnTo>
                    <a:pt x="1270315" y="590151"/>
                  </a:lnTo>
                  <a:lnTo>
                    <a:pt x="1095844" y="590151"/>
                  </a:lnTo>
                  <a:close/>
                  <a:moveTo>
                    <a:pt x="5208118" y="1"/>
                  </a:moveTo>
                  <a:lnTo>
                    <a:pt x="5382594" y="0"/>
                  </a:lnTo>
                  <a:lnTo>
                    <a:pt x="5288577" y="113651"/>
                  </a:lnTo>
                  <a:lnTo>
                    <a:pt x="5114107" y="113652"/>
                  </a:lnTo>
                  <a:close/>
                  <a:moveTo>
                    <a:pt x="824750" y="476501"/>
                  </a:moveTo>
                  <a:lnTo>
                    <a:pt x="999222" y="476502"/>
                  </a:lnTo>
                  <a:lnTo>
                    <a:pt x="905035" y="590154"/>
                  </a:lnTo>
                  <a:lnTo>
                    <a:pt x="730562" y="590153"/>
                  </a:lnTo>
                  <a:close/>
                  <a:moveTo>
                    <a:pt x="4842839" y="0"/>
                  </a:moveTo>
                  <a:lnTo>
                    <a:pt x="5017310" y="0"/>
                  </a:lnTo>
                  <a:lnTo>
                    <a:pt x="4923298" y="113651"/>
                  </a:lnTo>
                  <a:lnTo>
                    <a:pt x="4748825" y="113651"/>
                  </a:lnTo>
                  <a:close/>
                  <a:moveTo>
                    <a:pt x="459469" y="476501"/>
                  </a:moveTo>
                  <a:lnTo>
                    <a:pt x="633942" y="476501"/>
                  </a:lnTo>
                  <a:lnTo>
                    <a:pt x="539754" y="590151"/>
                  </a:lnTo>
                  <a:lnTo>
                    <a:pt x="365281" y="590153"/>
                  </a:lnTo>
                  <a:close/>
                  <a:moveTo>
                    <a:pt x="4477556" y="1"/>
                  </a:moveTo>
                  <a:lnTo>
                    <a:pt x="4652032" y="0"/>
                  </a:lnTo>
                  <a:lnTo>
                    <a:pt x="4558017" y="113651"/>
                  </a:lnTo>
                  <a:lnTo>
                    <a:pt x="4383545" y="113651"/>
                  </a:lnTo>
                  <a:close/>
                  <a:moveTo>
                    <a:pt x="94188" y="476501"/>
                  </a:moveTo>
                  <a:lnTo>
                    <a:pt x="268661" y="476501"/>
                  </a:lnTo>
                  <a:lnTo>
                    <a:pt x="174473" y="590152"/>
                  </a:lnTo>
                  <a:lnTo>
                    <a:pt x="29811" y="590151"/>
                  </a:lnTo>
                  <a:lnTo>
                    <a:pt x="26285" y="558435"/>
                  </a:lnTo>
                  <a:close/>
                  <a:moveTo>
                    <a:pt x="4112277" y="2"/>
                  </a:moveTo>
                  <a:lnTo>
                    <a:pt x="4286750" y="1"/>
                  </a:lnTo>
                  <a:lnTo>
                    <a:pt x="4192736" y="113652"/>
                  </a:lnTo>
                  <a:lnTo>
                    <a:pt x="4018263" y="113652"/>
                  </a:lnTo>
                  <a:close/>
                  <a:moveTo>
                    <a:pt x="3746995" y="1"/>
                  </a:moveTo>
                  <a:lnTo>
                    <a:pt x="3921468" y="2"/>
                  </a:lnTo>
                  <a:lnTo>
                    <a:pt x="3827454" y="113654"/>
                  </a:lnTo>
                  <a:lnTo>
                    <a:pt x="3652983" y="113652"/>
                  </a:lnTo>
                  <a:close/>
                  <a:moveTo>
                    <a:pt x="3381715" y="1"/>
                  </a:moveTo>
                  <a:lnTo>
                    <a:pt x="3556188" y="1"/>
                  </a:lnTo>
                  <a:lnTo>
                    <a:pt x="3462175" y="113651"/>
                  </a:lnTo>
                  <a:lnTo>
                    <a:pt x="3287703" y="113651"/>
                  </a:lnTo>
                  <a:close/>
                  <a:moveTo>
                    <a:pt x="3016435" y="2"/>
                  </a:moveTo>
                  <a:lnTo>
                    <a:pt x="3190906" y="1"/>
                  </a:lnTo>
                  <a:lnTo>
                    <a:pt x="3096720" y="113651"/>
                  </a:lnTo>
                  <a:lnTo>
                    <a:pt x="2922421" y="113652"/>
                  </a:lnTo>
                  <a:close/>
                  <a:moveTo>
                    <a:pt x="2651151" y="2"/>
                  </a:moveTo>
                  <a:lnTo>
                    <a:pt x="2825627" y="2"/>
                  </a:lnTo>
                  <a:lnTo>
                    <a:pt x="2731613" y="113654"/>
                  </a:lnTo>
                  <a:lnTo>
                    <a:pt x="2556966" y="113652"/>
                  </a:lnTo>
                  <a:close/>
                  <a:moveTo>
                    <a:pt x="2285872" y="0"/>
                  </a:moveTo>
                  <a:lnTo>
                    <a:pt x="2460345" y="0"/>
                  </a:lnTo>
                  <a:lnTo>
                    <a:pt x="2366158" y="113651"/>
                  </a:lnTo>
                  <a:lnTo>
                    <a:pt x="2191685" y="113651"/>
                  </a:lnTo>
                  <a:close/>
                  <a:moveTo>
                    <a:pt x="1920592" y="2"/>
                  </a:moveTo>
                  <a:lnTo>
                    <a:pt x="2095066" y="2"/>
                  </a:lnTo>
                  <a:lnTo>
                    <a:pt x="2000878" y="113652"/>
                  </a:lnTo>
                  <a:lnTo>
                    <a:pt x="1826406" y="113652"/>
                  </a:lnTo>
                  <a:close/>
                  <a:moveTo>
                    <a:pt x="1555311" y="0"/>
                  </a:moveTo>
                  <a:lnTo>
                    <a:pt x="1729785" y="1"/>
                  </a:lnTo>
                  <a:lnTo>
                    <a:pt x="1635596" y="113651"/>
                  </a:lnTo>
                  <a:lnTo>
                    <a:pt x="1461124" y="113651"/>
                  </a:lnTo>
                  <a:close/>
                  <a:moveTo>
                    <a:pt x="1190029" y="0"/>
                  </a:moveTo>
                  <a:lnTo>
                    <a:pt x="1364504" y="0"/>
                  </a:lnTo>
                  <a:lnTo>
                    <a:pt x="1270316" y="113651"/>
                  </a:lnTo>
                  <a:lnTo>
                    <a:pt x="1095844" y="113652"/>
                  </a:lnTo>
                  <a:close/>
                  <a:moveTo>
                    <a:pt x="824750" y="1"/>
                  </a:moveTo>
                  <a:lnTo>
                    <a:pt x="999222" y="1"/>
                  </a:lnTo>
                  <a:lnTo>
                    <a:pt x="905035" y="113653"/>
                  </a:lnTo>
                  <a:lnTo>
                    <a:pt x="730562" y="113652"/>
                  </a:lnTo>
                  <a:close/>
                  <a:moveTo>
                    <a:pt x="459468" y="0"/>
                  </a:moveTo>
                  <a:lnTo>
                    <a:pt x="633942" y="0"/>
                  </a:lnTo>
                  <a:lnTo>
                    <a:pt x="539753" y="113651"/>
                  </a:lnTo>
                  <a:lnTo>
                    <a:pt x="365281" y="113652"/>
                  </a:lnTo>
                  <a:close/>
                  <a:moveTo>
                    <a:pt x="94188" y="1"/>
                  </a:moveTo>
                  <a:lnTo>
                    <a:pt x="268661" y="0"/>
                  </a:lnTo>
                  <a:lnTo>
                    <a:pt x="174473" y="113652"/>
                  </a:lnTo>
                  <a:lnTo>
                    <a:pt x="0" y="113651"/>
                  </a:lnTo>
                  <a:close/>
                </a:path>
              </a:pathLst>
            </a:custGeom>
            <a:solidFill>
              <a:srgbClr val="231F20"/>
            </a:solidFill>
            <a:ln w="14523" cap="flat">
              <a:noFill/>
              <a:prstDash val="solid"/>
              <a:miter/>
            </a:ln>
          </p:spPr>
          <p:txBody>
            <a:bodyPr rtlCol="0" anchor="ctr"/>
            <a:lstStyle/>
            <a:p>
              <a:endParaRPr lang="en-US"/>
            </a:p>
          </p:txBody>
        </p:sp>
      </p:grpSp>
    </p:spTree>
    <p:extLst>
      <p:ext uri="{BB962C8B-B14F-4D97-AF65-F5344CB8AC3E}">
        <p14:creationId xmlns:p14="http://schemas.microsoft.com/office/powerpoint/2010/main" val="749222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lement-Slid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7CA85B99-083B-1697-8A3B-1533CEE9A57E}"/>
              </a:ext>
            </a:extLst>
          </p:cNvPr>
          <p:cNvSpPr>
            <a:spLocks noGrp="1"/>
          </p:cNvSpPr>
          <p:nvPr>
            <p:ph type="title" hasCustomPrompt="1"/>
          </p:nvPr>
        </p:nvSpPr>
        <p:spPr>
          <a:xfrm>
            <a:off x="267293" y="374837"/>
            <a:ext cx="9829434" cy="1169551"/>
          </a:xfrm>
        </p:spPr>
        <p:txBody>
          <a:bodyPr wrap="square">
            <a:spAutoFit/>
          </a:bodyPr>
          <a:lstStyle>
            <a:lvl1pPr>
              <a:lnSpc>
                <a:spcPct val="100000"/>
              </a:lnSpc>
              <a:defRPr sz="7000" b="1">
                <a:solidFill>
                  <a:schemeClr val="bg1"/>
                </a:solidFill>
                <a:latin typeface="Questrial" pitchFamily="2" charset="0"/>
              </a:defRPr>
            </a:lvl1pPr>
          </a:lstStyle>
          <a:p>
            <a:r>
              <a:rPr lang="en-US" dirty="0"/>
              <a:t>Slide Headline</a:t>
            </a:r>
          </a:p>
        </p:txBody>
      </p:sp>
      <p:grpSp>
        <p:nvGrpSpPr>
          <p:cNvPr id="18" name="Group 17">
            <a:extLst>
              <a:ext uri="{FF2B5EF4-FFF2-40B4-BE49-F238E27FC236}">
                <a16:creationId xmlns:a16="http://schemas.microsoft.com/office/drawing/2014/main" id="{DC1F5C7C-9E1B-3EE4-C629-E2DDF3DE5D90}"/>
              </a:ext>
            </a:extLst>
          </p:cNvPr>
          <p:cNvGrpSpPr/>
          <p:nvPr userDrawn="1"/>
        </p:nvGrpSpPr>
        <p:grpSpPr>
          <a:xfrm>
            <a:off x="-210792" y="5811799"/>
            <a:ext cx="8258820" cy="639801"/>
            <a:chOff x="-210792" y="5811799"/>
            <a:chExt cx="8258820" cy="639801"/>
          </a:xfrm>
        </p:grpSpPr>
        <p:sp>
          <p:nvSpPr>
            <p:cNvPr id="15" name="Freeform: Shape 14">
              <a:extLst>
                <a:ext uri="{FF2B5EF4-FFF2-40B4-BE49-F238E27FC236}">
                  <a16:creationId xmlns:a16="http://schemas.microsoft.com/office/drawing/2014/main" id="{8CAF9178-31EE-D6A7-DC8C-B61E292FA364}"/>
                </a:ext>
              </a:extLst>
            </p:cNvPr>
            <p:cNvSpPr/>
            <p:nvPr userDrawn="1"/>
          </p:nvSpPr>
          <p:spPr>
            <a:xfrm rot="867860">
              <a:off x="-210792" y="5811799"/>
              <a:ext cx="8258820" cy="639801"/>
            </a:xfrm>
            <a:custGeom>
              <a:avLst/>
              <a:gdLst>
                <a:gd name="connsiteX0" fmla="*/ 0 w 8258820"/>
                <a:gd name="connsiteY0" fmla="*/ 0 h 639801"/>
                <a:gd name="connsiteX1" fmla="*/ 6737880 w 8258820"/>
                <a:gd name="connsiteY1" fmla="*/ 0 h 639801"/>
                <a:gd name="connsiteX2" fmla="*/ 6737880 w 8258820"/>
                <a:gd name="connsiteY2" fmla="*/ 4780 h 639801"/>
                <a:gd name="connsiteX3" fmla="*/ 8258820 w 8258820"/>
                <a:gd name="connsiteY3" fmla="*/ 4780 h 639801"/>
                <a:gd name="connsiteX4" fmla="*/ 5797054 w 8258820"/>
                <a:gd name="connsiteY4" fmla="*/ 639801 h 639801"/>
                <a:gd name="connsiteX5" fmla="*/ 165039 w 8258820"/>
                <a:gd name="connsiteY5" fmla="*/ 639801 h 639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8820" h="639801">
                  <a:moveTo>
                    <a:pt x="0" y="0"/>
                  </a:moveTo>
                  <a:lnTo>
                    <a:pt x="6737880" y="0"/>
                  </a:lnTo>
                  <a:lnTo>
                    <a:pt x="6737880" y="4780"/>
                  </a:lnTo>
                  <a:lnTo>
                    <a:pt x="8258820" y="4780"/>
                  </a:lnTo>
                  <a:lnTo>
                    <a:pt x="5797054" y="639801"/>
                  </a:lnTo>
                  <a:lnTo>
                    <a:pt x="165039" y="639801"/>
                  </a:lnTo>
                  <a:close/>
                </a:path>
              </a:pathLst>
            </a:custGeom>
            <a:gradFill>
              <a:gsLst>
                <a:gs pos="19000">
                  <a:schemeClr val="accent1"/>
                </a:gs>
                <a:gs pos="4587">
                  <a:schemeClr val="accent1"/>
                </a:gs>
                <a:gs pos="100000">
                  <a:schemeClr val="accent1"/>
                </a:gs>
                <a:gs pos="90821">
                  <a:schemeClr val="accent1">
                    <a:lumMod val="60000"/>
                    <a:lumOff val="40000"/>
                  </a:schemeClr>
                </a:gs>
                <a:gs pos="33000">
                  <a:schemeClr val="accent1">
                    <a:lumMod val="75000"/>
                  </a:schemeClr>
                </a:gs>
              </a:gsLst>
              <a:lin ang="5400000" scaled="1"/>
            </a:gradFill>
            <a:ln w="14523" cap="flat">
              <a:noFill/>
              <a:prstDash val="solid"/>
              <a:miter/>
            </a:ln>
            <a:effectLst>
              <a:outerShdw blurRad="50800" dist="38100" dir="16200000" rotWithShape="0">
                <a:prstClr val="black">
                  <a:alpha val="40000"/>
                </a:prstClr>
              </a:outerShdw>
            </a:effectLst>
          </p:spPr>
          <p:txBody>
            <a:bodyPr rtlCol="0" anchor="ctr"/>
            <a:lstStyle/>
            <a:p>
              <a:endParaRPr lang="en-US" dirty="0"/>
            </a:p>
          </p:txBody>
        </p:sp>
        <p:sp>
          <p:nvSpPr>
            <p:cNvPr id="17" name="Freeform: Shape 16">
              <a:extLst>
                <a:ext uri="{FF2B5EF4-FFF2-40B4-BE49-F238E27FC236}">
                  <a16:creationId xmlns:a16="http://schemas.microsoft.com/office/drawing/2014/main" id="{A1804CD8-ECE2-5E71-6D46-473C9B4B2D0F}"/>
                </a:ext>
              </a:extLst>
            </p:cNvPr>
            <p:cNvSpPr/>
            <p:nvPr userDrawn="1"/>
          </p:nvSpPr>
          <p:spPr>
            <a:xfrm rot="867860">
              <a:off x="-210648" y="5812199"/>
              <a:ext cx="8255701" cy="639053"/>
            </a:xfrm>
            <a:custGeom>
              <a:avLst/>
              <a:gdLst>
                <a:gd name="connsiteX0" fmla="*/ 6273266 w 8255701"/>
                <a:gd name="connsiteY0" fmla="*/ 515982 h 639053"/>
                <a:gd name="connsiteX1" fmla="*/ 6273946 w 8255701"/>
                <a:gd name="connsiteY1" fmla="*/ 515982 h 639053"/>
                <a:gd name="connsiteX2" fmla="*/ 6273081 w 8255701"/>
                <a:gd name="connsiteY2" fmla="*/ 516206 h 639053"/>
                <a:gd name="connsiteX3" fmla="*/ 8251489 w 8255701"/>
                <a:gd name="connsiteY3" fmla="*/ 4782 h 639053"/>
                <a:gd name="connsiteX4" fmla="*/ 8255701 w 8255701"/>
                <a:gd name="connsiteY4" fmla="*/ 4782 h 639053"/>
                <a:gd name="connsiteX5" fmla="*/ 8250343 w 8255701"/>
                <a:gd name="connsiteY5" fmla="*/ 6164 h 639053"/>
                <a:gd name="connsiteX6" fmla="*/ 5877530 w 8255701"/>
                <a:gd name="connsiteY6" fmla="*/ 515982 h 639053"/>
                <a:gd name="connsiteX7" fmla="*/ 6066646 w 8255701"/>
                <a:gd name="connsiteY7" fmla="*/ 515982 h 639053"/>
                <a:gd name="connsiteX8" fmla="*/ 6010281 w 8255701"/>
                <a:gd name="connsiteY8" fmla="*/ 583996 h 639053"/>
                <a:gd name="connsiteX9" fmla="*/ 5796849 w 8255701"/>
                <a:gd name="connsiteY9" fmla="*/ 639051 h 639053"/>
                <a:gd name="connsiteX10" fmla="*/ 5775726 w 8255701"/>
                <a:gd name="connsiteY10" fmla="*/ 639051 h 639053"/>
                <a:gd name="connsiteX11" fmla="*/ 7855942 w 8255701"/>
                <a:gd name="connsiteY11" fmla="*/ 4781 h 639053"/>
                <a:gd name="connsiteX12" fmla="*/ 8044871 w 8255701"/>
                <a:gd name="connsiteY12" fmla="*/ 4781 h 639053"/>
                <a:gd name="connsiteX13" fmla="*/ 7987543 w 8255701"/>
                <a:gd name="connsiteY13" fmla="*/ 73954 h 639053"/>
                <a:gd name="connsiteX14" fmla="*/ 7778613 w 8255701"/>
                <a:gd name="connsiteY14" fmla="*/ 127848 h 639053"/>
                <a:gd name="connsiteX15" fmla="*/ 7753950 w 8255701"/>
                <a:gd name="connsiteY15" fmla="*/ 127848 h 639053"/>
                <a:gd name="connsiteX16" fmla="*/ 5481982 w 8255701"/>
                <a:gd name="connsiteY16" fmla="*/ 515983 h 639053"/>
                <a:gd name="connsiteX17" fmla="*/ 5670913 w 8255701"/>
                <a:gd name="connsiteY17" fmla="*/ 515982 h 639053"/>
                <a:gd name="connsiteX18" fmla="*/ 5569108 w 8255701"/>
                <a:gd name="connsiteY18" fmla="*/ 639050 h 639053"/>
                <a:gd name="connsiteX19" fmla="*/ 5380181 w 8255701"/>
                <a:gd name="connsiteY19" fmla="*/ 639050 h 639053"/>
                <a:gd name="connsiteX20" fmla="*/ 7460394 w 8255701"/>
                <a:gd name="connsiteY20" fmla="*/ 4781 h 639053"/>
                <a:gd name="connsiteX21" fmla="*/ 7649325 w 8255701"/>
                <a:gd name="connsiteY21" fmla="*/ 4781 h 639053"/>
                <a:gd name="connsiteX22" fmla="*/ 7547332 w 8255701"/>
                <a:gd name="connsiteY22" fmla="*/ 127849 h 639053"/>
                <a:gd name="connsiteX23" fmla="*/ 7358402 w 8255701"/>
                <a:gd name="connsiteY23" fmla="*/ 127849 h 639053"/>
                <a:gd name="connsiteX24" fmla="*/ 5086436 w 8255701"/>
                <a:gd name="connsiteY24" fmla="*/ 515982 h 639053"/>
                <a:gd name="connsiteX25" fmla="*/ 5275365 w 8255701"/>
                <a:gd name="connsiteY25" fmla="*/ 515981 h 639053"/>
                <a:gd name="connsiteX26" fmla="*/ 5173563 w 8255701"/>
                <a:gd name="connsiteY26" fmla="*/ 639050 h 639053"/>
                <a:gd name="connsiteX27" fmla="*/ 4984633 w 8255701"/>
                <a:gd name="connsiteY27" fmla="*/ 639050 h 639053"/>
                <a:gd name="connsiteX28" fmla="*/ 7064850 w 8255701"/>
                <a:gd name="connsiteY28" fmla="*/ 4782 h 639053"/>
                <a:gd name="connsiteX29" fmla="*/ 7253779 w 8255701"/>
                <a:gd name="connsiteY29" fmla="*/ 4782 h 639053"/>
                <a:gd name="connsiteX30" fmla="*/ 7151786 w 8255701"/>
                <a:gd name="connsiteY30" fmla="*/ 127850 h 639053"/>
                <a:gd name="connsiteX31" fmla="*/ 6962858 w 8255701"/>
                <a:gd name="connsiteY31" fmla="*/ 127850 h 639053"/>
                <a:gd name="connsiteX32" fmla="*/ 4690889 w 8255701"/>
                <a:gd name="connsiteY32" fmla="*/ 515981 h 639053"/>
                <a:gd name="connsiteX33" fmla="*/ 4879820 w 8255701"/>
                <a:gd name="connsiteY33" fmla="*/ 515983 h 639053"/>
                <a:gd name="connsiteX34" fmla="*/ 4778015 w 8255701"/>
                <a:gd name="connsiteY34" fmla="*/ 639050 h 639053"/>
                <a:gd name="connsiteX35" fmla="*/ 4589087 w 8255701"/>
                <a:gd name="connsiteY35" fmla="*/ 639050 h 639053"/>
                <a:gd name="connsiteX36" fmla="*/ 6668812 w 8255701"/>
                <a:gd name="connsiteY36" fmla="*/ 0 h 639053"/>
                <a:gd name="connsiteX37" fmla="*/ 6740132 w 8255701"/>
                <a:gd name="connsiteY37" fmla="*/ 0 h 639053"/>
                <a:gd name="connsiteX38" fmla="*/ 6740132 w 8255701"/>
                <a:gd name="connsiteY38" fmla="*/ 4781 h 639053"/>
                <a:gd name="connsiteX39" fmla="*/ 6858231 w 8255701"/>
                <a:gd name="connsiteY39" fmla="*/ 4781 h 639053"/>
                <a:gd name="connsiteX40" fmla="*/ 6756240 w 8255701"/>
                <a:gd name="connsiteY40" fmla="*/ 127849 h 639053"/>
                <a:gd name="connsiteX41" fmla="*/ 6567310 w 8255701"/>
                <a:gd name="connsiteY41" fmla="*/ 127849 h 639053"/>
                <a:gd name="connsiteX42" fmla="*/ 6571271 w 8255701"/>
                <a:gd name="connsiteY42" fmla="*/ 123069 h 639053"/>
                <a:gd name="connsiteX43" fmla="*/ 6566819 w 8255701"/>
                <a:gd name="connsiteY43" fmla="*/ 123068 h 639053"/>
                <a:gd name="connsiteX44" fmla="*/ 4295343 w 8255701"/>
                <a:gd name="connsiteY44" fmla="*/ 515983 h 639053"/>
                <a:gd name="connsiteX45" fmla="*/ 4484272 w 8255701"/>
                <a:gd name="connsiteY45" fmla="*/ 515983 h 639053"/>
                <a:gd name="connsiteX46" fmla="*/ 4382468 w 8255701"/>
                <a:gd name="connsiteY46" fmla="*/ 639053 h 639053"/>
                <a:gd name="connsiteX47" fmla="*/ 4193540 w 8255701"/>
                <a:gd name="connsiteY47" fmla="*/ 639051 h 639053"/>
                <a:gd name="connsiteX48" fmla="*/ 6273262 w 8255701"/>
                <a:gd name="connsiteY48" fmla="*/ 0 h 639053"/>
                <a:gd name="connsiteX49" fmla="*/ 6462005 w 8255701"/>
                <a:gd name="connsiteY49" fmla="*/ 0 h 639053"/>
                <a:gd name="connsiteX50" fmla="*/ 6458050 w 8255701"/>
                <a:gd name="connsiteY50" fmla="*/ 4782 h 639053"/>
                <a:gd name="connsiteX51" fmla="*/ 6462684 w 8255701"/>
                <a:gd name="connsiteY51" fmla="*/ 4779 h 639053"/>
                <a:gd name="connsiteX52" fmla="*/ 6360694 w 8255701"/>
                <a:gd name="connsiteY52" fmla="*/ 127848 h 639053"/>
                <a:gd name="connsiteX53" fmla="*/ 6252491 w 8255701"/>
                <a:gd name="connsiteY53" fmla="*/ 127849 h 639053"/>
                <a:gd name="connsiteX54" fmla="*/ 6252491 w 8255701"/>
                <a:gd name="connsiteY54" fmla="*/ 123068 h 639053"/>
                <a:gd name="connsiteX55" fmla="*/ 6171275 w 8255701"/>
                <a:gd name="connsiteY55" fmla="*/ 123068 h 639053"/>
                <a:gd name="connsiteX56" fmla="*/ 3899795 w 8255701"/>
                <a:gd name="connsiteY56" fmla="*/ 515982 h 639053"/>
                <a:gd name="connsiteX57" fmla="*/ 4088724 w 8255701"/>
                <a:gd name="connsiteY57" fmla="*/ 515982 h 639053"/>
                <a:gd name="connsiteX58" fmla="*/ 3986922 w 8255701"/>
                <a:gd name="connsiteY58" fmla="*/ 639052 h 639053"/>
                <a:gd name="connsiteX59" fmla="*/ 3797993 w 8255701"/>
                <a:gd name="connsiteY59" fmla="*/ 639051 h 639053"/>
                <a:gd name="connsiteX60" fmla="*/ 5877530 w 8255701"/>
                <a:gd name="connsiteY60" fmla="*/ 0 h 639053"/>
                <a:gd name="connsiteX61" fmla="*/ 6066647 w 8255701"/>
                <a:gd name="connsiteY61" fmla="*/ 1 h 639053"/>
                <a:gd name="connsiteX62" fmla="*/ 5964655 w 8255701"/>
                <a:gd name="connsiteY62" fmla="*/ 123068 h 639053"/>
                <a:gd name="connsiteX63" fmla="*/ 5775727 w 8255701"/>
                <a:gd name="connsiteY63" fmla="*/ 123068 h 639053"/>
                <a:gd name="connsiteX64" fmla="*/ 3504250 w 8255701"/>
                <a:gd name="connsiteY64" fmla="*/ 515981 h 639053"/>
                <a:gd name="connsiteX65" fmla="*/ 3693178 w 8255701"/>
                <a:gd name="connsiteY65" fmla="*/ 515982 h 639053"/>
                <a:gd name="connsiteX66" fmla="*/ 3591375 w 8255701"/>
                <a:gd name="connsiteY66" fmla="*/ 639050 h 639053"/>
                <a:gd name="connsiteX67" fmla="*/ 3402446 w 8255701"/>
                <a:gd name="connsiteY67" fmla="*/ 639049 h 639053"/>
                <a:gd name="connsiteX68" fmla="*/ 5481981 w 8255701"/>
                <a:gd name="connsiteY68" fmla="*/ 1 h 639053"/>
                <a:gd name="connsiteX69" fmla="*/ 5670913 w 8255701"/>
                <a:gd name="connsiteY69" fmla="*/ 0 h 639053"/>
                <a:gd name="connsiteX70" fmla="*/ 5569106 w 8255701"/>
                <a:gd name="connsiteY70" fmla="*/ 123068 h 639053"/>
                <a:gd name="connsiteX71" fmla="*/ 5380180 w 8255701"/>
                <a:gd name="connsiteY71" fmla="*/ 123069 h 639053"/>
                <a:gd name="connsiteX72" fmla="*/ 3108703 w 8255701"/>
                <a:gd name="connsiteY72" fmla="*/ 515982 h 639053"/>
                <a:gd name="connsiteX73" fmla="*/ 3297631 w 8255701"/>
                <a:gd name="connsiteY73" fmla="*/ 515982 h 639053"/>
                <a:gd name="connsiteX74" fmla="*/ 3195641 w 8255701"/>
                <a:gd name="connsiteY74" fmla="*/ 639049 h 639053"/>
                <a:gd name="connsiteX75" fmla="*/ 3006899 w 8255701"/>
                <a:gd name="connsiteY75" fmla="*/ 639050 h 639053"/>
                <a:gd name="connsiteX76" fmla="*/ 5086436 w 8255701"/>
                <a:gd name="connsiteY76" fmla="*/ 0 h 639053"/>
                <a:gd name="connsiteX77" fmla="*/ 5275364 w 8255701"/>
                <a:gd name="connsiteY77" fmla="*/ 0 h 639053"/>
                <a:gd name="connsiteX78" fmla="*/ 5173562 w 8255701"/>
                <a:gd name="connsiteY78" fmla="*/ 123068 h 639053"/>
                <a:gd name="connsiteX79" fmla="*/ 4984632 w 8255701"/>
                <a:gd name="connsiteY79" fmla="*/ 123068 h 639053"/>
                <a:gd name="connsiteX80" fmla="*/ 2713155 w 8255701"/>
                <a:gd name="connsiteY80" fmla="*/ 515983 h 639053"/>
                <a:gd name="connsiteX81" fmla="*/ 2902085 w 8255701"/>
                <a:gd name="connsiteY81" fmla="*/ 515982 h 639053"/>
                <a:gd name="connsiteX82" fmla="*/ 2800282 w 8255701"/>
                <a:gd name="connsiteY82" fmla="*/ 639052 h 639053"/>
                <a:gd name="connsiteX83" fmla="*/ 2611164 w 8255701"/>
                <a:gd name="connsiteY83" fmla="*/ 639049 h 639053"/>
                <a:gd name="connsiteX84" fmla="*/ 4690888 w 8255701"/>
                <a:gd name="connsiteY84" fmla="*/ 1 h 639053"/>
                <a:gd name="connsiteX85" fmla="*/ 4879819 w 8255701"/>
                <a:gd name="connsiteY85" fmla="*/ 0 h 639053"/>
                <a:gd name="connsiteX86" fmla="*/ 4778015 w 8255701"/>
                <a:gd name="connsiteY86" fmla="*/ 123068 h 639053"/>
                <a:gd name="connsiteX87" fmla="*/ 4589087 w 8255701"/>
                <a:gd name="connsiteY87" fmla="*/ 123068 h 639053"/>
                <a:gd name="connsiteX88" fmla="*/ 2317608 w 8255701"/>
                <a:gd name="connsiteY88" fmla="*/ 515982 h 639053"/>
                <a:gd name="connsiteX89" fmla="*/ 2506538 w 8255701"/>
                <a:gd name="connsiteY89" fmla="*/ 515982 h 639053"/>
                <a:gd name="connsiteX90" fmla="*/ 2404546 w 8255701"/>
                <a:gd name="connsiteY90" fmla="*/ 639049 h 639053"/>
                <a:gd name="connsiteX91" fmla="*/ 2215617 w 8255701"/>
                <a:gd name="connsiteY91" fmla="*/ 639049 h 639053"/>
                <a:gd name="connsiteX92" fmla="*/ 4295343 w 8255701"/>
                <a:gd name="connsiteY92" fmla="*/ 2 h 639053"/>
                <a:gd name="connsiteX93" fmla="*/ 4484271 w 8255701"/>
                <a:gd name="connsiteY93" fmla="*/ 1 h 639053"/>
                <a:gd name="connsiteX94" fmla="*/ 4382468 w 8255701"/>
                <a:gd name="connsiteY94" fmla="*/ 123069 h 639053"/>
                <a:gd name="connsiteX95" fmla="*/ 4193539 w 8255701"/>
                <a:gd name="connsiteY95" fmla="*/ 123069 h 639053"/>
                <a:gd name="connsiteX96" fmla="*/ 1922062 w 8255701"/>
                <a:gd name="connsiteY96" fmla="*/ 515983 h 639053"/>
                <a:gd name="connsiteX97" fmla="*/ 2110992 w 8255701"/>
                <a:gd name="connsiteY97" fmla="*/ 515981 h 639053"/>
                <a:gd name="connsiteX98" fmla="*/ 2009000 w 8255701"/>
                <a:gd name="connsiteY98" fmla="*/ 639051 h 639053"/>
                <a:gd name="connsiteX99" fmla="*/ 1820072 w 8255701"/>
                <a:gd name="connsiteY99" fmla="*/ 639049 h 639053"/>
                <a:gd name="connsiteX100" fmla="*/ 3899794 w 8255701"/>
                <a:gd name="connsiteY100" fmla="*/ 1 h 639053"/>
                <a:gd name="connsiteX101" fmla="*/ 4088724 w 8255701"/>
                <a:gd name="connsiteY101" fmla="*/ 2 h 639053"/>
                <a:gd name="connsiteX102" fmla="*/ 3986920 w 8255701"/>
                <a:gd name="connsiteY102" fmla="*/ 123071 h 639053"/>
                <a:gd name="connsiteX103" fmla="*/ 3797993 w 8255701"/>
                <a:gd name="connsiteY103" fmla="*/ 123069 h 639053"/>
                <a:gd name="connsiteX104" fmla="*/ 1526516 w 8255701"/>
                <a:gd name="connsiteY104" fmla="*/ 515982 h 639053"/>
                <a:gd name="connsiteX105" fmla="*/ 1715445 w 8255701"/>
                <a:gd name="connsiteY105" fmla="*/ 515982 h 639053"/>
                <a:gd name="connsiteX106" fmla="*/ 1613453 w 8255701"/>
                <a:gd name="connsiteY106" fmla="*/ 639049 h 639053"/>
                <a:gd name="connsiteX107" fmla="*/ 1424524 w 8255701"/>
                <a:gd name="connsiteY107" fmla="*/ 639050 h 639053"/>
                <a:gd name="connsiteX108" fmla="*/ 3504249 w 8255701"/>
                <a:gd name="connsiteY108" fmla="*/ 1 h 639053"/>
                <a:gd name="connsiteX109" fmla="*/ 3693178 w 8255701"/>
                <a:gd name="connsiteY109" fmla="*/ 1 h 639053"/>
                <a:gd name="connsiteX110" fmla="*/ 3591375 w 8255701"/>
                <a:gd name="connsiteY110" fmla="*/ 123068 h 639053"/>
                <a:gd name="connsiteX111" fmla="*/ 3402447 w 8255701"/>
                <a:gd name="connsiteY111" fmla="*/ 123067 h 639053"/>
                <a:gd name="connsiteX112" fmla="*/ 1130969 w 8255701"/>
                <a:gd name="connsiteY112" fmla="*/ 515982 h 639053"/>
                <a:gd name="connsiteX113" fmla="*/ 1319898 w 8255701"/>
                <a:gd name="connsiteY113" fmla="*/ 515981 h 639053"/>
                <a:gd name="connsiteX114" fmla="*/ 1217905 w 8255701"/>
                <a:gd name="connsiteY114" fmla="*/ 639049 h 639053"/>
                <a:gd name="connsiteX115" fmla="*/ 1028978 w 8255701"/>
                <a:gd name="connsiteY115" fmla="*/ 639049 h 639053"/>
                <a:gd name="connsiteX116" fmla="*/ 3108703 w 8255701"/>
                <a:gd name="connsiteY116" fmla="*/ 2 h 639053"/>
                <a:gd name="connsiteX117" fmla="*/ 3297630 w 8255701"/>
                <a:gd name="connsiteY117" fmla="*/ 1 h 639053"/>
                <a:gd name="connsiteX118" fmla="*/ 3195640 w 8255701"/>
                <a:gd name="connsiteY118" fmla="*/ 123068 h 639053"/>
                <a:gd name="connsiteX119" fmla="*/ 3006899 w 8255701"/>
                <a:gd name="connsiteY119" fmla="*/ 123069 h 639053"/>
                <a:gd name="connsiteX120" fmla="*/ 735422 w 8255701"/>
                <a:gd name="connsiteY120" fmla="*/ 515982 h 639053"/>
                <a:gd name="connsiteX121" fmla="*/ 924350 w 8255701"/>
                <a:gd name="connsiteY121" fmla="*/ 515983 h 639053"/>
                <a:gd name="connsiteX122" fmla="*/ 822359 w 8255701"/>
                <a:gd name="connsiteY122" fmla="*/ 639052 h 639053"/>
                <a:gd name="connsiteX123" fmla="*/ 633430 w 8255701"/>
                <a:gd name="connsiteY123" fmla="*/ 639051 h 639053"/>
                <a:gd name="connsiteX124" fmla="*/ 2713152 w 8255701"/>
                <a:gd name="connsiteY124" fmla="*/ 2 h 639053"/>
                <a:gd name="connsiteX125" fmla="*/ 2902085 w 8255701"/>
                <a:gd name="connsiteY125" fmla="*/ 2 h 639053"/>
                <a:gd name="connsiteX126" fmla="*/ 2800281 w 8255701"/>
                <a:gd name="connsiteY126" fmla="*/ 123071 h 639053"/>
                <a:gd name="connsiteX127" fmla="*/ 2611164 w 8255701"/>
                <a:gd name="connsiteY127" fmla="*/ 123069 h 639053"/>
                <a:gd name="connsiteX128" fmla="*/ 339875 w 8255701"/>
                <a:gd name="connsiteY128" fmla="*/ 515982 h 639053"/>
                <a:gd name="connsiteX129" fmla="*/ 528804 w 8255701"/>
                <a:gd name="connsiteY129" fmla="*/ 515982 h 639053"/>
                <a:gd name="connsiteX130" fmla="*/ 426812 w 8255701"/>
                <a:gd name="connsiteY130" fmla="*/ 639049 h 639053"/>
                <a:gd name="connsiteX131" fmla="*/ 237883 w 8255701"/>
                <a:gd name="connsiteY131" fmla="*/ 639051 h 639053"/>
                <a:gd name="connsiteX132" fmla="*/ 2317608 w 8255701"/>
                <a:gd name="connsiteY132" fmla="*/ 0 h 639053"/>
                <a:gd name="connsiteX133" fmla="*/ 2506537 w 8255701"/>
                <a:gd name="connsiteY133" fmla="*/ 0 h 639053"/>
                <a:gd name="connsiteX134" fmla="*/ 2404546 w 8255701"/>
                <a:gd name="connsiteY134" fmla="*/ 123068 h 639053"/>
                <a:gd name="connsiteX135" fmla="*/ 2215616 w 8255701"/>
                <a:gd name="connsiteY135" fmla="*/ 123068 h 639053"/>
                <a:gd name="connsiteX136" fmla="*/ 133099 w 8255701"/>
                <a:gd name="connsiteY136" fmla="*/ 515982 h 639053"/>
                <a:gd name="connsiteX137" fmla="*/ 133258 w 8255701"/>
                <a:gd name="connsiteY137" fmla="*/ 515982 h 639053"/>
                <a:gd name="connsiteX138" fmla="*/ 133137 w 8255701"/>
                <a:gd name="connsiteY138" fmla="*/ 516128 h 639053"/>
                <a:gd name="connsiteX139" fmla="*/ 1922062 w 8255701"/>
                <a:gd name="connsiteY139" fmla="*/ 2 h 639053"/>
                <a:gd name="connsiteX140" fmla="*/ 2110992 w 8255701"/>
                <a:gd name="connsiteY140" fmla="*/ 2 h 639053"/>
                <a:gd name="connsiteX141" fmla="*/ 2009000 w 8255701"/>
                <a:gd name="connsiteY141" fmla="*/ 123069 h 639053"/>
                <a:gd name="connsiteX142" fmla="*/ 1820072 w 8255701"/>
                <a:gd name="connsiteY142" fmla="*/ 123069 h 639053"/>
                <a:gd name="connsiteX143" fmla="*/ 1526515 w 8255701"/>
                <a:gd name="connsiteY143" fmla="*/ 0 h 639053"/>
                <a:gd name="connsiteX144" fmla="*/ 1715445 w 8255701"/>
                <a:gd name="connsiteY144" fmla="*/ 1 h 639053"/>
                <a:gd name="connsiteX145" fmla="*/ 1613452 w 8255701"/>
                <a:gd name="connsiteY145" fmla="*/ 123068 h 639053"/>
                <a:gd name="connsiteX146" fmla="*/ 1424524 w 8255701"/>
                <a:gd name="connsiteY146" fmla="*/ 123068 h 639053"/>
                <a:gd name="connsiteX147" fmla="*/ 1130967 w 8255701"/>
                <a:gd name="connsiteY147" fmla="*/ 0 h 639053"/>
                <a:gd name="connsiteX148" fmla="*/ 1319898 w 8255701"/>
                <a:gd name="connsiteY148" fmla="*/ 0 h 639053"/>
                <a:gd name="connsiteX149" fmla="*/ 1217906 w 8255701"/>
                <a:gd name="connsiteY149" fmla="*/ 123068 h 639053"/>
                <a:gd name="connsiteX150" fmla="*/ 1028978 w 8255701"/>
                <a:gd name="connsiteY150" fmla="*/ 123069 h 639053"/>
                <a:gd name="connsiteX151" fmla="*/ 735422 w 8255701"/>
                <a:gd name="connsiteY151" fmla="*/ 1 h 639053"/>
                <a:gd name="connsiteX152" fmla="*/ 924350 w 8255701"/>
                <a:gd name="connsiteY152" fmla="*/ 1 h 639053"/>
                <a:gd name="connsiteX153" fmla="*/ 822359 w 8255701"/>
                <a:gd name="connsiteY153" fmla="*/ 123070 h 639053"/>
                <a:gd name="connsiteX154" fmla="*/ 633430 w 8255701"/>
                <a:gd name="connsiteY154" fmla="*/ 123069 h 639053"/>
                <a:gd name="connsiteX155" fmla="*/ 339874 w 8255701"/>
                <a:gd name="connsiteY155" fmla="*/ 0 h 639053"/>
                <a:gd name="connsiteX156" fmla="*/ 528804 w 8255701"/>
                <a:gd name="connsiteY156" fmla="*/ 0 h 639053"/>
                <a:gd name="connsiteX157" fmla="*/ 426811 w 8255701"/>
                <a:gd name="connsiteY157" fmla="*/ 123068 h 639053"/>
                <a:gd name="connsiteX158" fmla="*/ 237883 w 8255701"/>
                <a:gd name="connsiteY158" fmla="*/ 123069 h 639053"/>
                <a:gd name="connsiteX159" fmla="*/ 0 w 8255701"/>
                <a:gd name="connsiteY159" fmla="*/ 1 h 639053"/>
                <a:gd name="connsiteX160" fmla="*/ 133258 w 8255701"/>
                <a:gd name="connsiteY160" fmla="*/ 0 h 639053"/>
                <a:gd name="connsiteX161" fmla="*/ 31632 w 8255701"/>
                <a:gd name="connsiteY161" fmla="*/ 122627 h 639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8255701" h="639053">
                  <a:moveTo>
                    <a:pt x="6273266" y="515982"/>
                  </a:moveTo>
                  <a:lnTo>
                    <a:pt x="6273946" y="515982"/>
                  </a:lnTo>
                  <a:lnTo>
                    <a:pt x="6273081" y="516206"/>
                  </a:lnTo>
                  <a:close/>
                  <a:moveTo>
                    <a:pt x="8251489" y="4782"/>
                  </a:moveTo>
                  <a:lnTo>
                    <a:pt x="8255701" y="4782"/>
                  </a:lnTo>
                  <a:lnTo>
                    <a:pt x="8250343" y="6164"/>
                  </a:lnTo>
                  <a:close/>
                  <a:moveTo>
                    <a:pt x="5877530" y="515982"/>
                  </a:moveTo>
                  <a:lnTo>
                    <a:pt x="6066646" y="515982"/>
                  </a:lnTo>
                  <a:lnTo>
                    <a:pt x="6010281" y="583996"/>
                  </a:lnTo>
                  <a:lnTo>
                    <a:pt x="5796849" y="639051"/>
                  </a:lnTo>
                  <a:lnTo>
                    <a:pt x="5775726" y="639051"/>
                  </a:lnTo>
                  <a:close/>
                  <a:moveTo>
                    <a:pt x="7855942" y="4781"/>
                  </a:moveTo>
                  <a:lnTo>
                    <a:pt x="8044871" y="4781"/>
                  </a:lnTo>
                  <a:lnTo>
                    <a:pt x="7987543" y="73954"/>
                  </a:lnTo>
                  <a:lnTo>
                    <a:pt x="7778613" y="127848"/>
                  </a:lnTo>
                  <a:lnTo>
                    <a:pt x="7753950" y="127848"/>
                  </a:lnTo>
                  <a:close/>
                  <a:moveTo>
                    <a:pt x="5481982" y="515983"/>
                  </a:moveTo>
                  <a:lnTo>
                    <a:pt x="5670913" y="515982"/>
                  </a:lnTo>
                  <a:lnTo>
                    <a:pt x="5569108" y="639050"/>
                  </a:lnTo>
                  <a:lnTo>
                    <a:pt x="5380181" y="639050"/>
                  </a:lnTo>
                  <a:close/>
                  <a:moveTo>
                    <a:pt x="7460394" y="4781"/>
                  </a:moveTo>
                  <a:lnTo>
                    <a:pt x="7649325" y="4781"/>
                  </a:lnTo>
                  <a:lnTo>
                    <a:pt x="7547332" y="127849"/>
                  </a:lnTo>
                  <a:lnTo>
                    <a:pt x="7358402" y="127849"/>
                  </a:lnTo>
                  <a:close/>
                  <a:moveTo>
                    <a:pt x="5086436" y="515982"/>
                  </a:moveTo>
                  <a:lnTo>
                    <a:pt x="5275365" y="515981"/>
                  </a:lnTo>
                  <a:lnTo>
                    <a:pt x="5173563" y="639050"/>
                  </a:lnTo>
                  <a:lnTo>
                    <a:pt x="4984633" y="639050"/>
                  </a:lnTo>
                  <a:close/>
                  <a:moveTo>
                    <a:pt x="7064850" y="4782"/>
                  </a:moveTo>
                  <a:lnTo>
                    <a:pt x="7253779" y="4782"/>
                  </a:lnTo>
                  <a:lnTo>
                    <a:pt x="7151786" y="127850"/>
                  </a:lnTo>
                  <a:lnTo>
                    <a:pt x="6962858" y="127850"/>
                  </a:lnTo>
                  <a:close/>
                  <a:moveTo>
                    <a:pt x="4690889" y="515981"/>
                  </a:moveTo>
                  <a:lnTo>
                    <a:pt x="4879820" y="515983"/>
                  </a:lnTo>
                  <a:lnTo>
                    <a:pt x="4778015" y="639050"/>
                  </a:lnTo>
                  <a:lnTo>
                    <a:pt x="4589087" y="639050"/>
                  </a:lnTo>
                  <a:close/>
                  <a:moveTo>
                    <a:pt x="6668812" y="0"/>
                  </a:moveTo>
                  <a:lnTo>
                    <a:pt x="6740132" y="0"/>
                  </a:lnTo>
                  <a:lnTo>
                    <a:pt x="6740132" y="4781"/>
                  </a:lnTo>
                  <a:lnTo>
                    <a:pt x="6858231" y="4781"/>
                  </a:lnTo>
                  <a:lnTo>
                    <a:pt x="6756240" y="127849"/>
                  </a:lnTo>
                  <a:lnTo>
                    <a:pt x="6567310" y="127849"/>
                  </a:lnTo>
                  <a:lnTo>
                    <a:pt x="6571271" y="123069"/>
                  </a:lnTo>
                  <a:lnTo>
                    <a:pt x="6566819" y="123068"/>
                  </a:lnTo>
                  <a:close/>
                  <a:moveTo>
                    <a:pt x="4295343" y="515983"/>
                  </a:moveTo>
                  <a:lnTo>
                    <a:pt x="4484272" y="515983"/>
                  </a:lnTo>
                  <a:lnTo>
                    <a:pt x="4382468" y="639053"/>
                  </a:lnTo>
                  <a:lnTo>
                    <a:pt x="4193540" y="639051"/>
                  </a:lnTo>
                  <a:close/>
                  <a:moveTo>
                    <a:pt x="6273262" y="0"/>
                  </a:moveTo>
                  <a:lnTo>
                    <a:pt x="6462005" y="0"/>
                  </a:lnTo>
                  <a:lnTo>
                    <a:pt x="6458050" y="4782"/>
                  </a:lnTo>
                  <a:lnTo>
                    <a:pt x="6462684" y="4779"/>
                  </a:lnTo>
                  <a:lnTo>
                    <a:pt x="6360694" y="127848"/>
                  </a:lnTo>
                  <a:lnTo>
                    <a:pt x="6252491" y="127849"/>
                  </a:lnTo>
                  <a:lnTo>
                    <a:pt x="6252491" y="123068"/>
                  </a:lnTo>
                  <a:lnTo>
                    <a:pt x="6171275" y="123068"/>
                  </a:lnTo>
                  <a:close/>
                  <a:moveTo>
                    <a:pt x="3899795" y="515982"/>
                  </a:moveTo>
                  <a:lnTo>
                    <a:pt x="4088724" y="515982"/>
                  </a:lnTo>
                  <a:lnTo>
                    <a:pt x="3986922" y="639052"/>
                  </a:lnTo>
                  <a:lnTo>
                    <a:pt x="3797993" y="639051"/>
                  </a:lnTo>
                  <a:close/>
                  <a:moveTo>
                    <a:pt x="5877530" y="0"/>
                  </a:moveTo>
                  <a:lnTo>
                    <a:pt x="6066647" y="1"/>
                  </a:lnTo>
                  <a:lnTo>
                    <a:pt x="5964655" y="123068"/>
                  </a:lnTo>
                  <a:lnTo>
                    <a:pt x="5775727" y="123068"/>
                  </a:lnTo>
                  <a:close/>
                  <a:moveTo>
                    <a:pt x="3504250" y="515981"/>
                  </a:moveTo>
                  <a:lnTo>
                    <a:pt x="3693178" y="515982"/>
                  </a:lnTo>
                  <a:lnTo>
                    <a:pt x="3591375" y="639050"/>
                  </a:lnTo>
                  <a:lnTo>
                    <a:pt x="3402446" y="639049"/>
                  </a:lnTo>
                  <a:close/>
                  <a:moveTo>
                    <a:pt x="5481981" y="1"/>
                  </a:moveTo>
                  <a:lnTo>
                    <a:pt x="5670913" y="0"/>
                  </a:lnTo>
                  <a:lnTo>
                    <a:pt x="5569106" y="123068"/>
                  </a:lnTo>
                  <a:lnTo>
                    <a:pt x="5380180" y="123069"/>
                  </a:lnTo>
                  <a:close/>
                  <a:moveTo>
                    <a:pt x="3108703" y="515982"/>
                  </a:moveTo>
                  <a:lnTo>
                    <a:pt x="3297631" y="515982"/>
                  </a:lnTo>
                  <a:lnTo>
                    <a:pt x="3195641" y="639049"/>
                  </a:lnTo>
                  <a:lnTo>
                    <a:pt x="3006899" y="639050"/>
                  </a:lnTo>
                  <a:close/>
                  <a:moveTo>
                    <a:pt x="5086436" y="0"/>
                  </a:moveTo>
                  <a:lnTo>
                    <a:pt x="5275364" y="0"/>
                  </a:lnTo>
                  <a:lnTo>
                    <a:pt x="5173562" y="123068"/>
                  </a:lnTo>
                  <a:lnTo>
                    <a:pt x="4984632" y="123068"/>
                  </a:lnTo>
                  <a:close/>
                  <a:moveTo>
                    <a:pt x="2713155" y="515983"/>
                  </a:moveTo>
                  <a:lnTo>
                    <a:pt x="2902085" y="515982"/>
                  </a:lnTo>
                  <a:lnTo>
                    <a:pt x="2800282" y="639052"/>
                  </a:lnTo>
                  <a:lnTo>
                    <a:pt x="2611164" y="639049"/>
                  </a:lnTo>
                  <a:close/>
                  <a:moveTo>
                    <a:pt x="4690888" y="1"/>
                  </a:moveTo>
                  <a:lnTo>
                    <a:pt x="4879819" y="0"/>
                  </a:lnTo>
                  <a:lnTo>
                    <a:pt x="4778015" y="123068"/>
                  </a:lnTo>
                  <a:lnTo>
                    <a:pt x="4589087" y="123068"/>
                  </a:lnTo>
                  <a:close/>
                  <a:moveTo>
                    <a:pt x="2317608" y="515982"/>
                  </a:moveTo>
                  <a:lnTo>
                    <a:pt x="2506538" y="515982"/>
                  </a:lnTo>
                  <a:lnTo>
                    <a:pt x="2404546" y="639049"/>
                  </a:lnTo>
                  <a:lnTo>
                    <a:pt x="2215617" y="639049"/>
                  </a:lnTo>
                  <a:close/>
                  <a:moveTo>
                    <a:pt x="4295343" y="2"/>
                  </a:moveTo>
                  <a:lnTo>
                    <a:pt x="4484271" y="1"/>
                  </a:lnTo>
                  <a:lnTo>
                    <a:pt x="4382468" y="123069"/>
                  </a:lnTo>
                  <a:lnTo>
                    <a:pt x="4193539" y="123069"/>
                  </a:lnTo>
                  <a:close/>
                  <a:moveTo>
                    <a:pt x="1922062" y="515983"/>
                  </a:moveTo>
                  <a:lnTo>
                    <a:pt x="2110992" y="515981"/>
                  </a:lnTo>
                  <a:lnTo>
                    <a:pt x="2009000" y="639051"/>
                  </a:lnTo>
                  <a:lnTo>
                    <a:pt x="1820072" y="639049"/>
                  </a:lnTo>
                  <a:close/>
                  <a:moveTo>
                    <a:pt x="3899794" y="1"/>
                  </a:moveTo>
                  <a:lnTo>
                    <a:pt x="4088724" y="2"/>
                  </a:lnTo>
                  <a:lnTo>
                    <a:pt x="3986920" y="123071"/>
                  </a:lnTo>
                  <a:lnTo>
                    <a:pt x="3797993" y="123069"/>
                  </a:lnTo>
                  <a:close/>
                  <a:moveTo>
                    <a:pt x="1526516" y="515982"/>
                  </a:moveTo>
                  <a:lnTo>
                    <a:pt x="1715445" y="515982"/>
                  </a:lnTo>
                  <a:lnTo>
                    <a:pt x="1613453" y="639049"/>
                  </a:lnTo>
                  <a:lnTo>
                    <a:pt x="1424524" y="639050"/>
                  </a:lnTo>
                  <a:close/>
                  <a:moveTo>
                    <a:pt x="3504249" y="1"/>
                  </a:moveTo>
                  <a:lnTo>
                    <a:pt x="3693178" y="1"/>
                  </a:lnTo>
                  <a:lnTo>
                    <a:pt x="3591375" y="123068"/>
                  </a:lnTo>
                  <a:lnTo>
                    <a:pt x="3402447" y="123067"/>
                  </a:lnTo>
                  <a:close/>
                  <a:moveTo>
                    <a:pt x="1130969" y="515982"/>
                  </a:moveTo>
                  <a:lnTo>
                    <a:pt x="1319898" y="515981"/>
                  </a:lnTo>
                  <a:lnTo>
                    <a:pt x="1217905" y="639049"/>
                  </a:lnTo>
                  <a:lnTo>
                    <a:pt x="1028978" y="639049"/>
                  </a:lnTo>
                  <a:close/>
                  <a:moveTo>
                    <a:pt x="3108703" y="2"/>
                  </a:moveTo>
                  <a:lnTo>
                    <a:pt x="3297630" y="1"/>
                  </a:lnTo>
                  <a:lnTo>
                    <a:pt x="3195640" y="123068"/>
                  </a:lnTo>
                  <a:lnTo>
                    <a:pt x="3006899" y="123069"/>
                  </a:lnTo>
                  <a:close/>
                  <a:moveTo>
                    <a:pt x="735422" y="515982"/>
                  </a:moveTo>
                  <a:lnTo>
                    <a:pt x="924350" y="515983"/>
                  </a:lnTo>
                  <a:lnTo>
                    <a:pt x="822359" y="639052"/>
                  </a:lnTo>
                  <a:lnTo>
                    <a:pt x="633430" y="639051"/>
                  </a:lnTo>
                  <a:close/>
                  <a:moveTo>
                    <a:pt x="2713152" y="2"/>
                  </a:moveTo>
                  <a:lnTo>
                    <a:pt x="2902085" y="2"/>
                  </a:lnTo>
                  <a:lnTo>
                    <a:pt x="2800281" y="123071"/>
                  </a:lnTo>
                  <a:lnTo>
                    <a:pt x="2611164" y="123069"/>
                  </a:lnTo>
                  <a:close/>
                  <a:moveTo>
                    <a:pt x="339875" y="515982"/>
                  </a:moveTo>
                  <a:lnTo>
                    <a:pt x="528804" y="515982"/>
                  </a:lnTo>
                  <a:lnTo>
                    <a:pt x="426812" y="639049"/>
                  </a:lnTo>
                  <a:lnTo>
                    <a:pt x="237883" y="639051"/>
                  </a:lnTo>
                  <a:close/>
                  <a:moveTo>
                    <a:pt x="2317608" y="0"/>
                  </a:moveTo>
                  <a:lnTo>
                    <a:pt x="2506537" y="0"/>
                  </a:lnTo>
                  <a:lnTo>
                    <a:pt x="2404546" y="123068"/>
                  </a:lnTo>
                  <a:lnTo>
                    <a:pt x="2215616" y="123068"/>
                  </a:lnTo>
                  <a:close/>
                  <a:moveTo>
                    <a:pt x="133099" y="515982"/>
                  </a:moveTo>
                  <a:lnTo>
                    <a:pt x="133258" y="515982"/>
                  </a:lnTo>
                  <a:lnTo>
                    <a:pt x="133137" y="516128"/>
                  </a:lnTo>
                  <a:close/>
                  <a:moveTo>
                    <a:pt x="1922062" y="2"/>
                  </a:moveTo>
                  <a:lnTo>
                    <a:pt x="2110992" y="2"/>
                  </a:lnTo>
                  <a:lnTo>
                    <a:pt x="2009000" y="123069"/>
                  </a:lnTo>
                  <a:lnTo>
                    <a:pt x="1820072" y="123069"/>
                  </a:lnTo>
                  <a:close/>
                  <a:moveTo>
                    <a:pt x="1526515" y="0"/>
                  </a:moveTo>
                  <a:lnTo>
                    <a:pt x="1715445" y="1"/>
                  </a:lnTo>
                  <a:lnTo>
                    <a:pt x="1613452" y="123068"/>
                  </a:lnTo>
                  <a:lnTo>
                    <a:pt x="1424524" y="123068"/>
                  </a:lnTo>
                  <a:close/>
                  <a:moveTo>
                    <a:pt x="1130967" y="0"/>
                  </a:moveTo>
                  <a:lnTo>
                    <a:pt x="1319898" y="0"/>
                  </a:lnTo>
                  <a:lnTo>
                    <a:pt x="1217906" y="123068"/>
                  </a:lnTo>
                  <a:lnTo>
                    <a:pt x="1028978" y="123069"/>
                  </a:lnTo>
                  <a:close/>
                  <a:moveTo>
                    <a:pt x="735422" y="1"/>
                  </a:moveTo>
                  <a:lnTo>
                    <a:pt x="924350" y="1"/>
                  </a:lnTo>
                  <a:lnTo>
                    <a:pt x="822359" y="123070"/>
                  </a:lnTo>
                  <a:lnTo>
                    <a:pt x="633430" y="123069"/>
                  </a:lnTo>
                  <a:close/>
                  <a:moveTo>
                    <a:pt x="339874" y="0"/>
                  </a:moveTo>
                  <a:lnTo>
                    <a:pt x="528804" y="0"/>
                  </a:lnTo>
                  <a:lnTo>
                    <a:pt x="426811" y="123068"/>
                  </a:lnTo>
                  <a:lnTo>
                    <a:pt x="237883" y="123069"/>
                  </a:lnTo>
                  <a:close/>
                  <a:moveTo>
                    <a:pt x="0" y="1"/>
                  </a:moveTo>
                  <a:lnTo>
                    <a:pt x="133258" y="0"/>
                  </a:lnTo>
                  <a:lnTo>
                    <a:pt x="31632" y="122627"/>
                  </a:lnTo>
                  <a:close/>
                </a:path>
              </a:pathLst>
            </a:custGeom>
            <a:solidFill>
              <a:schemeClr val="tx1">
                <a:lumMod val="95000"/>
                <a:lumOff val="5000"/>
              </a:schemeClr>
            </a:solidFill>
            <a:ln w="14523" cap="flat">
              <a:noFill/>
              <a:prstDash val="solid"/>
              <a:miter/>
            </a:ln>
          </p:spPr>
          <p:txBody>
            <a:bodyPr rtlCol="0" anchor="ctr"/>
            <a:lstStyle/>
            <a:p>
              <a:endParaRPr lang="en-US"/>
            </a:p>
          </p:txBody>
        </p:sp>
      </p:grpSp>
    </p:spTree>
    <p:extLst>
      <p:ext uri="{BB962C8B-B14F-4D97-AF65-F5344CB8AC3E}">
        <p14:creationId xmlns:p14="http://schemas.microsoft.com/office/powerpoint/2010/main" val="209687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Element-Slid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115499" y="119080"/>
            <a:ext cx="11886467" cy="830997"/>
          </a:xfrm>
        </p:spPr>
        <p:txBody>
          <a:bodyPr>
            <a:spAutoFit/>
          </a:bodyPr>
          <a:lstStyle>
            <a:lvl1pPr>
              <a:lnSpc>
                <a:spcPct val="100000"/>
              </a:lnSpc>
              <a:defRPr sz="4800" b="1">
                <a:solidFill>
                  <a:schemeClr val="bg1"/>
                </a:solidFill>
                <a:latin typeface="Questrial" pitchFamily="2" charset="0"/>
              </a:defRPr>
            </a:lvl1pPr>
          </a:lstStyle>
          <a:p>
            <a:r>
              <a:rPr lang="en-US" dirty="0"/>
              <a:t>Click To Edit Slide Headline</a:t>
            </a:r>
          </a:p>
        </p:txBody>
      </p:sp>
      <p:grpSp>
        <p:nvGrpSpPr>
          <p:cNvPr id="11" name="Group 10">
            <a:extLst>
              <a:ext uri="{FF2B5EF4-FFF2-40B4-BE49-F238E27FC236}">
                <a16:creationId xmlns:a16="http://schemas.microsoft.com/office/drawing/2014/main" id="{38C19383-FA62-A37F-8825-9C2D214959D7}"/>
              </a:ext>
            </a:extLst>
          </p:cNvPr>
          <p:cNvGrpSpPr/>
          <p:nvPr userDrawn="1"/>
        </p:nvGrpSpPr>
        <p:grpSpPr>
          <a:xfrm>
            <a:off x="-53813" y="6462913"/>
            <a:ext cx="7277563" cy="471652"/>
            <a:chOff x="-60659" y="6344210"/>
            <a:chExt cx="9149083" cy="592946"/>
          </a:xfrm>
        </p:grpSpPr>
        <p:sp>
          <p:nvSpPr>
            <p:cNvPr id="8" name="Freeform: Shape 7">
              <a:extLst>
                <a:ext uri="{FF2B5EF4-FFF2-40B4-BE49-F238E27FC236}">
                  <a16:creationId xmlns:a16="http://schemas.microsoft.com/office/drawing/2014/main" id="{1A1F9A62-70EC-8AD2-85B1-2E55B016D8CB}"/>
                </a:ext>
              </a:extLst>
            </p:cNvPr>
            <p:cNvSpPr/>
            <p:nvPr userDrawn="1"/>
          </p:nvSpPr>
          <p:spPr>
            <a:xfrm rot="380653">
              <a:off x="-60659" y="6346311"/>
              <a:ext cx="9149083" cy="590845"/>
            </a:xfrm>
            <a:custGeom>
              <a:avLst/>
              <a:gdLst>
                <a:gd name="connsiteX0" fmla="*/ 0 w 9149083"/>
                <a:gd name="connsiteY0" fmla="*/ 0 h 590845"/>
                <a:gd name="connsiteX1" fmla="*/ 6033700 w 9149083"/>
                <a:gd name="connsiteY1" fmla="*/ 0 h 590845"/>
                <a:gd name="connsiteX2" fmla="*/ 6033700 w 9149083"/>
                <a:gd name="connsiteY2" fmla="*/ 4414 h 590845"/>
                <a:gd name="connsiteX3" fmla="*/ 9149083 w 9149083"/>
                <a:gd name="connsiteY3" fmla="*/ 4414 h 590845"/>
                <a:gd name="connsiteX4" fmla="*/ 3874583 w 9149083"/>
                <a:gd name="connsiteY4" fmla="*/ 590845 h 590845"/>
                <a:gd name="connsiteX5" fmla="*/ 65691 w 9149083"/>
                <a:gd name="connsiteY5" fmla="*/ 590845 h 590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9083" h="590845">
                  <a:moveTo>
                    <a:pt x="0" y="0"/>
                  </a:moveTo>
                  <a:lnTo>
                    <a:pt x="6033700" y="0"/>
                  </a:lnTo>
                  <a:lnTo>
                    <a:pt x="6033700" y="4414"/>
                  </a:lnTo>
                  <a:lnTo>
                    <a:pt x="9149083" y="4414"/>
                  </a:lnTo>
                  <a:lnTo>
                    <a:pt x="3874583" y="590845"/>
                  </a:lnTo>
                  <a:lnTo>
                    <a:pt x="65691" y="590845"/>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a:effectLst>
              <a:outerShdw blurRad="50800" dist="38100" dir="16200000" rotWithShape="0">
                <a:prstClr val="black">
                  <a:alpha val="40000"/>
                </a:prstClr>
              </a:outerShdw>
            </a:effectLst>
          </p:spPr>
          <p:txBody>
            <a:bodyPr rtlCol="0" anchor="ctr"/>
            <a:lstStyle/>
            <a:p>
              <a:endParaRPr lang="en-US" dirty="0"/>
            </a:p>
          </p:txBody>
        </p:sp>
        <p:sp>
          <p:nvSpPr>
            <p:cNvPr id="10" name="Freeform: Shape 9">
              <a:extLst>
                <a:ext uri="{FF2B5EF4-FFF2-40B4-BE49-F238E27FC236}">
                  <a16:creationId xmlns:a16="http://schemas.microsoft.com/office/drawing/2014/main" id="{A8C3479C-5C0B-0B16-149A-E59C60F06C2A}"/>
                </a:ext>
              </a:extLst>
            </p:cNvPr>
            <p:cNvSpPr/>
            <p:nvPr userDrawn="1"/>
          </p:nvSpPr>
          <p:spPr>
            <a:xfrm rot="380653">
              <a:off x="-29301" y="6344210"/>
              <a:ext cx="9036025" cy="590154"/>
            </a:xfrm>
            <a:custGeom>
              <a:avLst/>
              <a:gdLst>
                <a:gd name="connsiteX0" fmla="*/ 4842838 w 9036025"/>
                <a:gd name="connsiteY0" fmla="*/ 476501 h 590154"/>
                <a:gd name="connsiteX1" fmla="*/ 4865521 w 9036025"/>
                <a:gd name="connsiteY1" fmla="*/ 476501 h 590154"/>
                <a:gd name="connsiteX2" fmla="*/ 4840541 w 9036025"/>
                <a:gd name="connsiteY2" fmla="*/ 479279 h 590154"/>
                <a:gd name="connsiteX3" fmla="*/ 8861553 w 9036025"/>
                <a:gd name="connsiteY3" fmla="*/ 4414 h 590154"/>
                <a:gd name="connsiteX4" fmla="*/ 9036025 w 9036025"/>
                <a:gd name="connsiteY4" fmla="*/ 4415 h 590154"/>
                <a:gd name="connsiteX5" fmla="*/ 9028357 w 9036025"/>
                <a:gd name="connsiteY5" fmla="*/ 13668 h 590154"/>
                <a:gd name="connsiteX6" fmla="*/ 8836176 w 9036025"/>
                <a:gd name="connsiteY6" fmla="*/ 35035 h 590154"/>
                <a:gd name="connsiteX7" fmla="*/ 4477558 w 9036025"/>
                <a:gd name="connsiteY7" fmla="*/ 476501 h 590154"/>
                <a:gd name="connsiteX8" fmla="*/ 4652030 w 9036025"/>
                <a:gd name="connsiteY8" fmla="*/ 476500 h 590154"/>
                <a:gd name="connsiteX9" fmla="*/ 4630405 w 9036025"/>
                <a:gd name="connsiteY9" fmla="*/ 502642 h 590154"/>
                <a:gd name="connsiteX10" fmla="*/ 4438262 w 9036025"/>
                <a:gd name="connsiteY10" fmla="*/ 524005 h 590154"/>
                <a:gd name="connsiteX11" fmla="*/ 8496274 w 9036025"/>
                <a:gd name="connsiteY11" fmla="*/ 4416 h 590154"/>
                <a:gd name="connsiteX12" fmla="*/ 8670747 w 9036025"/>
                <a:gd name="connsiteY12" fmla="*/ 4416 h 590154"/>
                <a:gd name="connsiteX13" fmla="*/ 8626007 w 9036025"/>
                <a:gd name="connsiteY13" fmla="*/ 58402 h 590154"/>
                <a:gd name="connsiteX14" fmla="*/ 8433826 w 9036025"/>
                <a:gd name="connsiteY14" fmla="*/ 79769 h 590154"/>
                <a:gd name="connsiteX15" fmla="*/ 4112277 w 9036025"/>
                <a:gd name="connsiteY15" fmla="*/ 476500 h 590154"/>
                <a:gd name="connsiteX16" fmla="*/ 4286751 w 9036025"/>
                <a:gd name="connsiteY16" fmla="*/ 476501 h 590154"/>
                <a:gd name="connsiteX17" fmla="*/ 4228128 w 9036025"/>
                <a:gd name="connsiteY17" fmla="*/ 547368 h 590154"/>
                <a:gd name="connsiteX18" fmla="*/ 4035984 w 9036025"/>
                <a:gd name="connsiteY18" fmla="*/ 568731 h 590154"/>
                <a:gd name="connsiteX19" fmla="*/ 8130992 w 9036025"/>
                <a:gd name="connsiteY19" fmla="*/ 4415 h 590154"/>
                <a:gd name="connsiteX20" fmla="*/ 8305466 w 9036025"/>
                <a:gd name="connsiteY20" fmla="*/ 4415 h 590154"/>
                <a:gd name="connsiteX21" fmla="*/ 8223650 w 9036025"/>
                <a:gd name="connsiteY21" fmla="*/ 103137 h 590154"/>
                <a:gd name="connsiteX22" fmla="*/ 8089375 w 9036025"/>
                <a:gd name="connsiteY22" fmla="*/ 118066 h 590154"/>
                <a:gd name="connsiteX23" fmla="*/ 8036805 w 9036025"/>
                <a:gd name="connsiteY23" fmla="*/ 118066 h 590154"/>
                <a:gd name="connsiteX24" fmla="*/ 3746996 w 9036025"/>
                <a:gd name="connsiteY24" fmla="*/ 476501 h 590154"/>
                <a:gd name="connsiteX25" fmla="*/ 3921469 w 9036025"/>
                <a:gd name="connsiteY25" fmla="*/ 476502 h 590154"/>
                <a:gd name="connsiteX26" fmla="*/ 3827455 w 9036025"/>
                <a:gd name="connsiteY26" fmla="*/ 590154 h 590154"/>
                <a:gd name="connsiteX27" fmla="*/ 3652983 w 9036025"/>
                <a:gd name="connsiteY27" fmla="*/ 590153 h 590154"/>
                <a:gd name="connsiteX28" fmla="*/ 7765711 w 9036025"/>
                <a:gd name="connsiteY28" fmla="*/ 4414 h 590154"/>
                <a:gd name="connsiteX29" fmla="*/ 7940185 w 9036025"/>
                <a:gd name="connsiteY29" fmla="*/ 4415 h 590154"/>
                <a:gd name="connsiteX30" fmla="*/ 7845997 w 9036025"/>
                <a:gd name="connsiteY30" fmla="*/ 118066 h 590154"/>
                <a:gd name="connsiteX31" fmla="*/ 7671525 w 9036025"/>
                <a:gd name="connsiteY31" fmla="*/ 118066 h 590154"/>
                <a:gd name="connsiteX32" fmla="*/ 3381715 w 9036025"/>
                <a:gd name="connsiteY32" fmla="*/ 476501 h 590154"/>
                <a:gd name="connsiteX33" fmla="*/ 3556187 w 9036025"/>
                <a:gd name="connsiteY33" fmla="*/ 476501 h 590154"/>
                <a:gd name="connsiteX34" fmla="*/ 3462175 w 9036025"/>
                <a:gd name="connsiteY34" fmla="*/ 590154 h 590154"/>
                <a:gd name="connsiteX35" fmla="*/ 3287702 w 9036025"/>
                <a:gd name="connsiteY35" fmla="*/ 590153 h 590154"/>
                <a:gd name="connsiteX36" fmla="*/ 7400431 w 9036025"/>
                <a:gd name="connsiteY36" fmla="*/ 4416 h 590154"/>
                <a:gd name="connsiteX37" fmla="*/ 7574903 w 9036025"/>
                <a:gd name="connsiteY37" fmla="*/ 4416 h 590154"/>
                <a:gd name="connsiteX38" fmla="*/ 7480716 w 9036025"/>
                <a:gd name="connsiteY38" fmla="*/ 118067 h 590154"/>
                <a:gd name="connsiteX39" fmla="*/ 7306243 w 9036025"/>
                <a:gd name="connsiteY39" fmla="*/ 118067 h 590154"/>
                <a:gd name="connsiteX40" fmla="*/ 3016435 w 9036025"/>
                <a:gd name="connsiteY40" fmla="*/ 476500 h 590154"/>
                <a:gd name="connsiteX41" fmla="*/ 3190907 w 9036025"/>
                <a:gd name="connsiteY41" fmla="*/ 476501 h 590154"/>
                <a:gd name="connsiteX42" fmla="*/ 3096894 w 9036025"/>
                <a:gd name="connsiteY42" fmla="*/ 590152 h 590154"/>
                <a:gd name="connsiteX43" fmla="*/ 2922421 w 9036025"/>
                <a:gd name="connsiteY43" fmla="*/ 590151 h 590154"/>
                <a:gd name="connsiteX44" fmla="*/ 7035150 w 9036025"/>
                <a:gd name="connsiteY44" fmla="*/ 4415 h 590154"/>
                <a:gd name="connsiteX45" fmla="*/ 7209623 w 9036025"/>
                <a:gd name="connsiteY45" fmla="*/ 4415 h 590154"/>
                <a:gd name="connsiteX46" fmla="*/ 7115434 w 9036025"/>
                <a:gd name="connsiteY46" fmla="*/ 118066 h 590154"/>
                <a:gd name="connsiteX47" fmla="*/ 6940963 w 9036025"/>
                <a:gd name="connsiteY47" fmla="*/ 118066 h 590154"/>
                <a:gd name="connsiteX48" fmla="*/ 2651154 w 9036025"/>
                <a:gd name="connsiteY48" fmla="*/ 476501 h 590154"/>
                <a:gd name="connsiteX49" fmla="*/ 2825626 w 9036025"/>
                <a:gd name="connsiteY49" fmla="*/ 476501 h 590154"/>
                <a:gd name="connsiteX50" fmla="*/ 2731440 w 9036025"/>
                <a:gd name="connsiteY50" fmla="*/ 590151 h 590154"/>
                <a:gd name="connsiteX51" fmla="*/ 2557140 w 9036025"/>
                <a:gd name="connsiteY51" fmla="*/ 590152 h 590154"/>
                <a:gd name="connsiteX52" fmla="*/ 6669868 w 9036025"/>
                <a:gd name="connsiteY52" fmla="*/ 4415 h 590154"/>
                <a:gd name="connsiteX53" fmla="*/ 6844343 w 9036025"/>
                <a:gd name="connsiteY53" fmla="*/ 4415 h 590154"/>
                <a:gd name="connsiteX54" fmla="*/ 6750154 w 9036025"/>
                <a:gd name="connsiteY54" fmla="*/ 118066 h 590154"/>
                <a:gd name="connsiteX55" fmla="*/ 6575681 w 9036025"/>
                <a:gd name="connsiteY55" fmla="*/ 118066 h 590154"/>
                <a:gd name="connsiteX56" fmla="*/ 2285872 w 9036025"/>
                <a:gd name="connsiteY56" fmla="*/ 476502 h 590154"/>
                <a:gd name="connsiteX57" fmla="*/ 2460346 w 9036025"/>
                <a:gd name="connsiteY57" fmla="*/ 476501 h 590154"/>
                <a:gd name="connsiteX58" fmla="*/ 2366332 w 9036025"/>
                <a:gd name="connsiteY58" fmla="*/ 590154 h 590154"/>
                <a:gd name="connsiteX59" fmla="*/ 2191685 w 9036025"/>
                <a:gd name="connsiteY59" fmla="*/ 590151 h 590154"/>
                <a:gd name="connsiteX60" fmla="*/ 6304590 w 9036025"/>
                <a:gd name="connsiteY60" fmla="*/ 4416 h 590154"/>
                <a:gd name="connsiteX61" fmla="*/ 6479063 w 9036025"/>
                <a:gd name="connsiteY61" fmla="*/ 4416 h 590154"/>
                <a:gd name="connsiteX62" fmla="*/ 6384874 w 9036025"/>
                <a:gd name="connsiteY62" fmla="*/ 118067 h 590154"/>
                <a:gd name="connsiteX63" fmla="*/ 6210402 w 9036025"/>
                <a:gd name="connsiteY63" fmla="*/ 118067 h 590154"/>
                <a:gd name="connsiteX64" fmla="*/ 1920591 w 9036025"/>
                <a:gd name="connsiteY64" fmla="*/ 476501 h 590154"/>
                <a:gd name="connsiteX65" fmla="*/ 2095065 w 9036025"/>
                <a:gd name="connsiteY65" fmla="*/ 476501 h 590154"/>
                <a:gd name="connsiteX66" fmla="*/ 2000877 w 9036025"/>
                <a:gd name="connsiteY66" fmla="*/ 590151 h 590154"/>
                <a:gd name="connsiteX67" fmla="*/ 1826404 w 9036025"/>
                <a:gd name="connsiteY67" fmla="*/ 590151 h 590154"/>
                <a:gd name="connsiteX68" fmla="*/ 5938856 w 9036025"/>
                <a:gd name="connsiteY68" fmla="*/ 0 h 590154"/>
                <a:gd name="connsiteX69" fmla="*/ 6004718 w 9036025"/>
                <a:gd name="connsiteY69" fmla="*/ 0 h 590154"/>
                <a:gd name="connsiteX70" fmla="*/ 6004718 w 9036025"/>
                <a:gd name="connsiteY70" fmla="*/ 4415 h 590154"/>
                <a:gd name="connsiteX71" fmla="*/ 6113781 w 9036025"/>
                <a:gd name="connsiteY71" fmla="*/ 4415 h 590154"/>
                <a:gd name="connsiteX72" fmla="*/ 6019594 w 9036025"/>
                <a:gd name="connsiteY72" fmla="*/ 118066 h 590154"/>
                <a:gd name="connsiteX73" fmla="*/ 5845120 w 9036025"/>
                <a:gd name="connsiteY73" fmla="*/ 118066 h 590154"/>
                <a:gd name="connsiteX74" fmla="*/ 5848778 w 9036025"/>
                <a:gd name="connsiteY74" fmla="*/ 113652 h 590154"/>
                <a:gd name="connsiteX75" fmla="*/ 5844667 w 9036025"/>
                <a:gd name="connsiteY75" fmla="*/ 113651 h 590154"/>
                <a:gd name="connsiteX76" fmla="*/ 1555311 w 9036025"/>
                <a:gd name="connsiteY76" fmla="*/ 476502 h 590154"/>
                <a:gd name="connsiteX77" fmla="*/ 1729785 w 9036025"/>
                <a:gd name="connsiteY77" fmla="*/ 476500 h 590154"/>
                <a:gd name="connsiteX78" fmla="*/ 1635597 w 9036025"/>
                <a:gd name="connsiteY78" fmla="*/ 590153 h 590154"/>
                <a:gd name="connsiteX79" fmla="*/ 1461125 w 9036025"/>
                <a:gd name="connsiteY79" fmla="*/ 590151 h 590154"/>
                <a:gd name="connsiteX80" fmla="*/ 5573572 w 9036025"/>
                <a:gd name="connsiteY80" fmla="*/ 0 h 590154"/>
                <a:gd name="connsiteX81" fmla="*/ 5747873 w 9036025"/>
                <a:gd name="connsiteY81" fmla="*/ 0 h 590154"/>
                <a:gd name="connsiteX82" fmla="*/ 5744221 w 9036025"/>
                <a:gd name="connsiteY82" fmla="*/ 4416 h 590154"/>
                <a:gd name="connsiteX83" fmla="*/ 5748500 w 9036025"/>
                <a:gd name="connsiteY83" fmla="*/ 4414 h 590154"/>
                <a:gd name="connsiteX84" fmla="*/ 5654313 w 9036025"/>
                <a:gd name="connsiteY84" fmla="*/ 118066 h 590154"/>
                <a:gd name="connsiteX85" fmla="*/ 5554390 w 9036025"/>
                <a:gd name="connsiteY85" fmla="*/ 118066 h 590154"/>
                <a:gd name="connsiteX86" fmla="*/ 5554390 w 9036025"/>
                <a:gd name="connsiteY86" fmla="*/ 113651 h 590154"/>
                <a:gd name="connsiteX87" fmla="*/ 5479388 w 9036025"/>
                <a:gd name="connsiteY87" fmla="*/ 113651 h 590154"/>
                <a:gd name="connsiteX88" fmla="*/ 1190031 w 9036025"/>
                <a:gd name="connsiteY88" fmla="*/ 476500 h 590154"/>
                <a:gd name="connsiteX89" fmla="*/ 1364504 w 9036025"/>
                <a:gd name="connsiteY89" fmla="*/ 476501 h 590154"/>
                <a:gd name="connsiteX90" fmla="*/ 1270316 w 9036025"/>
                <a:gd name="connsiteY90" fmla="*/ 590151 h 590154"/>
                <a:gd name="connsiteX91" fmla="*/ 1095843 w 9036025"/>
                <a:gd name="connsiteY91" fmla="*/ 590152 h 590154"/>
                <a:gd name="connsiteX92" fmla="*/ 5208120 w 9036025"/>
                <a:gd name="connsiteY92" fmla="*/ 0 h 590154"/>
                <a:gd name="connsiteX93" fmla="*/ 5382766 w 9036025"/>
                <a:gd name="connsiteY93" fmla="*/ 1 h 590154"/>
                <a:gd name="connsiteX94" fmla="*/ 5288579 w 9036025"/>
                <a:gd name="connsiteY94" fmla="*/ 113651 h 590154"/>
                <a:gd name="connsiteX95" fmla="*/ 5114107 w 9036025"/>
                <a:gd name="connsiteY95" fmla="*/ 113651 h 590154"/>
                <a:gd name="connsiteX96" fmla="*/ 824750 w 9036025"/>
                <a:gd name="connsiteY96" fmla="*/ 476501 h 590154"/>
                <a:gd name="connsiteX97" fmla="*/ 999223 w 9036025"/>
                <a:gd name="connsiteY97" fmla="*/ 476500 h 590154"/>
                <a:gd name="connsiteX98" fmla="*/ 905034 w 9036025"/>
                <a:gd name="connsiteY98" fmla="*/ 590151 h 590154"/>
                <a:gd name="connsiteX99" fmla="*/ 730563 w 9036025"/>
                <a:gd name="connsiteY99" fmla="*/ 590151 h 590154"/>
                <a:gd name="connsiteX100" fmla="*/ 4842837 w 9036025"/>
                <a:gd name="connsiteY100" fmla="*/ 1 h 590154"/>
                <a:gd name="connsiteX101" fmla="*/ 5017313 w 9036025"/>
                <a:gd name="connsiteY101" fmla="*/ 0 h 590154"/>
                <a:gd name="connsiteX102" fmla="*/ 4923296 w 9036025"/>
                <a:gd name="connsiteY102" fmla="*/ 113651 h 590154"/>
                <a:gd name="connsiteX103" fmla="*/ 4748826 w 9036025"/>
                <a:gd name="connsiteY103" fmla="*/ 113652 h 590154"/>
                <a:gd name="connsiteX104" fmla="*/ 459469 w 9036025"/>
                <a:gd name="connsiteY104" fmla="*/ 476501 h 590154"/>
                <a:gd name="connsiteX105" fmla="*/ 633941 w 9036025"/>
                <a:gd name="connsiteY105" fmla="*/ 476502 h 590154"/>
                <a:gd name="connsiteX106" fmla="*/ 539754 w 9036025"/>
                <a:gd name="connsiteY106" fmla="*/ 590154 h 590154"/>
                <a:gd name="connsiteX107" fmla="*/ 365281 w 9036025"/>
                <a:gd name="connsiteY107" fmla="*/ 590153 h 590154"/>
                <a:gd name="connsiteX108" fmla="*/ 4477558 w 9036025"/>
                <a:gd name="connsiteY108" fmla="*/ 0 h 590154"/>
                <a:gd name="connsiteX109" fmla="*/ 4652029 w 9036025"/>
                <a:gd name="connsiteY109" fmla="*/ 0 h 590154"/>
                <a:gd name="connsiteX110" fmla="*/ 4558017 w 9036025"/>
                <a:gd name="connsiteY110" fmla="*/ 113651 h 590154"/>
                <a:gd name="connsiteX111" fmla="*/ 4383544 w 9036025"/>
                <a:gd name="connsiteY111" fmla="*/ 113651 h 590154"/>
                <a:gd name="connsiteX112" fmla="*/ 94188 w 9036025"/>
                <a:gd name="connsiteY112" fmla="*/ 476501 h 590154"/>
                <a:gd name="connsiteX113" fmla="*/ 268661 w 9036025"/>
                <a:gd name="connsiteY113" fmla="*/ 476501 h 590154"/>
                <a:gd name="connsiteX114" fmla="*/ 174473 w 9036025"/>
                <a:gd name="connsiteY114" fmla="*/ 590151 h 590154"/>
                <a:gd name="connsiteX115" fmla="*/ 34450 w 9036025"/>
                <a:gd name="connsiteY115" fmla="*/ 590153 h 590154"/>
                <a:gd name="connsiteX116" fmla="*/ 30375 w 9036025"/>
                <a:gd name="connsiteY116" fmla="*/ 553501 h 590154"/>
                <a:gd name="connsiteX117" fmla="*/ 4112275 w 9036025"/>
                <a:gd name="connsiteY117" fmla="*/ 1 h 590154"/>
                <a:gd name="connsiteX118" fmla="*/ 4286751 w 9036025"/>
                <a:gd name="connsiteY118" fmla="*/ 0 h 590154"/>
                <a:gd name="connsiteX119" fmla="*/ 4192736 w 9036025"/>
                <a:gd name="connsiteY119" fmla="*/ 113651 h 590154"/>
                <a:gd name="connsiteX120" fmla="*/ 4018264 w 9036025"/>
                <a:gd name="connsiteY120" fmla="*/ 113651 h 590154"/>
                <a:gd name="connsiteX121" fmla="*/ 3746996 w 9036025"/>
                <a:gd name="connsiteY121" fmla="*/ 2 h 590154"/>
                <a:gd name="connsiteX122" fmla="*/ 3921469 w 9036025"/>
                <a:gd name="connsiteY122" fmla="*/ 1 h 590154"/>
                <a:gd name="connsiteX123" fmla="*/ 3827455 w 9036025"/>
                <a:gd name="connsiteY123" fmla="*/ 113652 h 590154"/>
                <a:gd name="connsiteX124" fmla="*/ 3652982 w 9036025"/>
                <a:gd name="connsiteY124" fmla="*/ 113652 h 590154"/>
                <a:gd name="connsiteX125" fmla="*/ 3381714 w 9036025"/>
                <a:gd name="connsiteY125" fmla="*/ 1 h 590154"/>
                <a:gd name="connsiteX126" fmla="*/ 3556187 w 9036025"/>
                <a:gd name="connsiteY126" fmla="*/ 2 h 590154"/>
                <a:gd name="connsiteX127" fmla="*/ 3462173 w 9036025"/>
                <a:gd name="connsiteY127" fmla="*/ 113654 h 590154"/>
                <a:gd name="connsiteX128" fmla="*/ 3287702 w 9036025"/>
                <a:gd name="connsiteY128" fmla="*/ 113652 h 590154"/>
                <a:gd name="connsiteX129" fmla="*/ 3016434 w 9036025"/>
                <a:gd name="connsiteY129" fmla="*/ 1 h 590154"/>
                <a:gd name="connsiteX130" fmla="*/ 3190907 w 9036025"/>
                <a:gd name="connsiteY130" fmla="*/ 1 h 590154"/>
                <a:gd name="connsiteX131" fmla="*/ 3096894 w 9036025"/>
                <a:gd name="connsiteY131" fmla="*/ 113651 h 590154"/>
                <a:gd name="connsiteX132" fmla="*/ 2922422 w 9036025"/>
                <a:gd name="connsiteY132" fmla="*/ 113651 h 590154"/>
                <a:gd name="connsiteX133" fmla="*/ 2651154 w 9036025"/>
                <a:gd name="connsiteY133" fmla="*/ 2 h 590154"/>
                <a:gd name="connsiteX134" fmla="*/ 2825625 w 9036025"/>
                <a:gd name="connsiteY134" fmla="*/ 1 h 590154"/>
                <a:gd name="connsiteX135" fmla="*/ 2731439 w 9036025"/>
                <a:gd name="connsiteY135" fmla="*/ 113651 h 590154"/>
                <a:gd name="connsiteX136" fmla="*/ 2557140 w 9036025"/>
                <a:gd name="connsiteY136" fmla="*/ 113652 h 590154"/>
                <a:gd name="connsiteX137" fmla="*/ 2285870 w 9036025"/>
                <a:gd name="connsiteY137" fmla="*/ 2 h 590154"/>
                <a:gd name="connsiteX138" fmla="*/ 2460346 w 9036025"/>
                <a:gd name="connsiteY138" fmla="*/ 2 h 590154"/>
                <a:gd name="connsiteX139" fmla="*/ 2366332 w 9036025"/>
                <a:gd name="connsiteY139" fmla="*/ 113654 h 590154"/>
                <a:gd name="connsiteX140" fmla="*/ 2191685 w 9036025"/>
                <a:gd name="connsiteY140" fmla="*/ 113652 h 590154"/>
                <a:gd name="connsiteX141" fmla="*/ 1920591 w 9036025"/>
                <a:gd name="connsiteY141" fmla="*/ 0 h 590154"/>
                <a:gd name="connsiteX142" fmla="*/ 2095064 w 9036025"/>
                <a:gd name="connsiteY142" fmla="*/ 0 h 590154"/>
                <a:gd name="connsiteX143" fmla="*/ 2000877 w 9036025"/>
                <a:gd name="connsiteY143" fmla="*/ 113651 h 590154"/>
                <a:gd name="connsiteX144" fmla="*/ 1826404 w 9036025"/>
                <a:gd name="connsiteY144" fmla="*/ 113651 h 590154"/>
                <a:gd name="connsiteX145" fmla="*/ 1555311 w 9036025"/>
                <a:gd name="connsiteY145" fmla="*/ 2 h 590154"/>
                <a:gd name="connsiteX146" fmla="*/ 1729785 w 9036025"/>
                <a:gd name="connsiteY146" fmla="*/ 2 h 590154"/>
                <a:gd name="connsiteX147" fmla="*/ 1635597 w 9036025"/>
                <a:gd name="connsiteY147" fmla="*/ 113652 h 590154"/>
                <a:gd name="connsiteX148" fmla="*/ 1461125 w 9036025"/>
                <a:gd name="connsiteY148" fmla="*/ 113652 h 590154"/>
                <a:gd name="connsiteX149" fmla="*/ 1190030 w 9036025"/>
                <a:gd name="connsiteY149" fmla="*/ 0 h 590154"/>
                <a:gd name="connsiteX150" fmla="*/ 1364504 w 9036025"/>
                <a:gd name="connsiteY150" fmla="*/ 1 h 590154"/>
                <a:gd name="connsiteX151" fmla="*/ 1270315 w 9036025"/>
                <a:gd name="connsiteY151" fmla="*/ 113651 h 590154"/>
                <a:gd name="connsiteX152" fmla="*/ 1095843 w 9036025"/>
                <a:gd name="connsiteY152" fmla="*/ 113651 h 590154"/>
                <a:gd name="connsiteX153" fmla="*/ 824748 w 9036025"/>
                <a:gd name="connsiteY153" fmla="*/ 0 h 590154"/>
                <a:gd name="connsiteX154" fmla="*/ 999223 w 9036025"/>
                <a:gd name="connsiteY154" fmla="*/ 0 h 590154"/>
                <a:gd name="connsiteX155" fmla="*/ 905035 w 9036025"/>
                <a:gd name="connsiteY155" fmla="*/ 113651 h 590154"/>
                <a:gd name="connsiteX156" fmla="*/ 730563 w 9036025"/>
                <a:gd name="connsiteY156" fmla="*/ 113652 h 590154"/>
                <a:gd name="connsiteX157" fmla="*/ 459469 w 9036025"/>
                <a:gd name="connsiteY157" fmla="*/ 1 h 590154"/>
                <a:gd name="connsiteX158" fmla="*/ 633941 w 9036025"/>
                <a:gd name="connsiteY158" fmla="*/ 1 h 590154"/>
                <a:gd name="connsiteX159" fmla="*/ 539754 w 9036025"/>
                <a:gd name="connsiteY159" fmla="*/ 113653 h 590154"/>
                <a:gd name="connsiteX160" fmla="*/ 365281 w 9036025"/>
                <a:gd name="connsiteY160" fmla="*/ 113652 h 590154"/>
                <a:gd name="connsiteX161" fmla="*/ 94187 w 9036025"/>
                <a:gd name="connsiteY161" fmla="*/ 0 h 590154"/>
                <a:gd name="connsiteX162" fmla="*/ 268661 w 9036025"/>
                <a:gd name="connsiteY162" fmla="*/ 0 h 590154"/>
                <a:gd name="connsiteX163" fmla="*/ 174472 w 9036025"/>
                <a:gd name="connsiteY163" fmla="*/ 113651 h 590154"/>
                <a:gd name="connsiteX164" fmla="*/ 0 w 9036025"/>
                <a:gd name="connsiteY164" fmla="*/ 113652 h 59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9036025" h="590154">
                  <a:moveTo>
                    <a:pt x="4842838" y="476501"/>
                  </a:moveTo>
                  <a:lnTo>
                    <a:pt x="4865521" y="476501"/>
                  </a:lnTo>
                  <a:lnTo>
                    <a:pt x="4840541" y="479279"/>
                  </a:lnTo>
                  <a:close/>
                  <a:moveTo>
                    <a:pt x="8861553" y="4414"/>
                  </a:moveTo>
                  <a:lnTo>
                    <a:pt x="9036025" y="4415"/>
                  </a:lnTo>
                  <a:lnTo>
                    <a:pt x="9028357" y="13668"/>
                  </a:lnTo>
                  <a:lnTo>
                    <a:pt x="8836176" y="35035"/>
                  </a:lnTo>
                  <a:close/>
                  <a:moveTo>
                    <a:pt x="4477558" y="476501"/>
                  </a:moveTo>
                  <a:lnTo>
                    <a:pt x="4652030" y="476500"/>
                  </a:lnTo>
                  <a:lnTo>
                    <a:pt x="4630405" y="502642"/>
                  </a:lnTo>
                  <a:lnTo>
                    <a:pt x="4438262" y="524005"/>
                  </a:lnTo>
                  <a:close/>
                  <a:moveTo>
                    <a:pt x="8496274" y="4416"/>
                  </a:moveTo>
                  <a:lnTo>
                    <a:pt x="8670747" y="4416"/>
                  </a:lnTo>
                  <a:lnTo>
                    <a:pt x="8626007" y="58402"/>
                  </a:lnTo>
                  <a:lnTo>
                    <a:pt x="8433826" y="79769"/>
                  </a:lnTo>
                  <a:close/>
                  <a:moveTo>
                    <a:pt x="4112277" y="476500"/>
                  </a:moveTo>
                  <a:lnTo>
                    <a:pt x="4286751" y="476501"/>
                  </a:lnTo>
                  <a:lnTo>
                    <a:pt x="4228128" y="547368"/>
                  </a:lnTo>
                  <a:lnTo>
                    <a:pt x="4035984" y="568731"/>
                  </a:lnTo>
                  <a:close/>
                  <a:moveTo>
                    <a:pt x="8130992" y="4415"/>
                  </a:moveTo>
                  <a:lnTo>
                    <a:pt x="8305466" y="4415"/>
                  </a:lnTo>
                  <a:lnTo>
                    <a:pt x="8223650" y="103137"/>
                  </a:lnTo>
                  <a:lnTo>
                    <a:pt x="8089375" y="118066"/>
                  </a:lnTo>
                  <a:lnTo>
                    <a:pt x="8036805" y="118066"/>
                  </a:lnTo>
                  <a:close/>
                  <a:moveTo>
                    <a:pt x="3746996" y="476501"/>
                  </a:moveTo>
                  <a:lnTo>
                    <a:pt x="3921469" y="476502"/>
                  </a:lnTo>
                  <a:lnTo>
                    <a:pt x="3827455" y="590154"/>
                  </a:lnTo>
                  <a:lnTo>
                    <a:pt x="3652983" y="590153"/>
                  </a:lnTo>
                  <a:close/>
                  <a:moveTo>
                    <a:pt x="7765711" y="4414"/>
                  </a:moveTo>
                  <a:lnTo>
                    <a:pt x="7940185" y="4415"/>
                  </a:lnTo>
                  <a:lnTo>
                    <a:pt x="7845997" y="118066"/>
                  </a:lnTo>
                  <a:lnTo>
                    <a:pt x="7671525" y="118066"/>
                  </a:lnTo>
                  <a:close/>
                  <a:moveTo>
                    <a:pt x="3381715" y="476501"/>
                  </a:moveTo>
                  <a:lnTo>
                    <a:pt x="3556187" y="476501"/>
                  </a:lnTo>
                  <a:lnTo>
                    <a:pt x="3462175" y="590154"/>
                  </a:lnTo>
                  <a:lnTo>
                    <a:pt x="3287702" y="590153"/>
                  </a:lnTo>
                  <a:close/>
                  <a:moveTo>
                    <a:pt x="7400431" y="4416"/>
                  </a:moveTo>
                  <a:lnTo>
                    <a:pt x="7574903" y="4416"/>
                  </a:lnTo>
                  <a:lnTo>
                    <a:pt x="7480716" y="118067"/>
                  </a:lnTo>
                  <a:lnTo>
                    <a:pt x="7306243" y="118067"/>
                  </a:lnTo>
                  <a:close/>
                  <a:moveTo>
                    <a:pt x="3016435" y="476500"/>
                  </a:moveTo>
                  <a:lnTo>
                    <a:pt x="3190907" y="476501"/>
                  </a:lnTo>
                  <a:lnTo>
                    <a:pt x="3096894" y="590152"/>
                  </a:lnTo>
                  <a:lnTo>
                    <a:pt x="2922421" y="590151"/>
                  </a:lnTo>
                  <a:close/>
                  <a:moveTo>
                    <a:pt x="7035150" y="4415"/>
                  </a:moveTo>
                  <a:lnTo>
                    <a:pt x="7209623" y="4415"/>
                  </a:lnTo>
                  <a:lnTo>
                    <a:pt x="7115434" y="118066"/>
                  </a:lnTo>
                  <a:lnTo>
                    <a:pt x="6940963" y="118066"/>
                  </a:lnTo>
                  <a:close/>
                  <a:moveTo>
                    <a:pt x="2651154" y="476501"/>
                  </a:moveTo>
                  <a:lnTo>
                    <a:pt x="2825626" y="476501"/>
                  </a:lnTo>
                  <a:lnTo>
                    <a:pt x="2731440" y="590151"/>
                  </a:lnTo>
                  <a:lnTo>
                    <a:pt x="2557140" y="590152"/>
                  </a:lnTo>
                  <a:close/>
                  <a:moveTo>
                    <a:pt x="6669868" y="4415"/>
                  </a:moveTo>
                  <a:lnTo>
                    <a:pt x="6844343" y="4415"/>
                  </a:lnTo>
                  <a:lnTo>
                    <a:pt x="6750154" y="118066"/>
                  </a:lnTo>
                  <a:lnTo>
                    <a:pt x="6575681" y="118066"/>
                  </a:lnTo>
                  <a:close/>
                  <a:moveTo>
                    <a:pt x="2285872" y="476502"/>
                  </a:moveTo>
                  <a:lnTo>
                    <a:pt x="2460346" y="476501"/>
                  </a:lnTo>
                  <a:lnTo>
                    <a:pt x="2366332" y="590154"/>
                  </a:lnTo>
                  <a:lnTo>
                    <a:pt x="2191685" y="590151"/>
                  </a:lnTo>
                  <a:close/>
                  <a:moveTo>
                    <a:pt x="6304590" y="4416"/>
                  </a:moveTo>
                  <a:lnTo>
                    <a:pt x="6479063" y="4416"/>
                  </a:lnTo>
                  <a:lnTo>
                    <a:pt x="6384874" y="118067"/>
                  </a:lnTo>
                  <a:lnTo>
                    <a:pt x="6210402" y="118067"/>
                  </a:lnTo>
                  <a:close/>
                  <a:moveTo>
                    <a:pt x="1920591" y="476501"/>
                  </a:moveTo>
                  <a:lnTo>
                    <a:pt x="2095065" y="476501"/>
                  </a:lnTo>
                  <a:lnTo>
                    <a:pt x="2000877" y="590151"/>
                  </a:lnTo>
                  <a:lnTo>
                    <a:pt x="1826404" y="590151"/>
                  </a:lnTo>
                  <a:close/>
                  <a:moveTo>
                    <a:pt x="5938856" y="0"/>
                  </a:moveTo>
                  <a:lnTo>
                    <a:pt x="6004718" y="0"/>
                  </a:lnTo>
                  <a:lnTo>
                    <a:pt x="6004718" y="4415"/>
                  </a:lnTo>
                  <a:lnTo>
                    <a:pt x="6113781" y="4415"/>
                  </a:lnTo>
                  <a:lnTo>
                    <a:pt x="6019594" y="118066"/>
                  </a:lnTo>
                  <a:lnTo>
                    <a:pt x="5845120" y="118066"/>
                  </a:lnTo>
                  <a:lnTo>
                    <a:pt x="5848778" y="113652"/>
                  </a:lnTo>
                  <a:lnTo>
                    <a:pt x="5844667" y="113651"/>
                  </a:lnTo>
                  <a:close/>
                  <a:moveTo>
                    <a:pt x="1555311" y="476502"/>
                  </a:moveTo>
                  <a:lnTo>
                    <a:pt x="1729785" y="476500"/>
                  </a:lnTo>
                  <a:lnTo>
                    <a:pt x="1635597" y="590153"/>
                  </a:lnTo>
                  <a:lnTo>
                    <a:pt x="1461125" y="590151"/>
                  </a:lnTo>
                  <a:close/>
                  <a:moveTo>
                    <a:pt x="5573572" y="0"/>
                  </a:moveTo>
                  <a:lnTo>
                    <a:pt x="5747873" y="0"/>
                  </a:lnTo>
                  <a:lnTo>
                    <a:pt x="5744221" y="4416"/>
                  </a:lnTo>
                  <a:lnTo>
                    <a:pt x="5748500" y="4414"/>
                  </a:lnTo>
                  <a:lnTo>
                    <a:pt x="5654313" y="118066"/>
                  </a:lnTo>
                  <a:lnTo>
                    <a:pt x="5554390" y="118066"/>
                  </a:lnTo>
                  <a:lnTo>
                    <a:pt x="5554390" y="113651"/>
                  </a:lnTo>
                  <a:lnTo>
                    <a:pt x="5479388" y="113651"/>
                  </a:lnTo>
                  <a:close/>
                  <a:moveTo>
                    <a:pt x="1190031" y="476500"/>
                  </a:moveTo>
                  <a:lnTo>
                    <a:pt x="1364504" y="476501"/>
                  </a:lnTo>
                  <a:lnTo>
                    <a:pt x="1270316" y="590151"/>
                  </a:lnTo>
                  <a:lnTo>
                    <a:pt x="1095843" y="590152"/>
                  </a:lnTo>
                  <a:close/>
                  <a:moveTo>
                    <a:pt x="5208120" y="0"/>
                  </a:moveTo>
                  <a:lnTo>
                    <a:pt x="5382766" y="1"/>
                  </a:lnTo>
                  <a:lnTo>
                    <a:pt x="5288579" y="113651"/>
                  </a:lnTo>
                  <a:lnTo>
                    <a:pt x="5114107" y="113651"/>
                  </a:lnTo>
                  <a:close/>
                  <a:moveTo>
                    <a:pt x="824750" y="476501"/>
                  </a:moveTo>
                  <a:lnTo>
                    <a:pt x="999223" y="476500"/>
                  </a:lnTo>
                  <a:lnTo>
                    <a:pt x="905034" y="590151"/>
                  </a:lnTo>
                  <a:lnTo>
                    <a:pt x="730563" y="590151"/>
                  </a:lnTo>
                  <a:close/>
                  <a:moveTo>
                    <a:pt x="4842837" y="1"/>
                  </a:moveTo>
                  <a:lnTo>
                    <a:pt x="5017313" y="0"/>
                  </a:lnTo>
                  <a:lnTo>
                    <a:pt x="4923296" y="113651"/>
                  </a:lnTo>
                  <a:lnTo>
                    <a:pt x="4748826" y="113652"/>
                  </a:lnTo>
                  <a:close/>
                  <a:moveTo>
                    <a:pt x="459469" y="476501"/>
                  </a:moveTo>
                  <a:lnTo>
                    <a:pt x="633941" y="476502"/>
                  </a:lnTo>
                  <a:lnTo>
                    <a:pt x="539754" y="590154"/>
                  </a:lnTo>
                  <a:lnTo>
                    <a:pt x="365281" y="590153"/>
                  </a:lnTo>
                  <a:close/>
                  <a:moveTo>
                    <a:pt x="4477558" y="0"/>
                  </a:moveTo>
                  <a:lnTo>
                    <a:pt x="4652029" y="0"/>
                  </a:lnTo>
                  <a:lnTo>
                    <a:pt x="4558017" y="113651"/>
                  </a:lnTo>
                  <a:lnTo>
                    <a:pt x="4383544" y="113651"/>
                  </a:lnTo>
                  <a:close/>
                  <a:moveTo>
                    <a:pt x="94188" y="476501"/>
                  </a:moveTo>
                  <a:lnTo>
                    <a:pt x="268661" y="476501"/>
                  </a:lnTo>
                  <a:lnTo>
                    <a:pt x="174473" y="590151"/>
                  </a:lnTo>
                  <a:lnTo>
                    <a:pt x="34450" y="590153"/>
                  </a:lnTo>
                  <a:lnTo>
                    <a:pt x="30375" y="553501"/>
                  </a:lnTo>
                  <a:close/>
                  <a:moveTo>
                    <a:pt x="4112275" y="1"/>
                  </a:moveTo>
                  <a:lnTo>
                    <a:pt x="4286751" y="0"/>
                  </a:lnTo>
                  <a:lnTo>
                    <a:pt x="4192736" y="113651"/>
                  </a:lnTo>
                  <a:lnTo>
                    <a:pt x="4018264" y="113651"/>
                  </a:lnTo>
                  <a:close/>
                  <a:moveTo>
                    <a:pt x="3746996" y="2"/>
                  </a:moveTo>
                  <a:lnTo>
                    <a:pt x="3921469" y="1"/>
                  </a:lnTo>
                  <a:lnTo>
                    <a:pt x="3827455" y="113652"/>
                  </a:lnTo>
                  <a:lnTo>
                    <a:pt x="3652982" y="113652"/>
                  </a:lnTo>
                  <a:close/>
                  <a:moveTo>
                    <a:pt x="3381714" y="1"/>
                  </a:moveTo>
                  <a:lnTo>
                    <a:pt x="3556187" y="2"/>
                  </a:lnTo>
                  <a:lnTo>
                    <a:pt x="3462173" y="113654"/>
                  </a:lnTo>
                  <a:lnTo>
                    <a:pt x="3287702" y="113652"/>
                  </a:lnTo>
                  <a:close/>
                  <a:moveTo>
                    <a:pt x="3016434" y="1"/>
                  </a:moveTo>
                  <a:lnTo>
                    <a:pt x="3190907" y="1"/>
                  </a:lnTo>
                  <a:lnTo>
                    <a:pt x="3096894" y="113651"/>
                  </a:lnTo>
                  <a:lnTo>
                    <a:pt x="2922422" y="113651"/>
                  </a:lnTo>
                  <a:close/>
                  <a:moveTo>
                    <a:pt x="2651154" y="2"/>
                  </a:moveTo>
                  <a:lnTo>
                    <a:pt x="2825625" y="1"/>
                  </a:lnTo>
                  <a:lnTo>
                    <a:pt x="2731439" y="113651"/>
                  </a:lnTo>
                  <a:lnTo>
                    <a:pt x="2557140" y="113652"/>
                  </a:lnTo>
                  <a:close/>
                  <a:moveTo>
                    <a:pt x="2285870" y="2"/>
                  </a:moveTo>
                  <a:lnTo>
                    <a:pt x="2460346" y="2"/>
                  </a:lnTo>
                  <a:lnTo>
                    <a:pt x="2366332" y="113654"/>
                  </a:lnTo>
                  <a:lnTo>
                    <a:pt x="2191685" y="113652"/>
                  </a:lnTo>
                  <a:close/>
                  <a:moveTo>
                    <a:pt x="1920591" y="0"/>
                  </a:moveTo>
                  <a:lnTo>
                    <a:pt x="2095064" y="0"/>
                  </a:lnTo>
                  <a:lnTo>
                    <a:pt x="2000877" y="113651"/>
                  </a:lnTo>
                  <a:lnTo>
                    <a:pt x="1826404" y="113651"/>
                  </a:lnTo>
                  <a:close/>
                  <a:moveTo>
                    <a:pt x="1555311" y="2"/>
                  </a:moveTo>
                  <a:lnTo>
                    <a:pt x="1729785" y="2"/>
                  </a:lnTo>
                  <a:lnTo>
                    <a:pt x="1635597" y="113652"/>
                  </a:lnTo>
                  <a:lnTo>
                    <a:pt x="1461125" y="113652"/>
                  </a:lnTo>
                  <a:close/>
                  <a:moveTo>
                    <a:pt x="1190030" y="0"/>
                  </a:moveTo>
                  <a:lnTo>
                    <a:pt x="1364504" y="1"/>
                  </a:lnTo>
                  <a:lnTo>
                    <a:pt x="1270315" y="113651"/>
                  </a:lnTo>
                  <a:lnTo>
                    <a:pt x="1095843" y="113651"/>
                  </a:lnTo>
                  <a:close/>
                  <a:moveTo>
                    <a:pt x="824748" y="0"/>
                  </a:moveTo>
                  <a:lnTo>
                    <a:pt x="999223" y="0"/>
                  </a:lnTo>
                  <a:lnTo>
                    <a:pt x="905035" y="113651"/>
                  </a:lnTo>
                  <a:lnTo>
                    <a:pt x="730563" y="113652"/>
                  </a:lnTo>
                  <a:close/>
                  <a:moveTo>
                    <a:pt x="459469" y="1"/>
                  </a:moveTo>
                  <a:lnTo>
                    <a:pt x="633941" y="1"/>
                  </a:lnTo>
                  <a:lnTo>
                    <a:pt x="539754" y="113653"/>
                  </a:lnTo>
                  <a:lnTo>
                    <a:pt x="365281" y="113652"/>
                  </a:lnTo>
                  <a:close/>
                  <a:moveTo>
                    <a:pt x="94187" y="0"/>
                  </a:moveTo>
                  <a:lnTo>
                    <a:pt x="268661" y="0"/>
                  </a:lnTo>
                  <a:lnTo>
                    <a:pt x="174472" y="113651"/>
                  </a:lnTo>
                  <a:lnTo>
                    <a:pt x="0" y="113652"/>
                  </a:lnTo>
                  <a:close/>
                </a:path>
              </a:pathLst>
            </a:custGeom>
            <a:solidFill>
              <a:srgbClr val="231F20"/>
            </a:solidFill>
            <a:ln w="14523" cap="flat">
              <a:noFill/>
              <a:prstDash val="solid"/>
              <a:miter/>
            </a:ln>
          </p:spPr>
          <p:txBody>
            <a:bodyPr rtlCol="0" anchor="ctr"/>
            <a:lstStyle/>
            <a:p>
              <a:endParaRPr lang="en-US"/>
            </a:p>
          </p:txBody>
        </p:sp>
      </p:grpSp>
      <p:grpSp>
        <p:nvGrpSpPr>
          <p:cNvPr id="31" name="Group 30">
            <a:extLst>
              <a:ext uri="{FF2B5EF4-FFF2-40B4-BE49-F238E27FC236}">
                <a16:creationId xmlns:a16="http://schemas.microsoft.com/office/drawing/2014/main" id="{CDEAD4D1-AC53-52F0-0707-D0673AE9DCD3}"/>
              </a:ext>
            </a:extLst>
          </p:cNvPr>
          <p:cNvGrpSpPr/>
          <p:nvPr userDrawn="1"/>
        </p:nvGrpSpPr>
        <p:grpSpPr>
          <a:xfrm>
            <a:off x="11167219" y="2849317"/>
            <a:ext cx="412771" cy="4348000"/>
            <a:chOff x="11167219" y="2849317"/>
            <a:chExt cx="412771" cy="4348000"/>
          </a:xfrm>
        </p:grpSpPr>
        <p:sp>
          <p:nvSpPr>
            <p:cNvPr id="32" name="Freeform: Shape 31">
              <a:extLst>
                <a:ext uri="{FF2B5EF4-FFF2-40B4-BE49-F238E27FC236}">
                  <a16:creationId xmlns:a16="http://schemas.microsoft.com/office/drawing/2014/main" id="{62B4C4DD-10CC-6442-A21E-E1AABEEED89F}"/>
                </a:ext>
              </a:extLst>
            </p:cNvPr>
            <p:cNvSpPr/>
            <p:nvPr/>
          </p:nvSpPr>
          <p:spPr>
            <a:xfrm rot="17846068" flipV="1">
              <a:off x="9199031" y="4817505"/>
              <a:ext cx="4348000" cy="411623"/>
            </a:xfrm>
            <a:custGeom>
              <a:avLst/>
              <a:gdLst>
                <a:gd name="connsiteX0" fmla="*/ 4348000 w 4348000"/>
                <a:gd name="connsiteY0" fmla="*/ 411623 h 411623"/>
                <a:gd name="connsiteX1" fmla="*/ 3555067 w 4348000"/>
                <a:gd name="connsiteY1" fmla="*/ 0 h 411623"/>
                <a:gd name="connsiteX2" fmla="*/ 213679 w 4348000"/>
                <a:gd name="connsiteY2" fmla="*/ 0 h 411623"/>
                <a:gd name="connsiteX3" fmla="*/ 0 w 4348000"/>
                <a:gd name="connsiteY3" fmla="*/ 411623 h 411623"/>
              </a:gdLst>
              <a:ahLst/>
              <a:cxnLst>
                <a:cxn ang="0">
                  <a:pos x="connsiteX0" y="connsiteY0"/>
                </a:cxn>
                <a:cxn ang="0">
                  <a:pos x="connsiteX1" y="connsiteY1"/>
                </a:cxn>
                <a:cxn ang="0">
                  <a:pos x="connsiteX2" y="connsiteY2"/>
                </a:cxn>
                <a:cxn ang="0">
                  <a:pos x="connsiteX3" y="connsiteY3"/>
                </a:cxn>
              </a:cxnLst>
              <a:rect l="l" t="t" r="r" b="b"/>
              <a:pathLst>
                <a:path w="4348000" h="411623">
                  <a:moveTo>
                    <a:pt x="4348000" y="411623"/>
                  </a:moveTo>
                  <a:lnTo>
                    <a:pt x="3555067" y="0"/>
                  </a:lnTo>
                  <a:lnTo>
                    <a:pt x="213679" y="0"/>
                  </a:lnTo>
                  <a:lnTo>
                    <a:pt x="0" y="411623"/>
                  </a:lnTo>
                  <a:close/>
                </a:path>
              </a:pathLst>
            </a:custGeom>
            <a:gradFill>
              <a:gsLst>
                <a:gs pos="19000">
                  <a:schemeClr val="accent1"/>
                </a:gs>
                <a:gs pos="4587">
                  <a:schemeClr val="accent1"/>
                </a:gs>
                <a:gs pos="100000">
                  <a:schemeClr val="accent1"/>
                </a:gs>
                <a:gs pos="33000">
                  <a:schemeClr val="accent1">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33" name="Freeform: Shape 32">
              <a:extLst>
                <a:ext uri="{FF2B5EF4-FFF2-40B4-BE49-F238E27FC236}">
                  <a16:creationId xmlns:a16="http://schemas.microsoft.com/office/drawing/2014/main" id="{F0A19762-3958-F2F9-1CC7-5D1FA34A3EF1}"/>
                </a:ext>
              </a:extLst>
            </p:cNvPr>
            <p:cNvSpPr/>
            <p:nvPr/>
          </p:nvSpPr>
          <p:spPr>
            <a:xfrm rot="17846068" flipV="1">
              <a:off x="9264674" y="4814543"/>
              <a:ext cx="4219493" cy="411139"/>
            </a:xfrm>
            <a:custGeom>
              <a:avLst/>
              <a:gdLst>
                <a:gd name="connsiteX0" fmla="*/ 187168 w 4219493"/>
                <a:gd name="connsiteY0" fmla="*/ 1 h 411139"/>
                <a:gd name="connsiteX1" fmla="*/ 145690 w 4219493"/>
                <a:gd name="connsiteY1" fmla="*/ 1 h 411139"/>
                <a:gd name="connsiteX2" fmla="*/ 104588 w 4219493"/>
                <a:gd name="connsiteY2" fmla="*/ 79178 h 411139"/>
                <a:gd name="connsiteX3" fmla="*/ 121550 w 4219493"/>
                <a:gd name="connsiteY3" fmla="*/ 79178 h 411139"/>
                <a:gd name="connsiteX4" fmla="*/ 187168 w 4219493"/>
                <a:gd name="connsiteY4" fmla="*/ 331962 h 411139"/>
                <a:gd name="connsiteX5" fmla="*/ 65618 w 4219493"/>
                <a:gd name="connsiteY5" fmla="*/ 331962 h 411139"/>
                <a:gd name="connsiteX6" fmla="*/ 0 w 4219493"/>
                <a:gd name="connsiteY6" fmla="*/ 411139 h 411139"/>
                <a:gd name="connsiteX7" fmla="*/ 121550 w 4219493"/>
                <a:gd name="connsiteY7" fmla="*/ 411139 h 411139"/>
                <a:gd name="connsiteX8" fmla="*/ 441647 w 4219493"/>
                <a:gd name="connsiteY8" fmla="*/ 0 h 411139"/>
                <a:gd name="connsiteX9" fmla="*/ 320097 w 4219493"/>
                <a:gd name="connsiteY9" fmla="*/ 0 h 411139"/>
                <a:gd name="connsiteX10" fmla="*/ 254479 w 4219493"/>
                <a:gd name="connsiteY10" fmla="*/ 79177 h 411139"/>
                <a:gd name="connsiteX11" fmla="*/ 376029 w 4219493"/>
                <a:gd name="connsiteY11" fmla="*/ 79177 h 411139"/>
                <a:gd name="connsiteX12" fmla="*/ 441647 w 4219493"/>
                <a:gd name="connsiteY12" fmla="*/ 331961 h 411139"/>
                <a:gd name="connsiteX13" fmla="*/ 320097 w 4219493"/>
                <a:gd name="connsiteY13" fmla="*/ 331962 h 411139"/>
                <a:gd name="connsiteX14" fmla="*/ 254479 w 4219493"/>
                <a:gd name="connsiteY14" fmla="*/ 411138 h 411139"/>
                <a:gd name="connsiteX15" fmla="*/ 376029 w 4219493"/>
                <a:gd name="connsiteY15" fmla="*/ 411138 h 411139"/>
                <a:gd name="connsiteX16" fmla="*/ 696127 w 4219493"/>
                <a:gd name="connsiteY16" fmla="*/ 0 h 411139"/>
                <a:gd name="connsiteX17" fmla="*/ 574577 w 4219493"/>
                <a:gd name="connsiteY17" fmla="*/ 0 h 411139"/>
                <a:gd name="connsiteX18" fmla="*/ 508959 w 4219493"/>
                <a:gd name="connsiteY18" fmla="*/ 79177 h 411139"/>
                <a:gd name="connsiteX19" fmla="*/ 630509 w 4219493"/>
                <a:gd name="connsiteY19" fmla="*/ 79177 h 411139"/>
                <a:gd name="connsiteX20" fmla="*/ 696127 w 4219493"/>
                <a:gd name="connsiteY20" fmla="*/ 331962 h 411139"/>
                <a:gd name="connsiteX21" fmla="*/ 574576 w 4219493"/>
                <a:gd name="connsiteY21" fmla="*/ 331962 h 411139"/>
                <a:gd name="connsiteX22" fmla="*/ 508959 w 4219493"/>
                <a:gd name="connsiteY22" fmla="*/ 411139 h 411139"/>
                <a:gd name="connsiteX23" fmla="*/ 630509 w 4219493"/>
                <a:gd name="connsiteY23" fmla="*/ 411138 h 411139"/>
                <a:gd name="connsiteX24" fmla="*/ 950607 w 4219493"/>
                <a:gd name="connsiteY24" fmla="*/ 1 h 411139"/>
                <a:gd name="connsiteX25" fmla="*/ 829057 w 4219493"/>
                <a:gd name="connsiteY25" fmla="*/ 1 h 411139"/>
                <a:gd name="connsiteX26" fmla="*/ 763439 w 4219493"/>
                <a:gd name="connsiteY26" fmla="*/ 79178 h 411139"/>
                <a:gd name="connsiteX27" fmla="*/ 884989 w 4219493"/>
                <a:gd name="connsiteY27" fmla="*/ 79178 h 411139"/>
                <a:gd name="connsiteX28" fmla="*/ 950607 w 4219493"/>
                <a:gd name="connsiteY28" fmla="*/ 331962 h 411139"/>
                <a:gd name="connsiteX29" fmla="*/ 829057 w 4219493"/>
                <a:gd name="connsiteY29" fmla="*/ 331962 h 411139"/>
                <a:gd name="connsiteX30" fmla="*/ 763439 w 4219493"/>
                <a:gd name="connsiteY30" fmla="*/ 411139 h 411139"/>
                <a:gd name="connsiteX31" fmla="*/ 884989 w 4219493"/>
                <a:gd name="connsiteY31" fmla="*/ 411139 h 411139"/>
                <a:gd name="connsiteX32" fmla="*/ 1205087 w 4219493"/>
                <a:gd name="connsiteY32" fmla="*/ 0 h 411139"/>
                <a:gd name="connsiteX33" fmla="*/ 1083536 w 4219493"/>
                <a:gd name="connsiteY33" fmla="*/ 0 h 411139"/>
                <a:gd name="connsiteX34" fmla="*/ 1017920 w 4219493"/>
                <a:gd name="connsiteY34" fmla="*/ 79177 h 411139"/>
                <a:gd name="connsiteX35" fmla="*/ 1139469 w 4219493"/>
                <a:gd name="connsiteY35" fmla="*/ 79177 h 411139"/>
                <a:gd name="connsiteX36" fmla="*/ 1205087 w 4219493"/>
                <a:gd name="connsiteY36" fmla="*/ 331961 h 411139"/>
                <a:gd name="connsiteX37" fmla="*/ 1083537 w 4219493"/>
                <a:gd name="connsiteY37" fmla="*/ 331961 h 411139"/>
                <a:gd name="connsiteX38" fmla="*/ 1017920 w 4219493"/>
                <a:gd name="connsiteY38" fmla="*/ 411138 h 411139"/>
                <a:gd name="connsiteX39" fmla="*/ 1139469 w 4219493"/>
                <a:gd name="connsiteY39" fmla="*/ 411138 h 411139"/>
                <a:gd name="connsiteX40" fmla="*/ 1459568 w 4219493"/>
                <a:gd name="connsiteY40" fmla="*/ 0 h 411139"/>
                <a:gd name="connsiteX41" fmla="*/ 1338016 w 4219493"/>
                <a:gd name="connsiteY41" fmla="*/ 0 h 411139"/>
                <a:gd name="connsiteX42" fmla="*/ 1272400 w 4219493"/>
                <a:gd name="connsiteY42" fmla="*/ 79177 h 411139"/>
                <a:gd name="connsiteX43" fmla="*/ 1393949 w 4219493"/>
                <a:gd name="connsiteY43" fmla="*/ 79177 h 411139"/>
                <a:gd name="connsiteX44" fmla="*/ 1459567 w 4219493"/>
                <a:gd name="connsiteY44" fmla="*/ 331961 h 411139"/>
                <a:gd name="connsiteX45" fmla="*/ 1338017 w 4219493"/>
                <a:gd name="connsiteY45" fmla="*/ 331961 h 411139"/>
                <a:gd name="connsiteX46" fmla="*/ 1272400 w 4219493"/>
                <a:gd name="connsiteY46" fmla="*/ 411138 h 411139"/>
                <a:gd name="connsiteX47" fmla="*/ 1393949 w 4219493"/>
                <a:gd name="connsiteY47" fmla="*/ 411138 h 411139"/>
                <a:gd name="connsiteX48" fmla="*/ 1714047 w 4219493"/>
                <a:gd name="connsiteY48" fmla="*/ 1 h 411139"/>
                <a:gd name="connsiteX49" fmla="*/ 1592497 w 4219493"/>
                <a:gd name="connsiteY49" fmla="*/ 1 h 411139"/>
                <a:gd name="connsiteX50" fmla="*/ 1526880 w 4219493"/>
                <a:gd name="connsiteY50" fmla="*/ 79178 h 411139"/>
                <a:gd name="connsiteX51" fmla="*/ 1648429 w 4219493"/>
                <a:gd name="connsiteY51" fmla="*/ 79178 h 411139"/>
                <a:gd name="connsiteX52" fmla="*/ 1714048 w 4219493"/>
                <a:gd name="connsiteY52" fmla="*/ 331961 h 411139"/>
                <a:gd name="connsiteX53" fmla="*/ 1592497 w 4219493"/>
                <a:gd name="connsiteY53" fmla="*/ 331963 h 411139"/>
                <a:gd name="connsiteX54" fmla="*/ 1526880 w 4219493"/>
                <a:gd name="connsiteY54" fmla="*/ 411138 h 411139"/>
                <a:gd name="connsiteX55" fmla="*/ 1648429 w 4219493"/>
                <a:gd name="connsiteY55" fmla="*/ 411139 h 411139"/>
                <a:gd name="connsiteX56" fmla="*/ 1968526 w 4219493"/>
                <a:gd name="connsiteY56" fmla="*/ 0 h 411139"/>
                <a:gd name="connsiteX57" fmla="*/ 1846976 w 4219493"/>
                <a:gd name="connsiteY57" fmla="*/ 0 h 411139"/>
                <a:gd name="connsiteX58" fmla="*/ 1781359 w 4219493"/>
                <a:gd name="connsiteY58" fmla="*/ 79177 h 411139"/>
                <a:gd name="connsiteX59" fmla="*/ 1902909 w 4219493"/>
                <a:gd name="connsiteY59" fmla="*/ 79177 h 411139"/>
                <a:gd name="connsiteX60" fmla="*/ 1968526 w 4219493"/>
                <a:gd name="connsiteY60" fmla="*/ 331961 h 411139"/>
                <a:gd name="connsiteX61" fmla="*/ 1846976 w 4219493"/>
                <a:gd name="connsiteY61" fmla="*/ 331962 h 411139"/>
                <a:gd name="connsiteX62" fmla="*/ 1781359 w 4219493"/>
                <a:gd name="connsiteY62" fmla="*/ 411138 h 411139"/>
                <a:gd name="connsiteX63" fmla="*/ 1902908 w 4219493"/>
                <a:gd name="connsiteY63" fmla="*/ 411138 h 411139"/>
                <a:gd name="connsiteX64" fmla="*/ 2223006 w 4219493"/>
                <a:gd name="connsiteY64" fmla="*/ 1 h 411139"/>
                <a:gd name="connsiteX65" fmla="*/ 2101455 w 4219493"/>
                <a:gd name="connsiteY65" fmla="*/ 1 h 411139"/>
                <a:gd name="connsiteX66" fmla="*/ 2035839 w 4219493"/>
                <a:gd name="connsiteY66" fmla="*/ 79178 h 411139"/>
                <a:gd name="connsiteX67" fmla="*/ 2157510 w 4219493"/>
                <a:gd name="connsiteY67" fmla="*/ 79178 h 411139"/>
                <a:gd name="connsiteX68" fmla="*/ 2223007 w 4219493"/>
                <a:gd name="connsiteY68" fmla="*/ 331962 h 411139"/>
                <a:gd name="connsiteX69" fmla="*/ 2101456 w 4219493"/>
                <a:gd name="connsiteY69" fmla="*/ 331962 h 411139"/>
                <a:gd name="connsiteX70" fmla="*/ 2035839 w 4219493"/>
                <a:gd name="connsiteY70" fmla="*/ 411138 h 411139"/>
                <a:gd name="connsiteX71" fmla="*/ 2157510 w 4219493"/>
                <a:gd name="connsiteY71" fmla="*/ 411139 h 411139"/>
                <a:gd name="connsiteX72" fmla="*/ 2477486 w 4219493"/>
                <a:gd name="connsiteY72" fmla="*/ 1 h 411139"/>
                <a:gd name="connsiteX73" fmla="*/ 2355937 w 4219493"/>
                <a:gd name="connsiteY73" fmla="*/ 1 h 411139"/>
                <a:gd name="connsiteX74" fmla="*/ 2290440 w 4219493"/>
                <a:gd name="connsiteY74" fmla="*/ 79178 h 411139"/>
                <a:gd name="connsiteX75" fmla="*/ 2411869 w 4219493"/>
                <a:gd name="connsiteY75" fmla="*/ 79176 h 411139"/>
                <a:gd name="connsiteX76" fmla="*/ 2477487 w 4219493"/>
                <a:gd name="connsiteY76" fmla="*/ 331961 h 411139"/>
                <a:gd name="connsiteX77" fmla="*/ 2355937 w 4219493"/>
                <a:gd name="connsiteY77" fmla="*/ 331962 h 411139"/>
                <a:gd name="connsiteX78" fmla="*/ 2290440 w 4219493"/>
                <a:gd name="connsiteY78" fmla="*/ 411138 h 411139"/>
                <a:gd name="connsiteX79" fmla="*/ 2411869 w 4219493"/>
                <a:gd name="connsiteY79" fmla="*/ 411138 h 411139"/>
                <a:gd name="connsiteX80" fmla="*/ 2731966 w 4219493"/>
                <a:gd name="connsiteY80" fmla="*/ 0 h 411139"/>
                <a:gd name="connsiteX81" fmla="*/ 2610417 w 4219493"/>
                <a:gd name="connsiteY81" fmla="*/ 0 h 411139"/>
                <a:gd name="connsiteX82" fmla="*/ 2544920 w 4219493"/>
                <a:gd name="connsiteY82" fmla="*/ 79177 h 411139"/>
                <a:gd name="connsiteX83" fmla="*/ 2666470 w 4219493"/>
                <a:gd name="connsiteY83" fmla="*/ 79177 h 411139"/>
                <a:gd name="connsiteX84" fmla="*/ 2731966 w 4219493"/>
                <a:gd name="connsiteY84" fmla="*/ 331962 h 411139"/>
                <a:gd name="connsiteX85" fmla="*/ 2610417 w 4219493"/>
                <a:gd name="connsiteY85" fmla="*/ 331962 h 411139"/>
                <a:gd name="connsiteX86" fmla="*/ 2544920 w 4219493"/>
                <a:gd name="connsiteY86" fmla="*/ 411138 h 411139"/>
                <a:gd name="connsiteX87" fmla="*/ 2666470 w 4219493"/>
                <a:gd name="connsiteY87" fmla="*/ 411139 h 411139"/>
                <a:gd name="connsiteX88" fmla="*/ 2986446 w 4219493"/>
                <a:gd name="connsiteY88" fmla="*/ 1 h 411139"/>
                <a:gd name="connsiteX89" fmla="*/ 2864896 w 4219493"/>
                <a:gd name="connsiteY89" fmla="*/ 1 h 411139"/>
                <a:gd name="connsiteX90" fmla="*/ 2799400 w 4219493"/>
                <a:gd name="connsiteY90" fmla="*/ 79177 h 411139"/>
                <a:gd name="connsiteX91" fmla="*/ 2920949 w 4219493"/>
                <a:gd name="connsiteY91" fmla="*/ 79178 h 411139"/>
                <a:gd name="connsiteX92" fmla="*/ 2986446 w 4219493"/>
                <a:gd name="connsiteY92" fmla="*/ 331962 h 411139"/>
                <a:gd name="connsiteX93" fmla="*/ 2864897 w 4219493"/>
                <a:gd name="connsiteY93" fmla="*/ 331962 h 411139"/>
                <a:gd name="connsiteX94" fmla="*/ 2799400 w 4219493"/>
                <a:gd name="connsiteY94" fmla="*/ 411139 h 411139"/>
                <a:gd name="connsiteX95" fmla="*/ 2920950 w 4219493"/>
                <a:gd name="connsiteY95" fmla="*/ 411139 h 411139"/>
                <a:gd name="connsiteX96" fmla="*/ 3240927 w 4219493"/>
                <a:gd name="connsiteY96" fmla="*/ 1 h 411139"/>
                <a:gd name="connsiteX97" fmla="*/ 3119377 w 4219493"/>
                <a:gd name="connsiteY97" fmla="*/ 1 h 411139"/>
                <a:gd name="connsiteX98" fmla="*/ 3053880 w 4219493"/>
                <a:gd name="connsiteY98" fmla="*/ 79178 h 411139"/>
                <a:gd name="connsiteX99" fmla="*/ 3175430 w 4219493"/>
                <a:gd name="connsiteY99" fmla="*/ 79178 h 411139"/>
                <a:gd name="connsiteX100" fmla="*/ 3240927 w 4219493"/>
                <a:gd name="connsiteY100" fmla="*/ 331962 h 411139"/>
                <a:gd name="connsiteX101" fmla="*/ 3119376 w 4219493"/>
                <a:gd name="connsiteY101" fmla="*/ 331963 h 411139"/>
                <a:gd name="connsiteX102" fmla="*/ 3053880 w 4219493"/>
                <a:gd name="connsiteY102" fmla="*/ 411139 h 411139"/>
                <a:gd name="connsiteX103" fmla="*/ 3175430 w 4219493"/>
                <a:gd name="connsiteY103" fmla="*/ 411139 h 411139"/>
                <a:gd name="connsiteX104" fmla="*/ 3493261 w 4219493"/>
                <a:gd name="connsiteY104" fmla="*/ 2594 h 411139"/>
                <a:gd name="connsiteX105" fmla="*/ 3488262 w 4219493"/>
                <a:gd name="connsiteY105" fmla="*/ 0 h 411139"/>
                <a:gd name="connsiteX106" fmla="*/ 3373856 w 4219493"/>
                <a:gd name="connsiteY106" fmla="*/ 0 h 411139"/>
                <a:gd name="connsiteX107" fmla="*/ 3308360 w 4219493"/>
                <a:gd name="connsiteY107" fmla="*/ 79177 h 411139"/>
                <a:gd name="connsiteX108" fmla="*/ 3429909 w 4219493"/>
                <a:gd name="connsiteY108" fmla="*/ 79177 h 411139"/>
                <a:gd name="connsiteX109" fmla="*/ 3495407 w 4219493"/>
                <a:gd name="connsiteY109" fmla="*/ 331961 h 411139"/>
                <a:gd name="connsiteX110" fmla="*/ 3373857 w 4219493"/>
                <a:gd name="connsiteY110" fmla="*/ 331961 h 411139"/>
                <a:gd name="connsiteX111" fmla="*/ 3308360 w 4219493"/>
                <a:gd name="connsiteY111" fmla="*/ 411138 h 411139"/>
                <a:gd name="connsiteX112" fmla="*/ 3429910 w 4219493"/>
                <a:gd name="connsiteY112" fmla="*/ 411138 h 411139"/>
                <a:gd name="connsiteX113" fmla="*/ 3640785 w 4219493"/>
                <a:gd name="connsiteY113" fmla="*/ 79177 h 411139"/>
                <a:gd name="connsiteX114" fmla="*/ 3586256 w 4219493"/>
                <a:gd name="connsiteY114" fmla="*/ 50870 h 411139"/>
                <a:gd name="connsiteX115" fmla="*/ 3562840 w 4219493"/>
                <a:gd name="connsiteY115" fmla="*/ 79177 h 411139"/>
                <a:gd name="connsiteX116" fmla="*/ 3749886 w 4219493"/>
                <a:gd name="connsiteY116" fmla="*/ 331962 h 411139"/>
                <a:gd name="connsiteX117" fmla="*/ 3628336 w 4219493"/>
                <a:gd name="connsiteY117" fmla="*/ 331962 h 411139"/>
                <a:gd name="connsiteX118" fmla="*/ 3562840 w 4219493"/>
                <a:gd name="connsiteY118" fmla="*/ 411138 h 411139"/>
                <a:gd name="connsiteX119" fmla="*/ 3684390 w 4219493"/>
                <a:gd name="connsiteY119" fmla="*/ 411139 h 411139"/>
                <a:gd name="connsiteX120" fmla="*/ 4004367 w 4219493"/>
                <a:gd name="connsiteY120" fmla="*/ 331961 h 411139"/>
                <a:gd name="connsiteX121" fmla="*/ 3882817 w 4219493"/>
                <a:gd name="connsiteY121" fmla="*/ 331961 h 411139"/>
                <a:gd name="connsiteX122" fmla="*/ 3817320 w 4219493"/>
                <a:gd name="connsiteY122" fmla="*/ 411138 h 411139"/>
                <a:gd name="connsiteX123" fmla="*/ 3938870 w 4219493"/>
                <a:gd name="connsiteY123" fmla="*/ 411138 h 411139"/>
                <a:gd name="connsiteX124" fmla="*/ 4219493 w 4219493"/>
                <a:gd name="connsiteY124" fmla="*/ 379592 h 411139"/>
                <a:gd name="connsiteX125" fmla="*/ 4134425 w 4219493"/>
                <a:gd name="connsiteY125" fmla="*/ 335432 h 411139"/>
                <a:gd name="connsiteX126" fmla="*/ 4071800 w 4219493"/>
                <a:gd name="connsiteY126" fmla="*/ 411139 h 411139"/>
                <a:gd name="connsiteX127" fmla="*/ 4193349 w 4219493"/>
                <a:gd name="connsiteY127" fmla="*/ 411138 h 411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4219493" h="411139">
                  <a:moveTo>
                    <a:pt x="187168" y="1"/>
                  </a:moveTo>
                  <a:lnTo>
                    <a:pt x="145690" y="1"/>
                  </a:lnTo>
                  <a:lnTo>
                    <a:pt x="104588" y="79178"/>
                  </a:lnTo>
                  <a:lnTo>
                    <a:pt x="121550" y="79178"/>
                  </a:lnTo>
                  <a:close/>
                  <a:moveTo>
                    <a:pt x="187168" y="331962"/>
                  </a:moveTo>
                  <a:lnTo>
                    <a:pt x="65618" y="331962"/>
                  </a:lnTo>
                  <a:lnTo>
                    <a:pt x="0" y="411139"/>
                  </a:lnTo>
                  <a:lnTo>
                    <a:pt x="121550" y="411139"/>
                  </a:lnTo>
                  <a:close/>
                  <a:moveTo>
                    <a:pt x="441647" y="0"/>
                  </a:moveTo>
                  <a:lnTo>
                    <a:pt x="320097" y="0"/>
                  </a:lnTo>
                  <a:lnTo>
                    <a:pt x="254479" y="79177"/>
                  </a:lnTo>
                  <a:lnTo>
                    <a:pt x="376029" y="79177"/>
                  </a:lnTo>
                  <a:close/>
                  <a:moveTo>
                    <a:pt x="441647" y="331961"/>
                  </a:moveTo>
                  <a:lnTo>
                    <a:pt x="320097" y="331962"/>
                  </a:lnTo>
                  <a:lnTo>
                    <a:pt x="254479" y="411138"/>
                  </a:lnTo>
                  <a:lnTo>
                    <a:pt x="376029" y="411138"/>
                  </a:lnTo>
                  <a:close/>
                  <a:moveTo>
                    <a:pt x="696127" y="0"/>
                  </a:moveTo>
                  <a:lnTo>
                    <a:pt x="574577" y="0"/>
                  </a:lnTo>
                  <a:lnTo>
                    <a:pt x="508959" y="79177"/>
                  </a:lnTo>
                  <a:lnTo>
                    <a:pt x="630509" y="79177"/>
                  </a:lnTo>
                  <a:close/>
                  <a:moveTo>
                    <a:pt x="696127" y="331962"/>
                  </a:moveTo>
                  <a:lnTo>
                    <a:pt x="574576" y="331962"/>
                  </a:lnTo>
                  <a:lnTo>
                    <a:pt x="508959" y="411139"/>
                  </a:lnTo>
                  <a:lnTo>
                    <a:pt x="630509" y="411138"/>
                  </a:lnTo>
                  <a:close/>
                  <a:moveTo>
                    <a:pt x="950607" y="1"/>
                  </a:moveTo>
                  <a:lnTo>
                    <a:pt x="829057" y="1"/>
                  </a:lnTo>
                  <a:lnTo>
                    <a:pt x="763439" y="79178"/>
                  </a:lnTo>
                  <a:lnTo>
                    <a:pt x="884989" y="79178"/>
                  </a:lnTo>
                  <a:close/>
                  <a:moveTo>
                    <a:pt x="950607" y="331962"/>
                  </a:moveTo>
                  <a:lnTo>
                    <a:pt x="829057" y="331962"/>
                  </a:lnTo>
                  <a:lnTo>
                    <a:pt x="763439" y="411139"/>
                  </a:lnTo>
                  <a:lnTo>
                    <a:pt x="884989" y="411139"/>
                  </a:lnTo>
                  <a:close/>
                  <a:moveTo>
                    <a:pt x="1205087" y="0"/>
                  </a:moveTo>
                  <a:lnTo>
                    <a:pt x="1083536" y="0"/>
                  </a:lnTo>
                  <a:lnTo>
                    <a:pt x="1017920" y="79177"/>
                  </a:lnTo>
                  <a:lnTo>
                    <a:pt x="1139469" y="79177"/>
                  </a:lnTo>
                  <a:close/>
                  <a:moveTo>
                    <a:pt x="1205087" y="331961"/>
                  </a:moveTo>
                  <a:lnTo>
                    <a:pt x="1083537" y="331961"/>
                  </a:lnTo>
                  <a:lnTo>
                    <a:pt x="1017920" y="411138"/>
                  </a:lnTo>
                  <a:lnTo>
                    <a:pt x="1139469" y="411138"/>
                  </a:lnTo>
                  <a:close/>
                  <a:moveTo>
                    <a:pt x="1459568" y="0"/>
                  </a:moveTo>
                  <a:lnTo>
                    <a:pt x="1338016" y="0"/>
                  </a:lnTo>
                  <a:lnTo>
                    <a:pt x="1272400" y="79177"/>
                  </a:lnTo>
                  <a:lnTo>
                    <a:pt x="1393949" y="79177"/>
                  </a:lnTo>
                  <a:close/>
                  <a:moveTo>
                    <a:pt x="1459567" y="331961"/>
                  </a:moveTo>
                  <a:lnTo>
                    <a:pt x="1338017" y="331961"/>
                  </a:lnTo>
                  <a:lnTo>
                    <a:pt x="1272400" y="411138"/>
                  </a:lnTo>
                  <a:lnTo>
                    <a:pt x="1393949" y="411138"/>
                  </a:lnTo>
                  <a:close/>
                  <a:moveTo>
                    <a:pt x="1714047" y="1"/>
                  </a:moveTo>
                  <a:lnTo>
                    <a:pt x="1592497" y="1"/>
                  </a:lnTo>
                  <a:lnTo>
                    <a:pt x="1526880" y="79178"/>
                  </a:lnTo>
                  <a:lnTo>
                    <a:pt x="1648429" y="79178"/>
                  </a:lnTo>
                  <a:close/>
                  <a:moveTo>
                    <a:pt x="1714048" y="331961"/>
                  </a:moveTo>
                  <a:lnTo>
                    <a:pt x="1592497" y="331963"/>
                  </a:lnTo>
                  <a:lnTo>
                    <a:pt x="1526880" y="411138"/>
                  </a:lnTo>
                  <a:lnTo>
                    <a:pt x="1648429" y="411139"/>
                  </a:lnTo>
                  <a:close/>
                  <a:moveTo>
                    <a:pt x="1968526" y="0"/>
                  </a:moveTo>
                  <a:lnTo>
                    <a:pt x="1846976" y="0"/>
                  </a:lnTo>
                  <a:lnTo>
                    <a:pt x="1781359" y="79177"/>
                  </a:lnTo>
                  <a:lnTo>
                    <a:pt x="1902909" y="79177"/>
                  </a:lnTo>
                  <a:close/>
                  <a:moveTo>
                    <a:pt x="1968526" y="331961"/>
                  </a:moveTo>
                  <a:lnTo>
                    <a:pt x="1846976" y="331962"/>
                  </a:lnTo>
                  <a:lnTo>
                    <a:pt x="1781359" y="411138"/>
                  </a:lnTo>
                  <a:lnTo>
                    <a:pt x="1902908" y="411138"/>
                  </a:lnTo>
                  <a:close/>
                  <a:moveTo>
                    <a:pt x="2223006" y="1"/>
                  </a:moveTo>
                  <a:lnTo>
                    <a:pt x="2101455" y="1"/>
                  </a:lnTo>
                  <a:lnTo>
                    <a:pt x="2035839" y="79178"/>
                  </a:lnTo>
                  <a:lnTo>
                    <a:pt x="2157510" y="79178"/>
                  </a:lnTo>
                  <a:close/>
                  <a:moveTo>
                    <a:pt x="2223007" y="331962"/>
                  </a:moveTo>
                  <a:lnTo>
                    <a:pt x="2101456" y="331962"/>
                  </a:lnTo>
                  <a:lnTo>
                    <a:pt x="2035839" y="411138"/>
                  </a:lnTo>
                  <a:lnTo>
                    <a:pt x="2157510" y="411139"/>
                  </a:lnTo>
                  <a:close/>
                  <a:moveTo>
                    <a:pt x="2477486" y="1"/>
                  </a:moveTo>
                  <a:lnTo>
                    <a:pt x="2355937" y="1"/>
                  </a:lnTo>
                  <a:lnTo>
                    <a:pt x="2290440" y="79178"/>
                  </a:lnTo>
                  <a:lnTo>
                    <a:pt x="2411869" y="79176"/>
                  </a:lnTo>
                  <a:close/>
                  <a:moveTo>
                    <a:pt x="2477487" y="331961"/>
                  </a:moveTo>
                  <a:lnTo>
                    <a:pt x="2355937" y="331962"/>
                  </a:lnTo>
                  <a:lnTo>
                    <a:pt x="2290440" y="411138"/>
                  </a:lnTo>
                  <a:lnTo>
                    <a:pt x="2411869" y="411138"/>
                  </a:lnTo>
                  <a:close/>
                  <a:moveTo>
                    <a:pt x="2731966" y="0"/>
                  </a:moveTo>
                  <a:lnTo>
                    <a:pt x="2610417" y="0"/>
                  </a:lnTo>
                  <a:lnTo>
                    <a:pt x="2544920" y="79177"/>
                  </a:lnTo>
                  <a:lnTo>
                    <a:pt x="2666470" y="79177"/>
                  </a:lnTo>
                  <a:close/>
                  <a:moveTo>
                    <a:pt x="2731966" y="331962"/>
                  </a:moveTo>
                  <a:lnTo>
                    <a:pt x="2610417" y="331962"/>
                  </a:lnTo>
                  <a:lnTo>
                    <a:pt x="2544920" y="411138"/>
                  </a:lnTo>
                  <a:lnTo>
                    <a:pt x="2666470" y="411139"/>
                  </a:lnTo>
                  <a:close/>
                  <a:moveTo>
                    <a:pt x="2986446" y="1"/>
                  </a:moveTo>
                  <a:lnTo>
                    <a:pt x="2864896" y="1"/>
                  </a:lnTo>
                  <a:lnTo>
                    <a:pt x="2799400" y="79177"/>
                  </a:lnTo>
                  <a:lnTo>
                    <a:pt x="2920949" y="79178"/>
                  </a:lnTo>
                  <a:close/>
                  <a:moveTo>
                    <a:pt x="2986446" y="331962"/>
                  </a:moveTo>
                  <a:lnTo>
                    <a:pt x="2864897" y="331962"/>
                  </a:lnTo>
                  <a:lnTo>
                    <a:pt x="2799400" y="411139"/>
                  </a:lnTo>
                  <a:lnTo>
                    <a:pt x="2920950" y="411139"/>
                  </a:lnTo>
                  <a:close/>
                  <a:moveTo>
                    <a:pt x="3240927" y="1"/>
                  </a:moveTo>
                  <a:lnTo>
                    <a:pt x="3119377" y="1"/>
                  </a:lnTo>
                  <a:lnTo>
                    <a:pt x="3053880" y="79178"/>
                  </a:lnTo>
                  <a:lnTo>
                    <a:pt x="3175430" y="79178"/>
                  </a:lnTo>
                  <a:close/>
                  <a:moveTo>
                    <a:pt x="3240927" y="331962"/>
                  </a:moveTo>
                  <a:lnTo>
                    <a:pt x="3119376" y="331963"/>
                  </a:lnTo>
                  <a:lnTo>
                    <a:pt x="3053880" y="411139"/>
                  </a:lnTo>
                  <a:lnTo>
                    <a:pt x="3175430" y="411139"/>
                  </a:lnTo>
                  <a:close/>
                  <a:moveTo>
                    <a:pt x="3493261" y="2594"/>
                  </a:moveTo>
                  <a:lnTo>
                    <a:pt x="3488262" y="0"/>
                  </a:lnTo>
                  <a:lnTo>
                    <a:pt x="3373856" y="0"/>
                  </a:lnTo>
                  <a:lnTo>
                    <a:pt x="3308360" y="79177"/>
                  </a:lnTo>
                  <a:lnTo>
                    <a:pt x="3429909" y="79177"/>
                  </a:lnTo>
                  <a:close/>
                  <a:moveTo>
                    <a:pt x="3495407" y="331961"/>
                  </a:moveTo>
                  <a:lnTo>
                    <a:pt x="3373857" y="331961"/>
                  </a:lnTo>
                  <a:lnTo>
                    <a:pt x="3308360" y="411138"/>
                  </a:lnTo>
                  <a:lnTo>
                    <a:pt x="3429910" y="411138"/>
                  </a:lnTo>
                  <a:close/>
                  <a:moveTo>
                    <a:pt x="3640785" y="79177"/>
                  </a:moveTo>
                  <a:lnTo>
                    <a:pt x="3586256" y="50870"/>
                  </a:lnTo>
                  <a:lnTo>
                    <a:pt x="3562840" y="79177"/>
                  </a:lnTo>
                  <a:close/>
                  <a:moveTo>
                    <a:pt x="3749886" y="331962"/>
                  </a:moveTo>
                  <a:lnTo>
                    <a:pt x="3628336" y="331962"/>
                  </a:lnTo>
                  <a:lnTo>
                    <a:pt x="3562840" y="411138"/>
                  </a:lnTo>
                  <a:lnTo>
                    <a:pt x="3684390" y="411139"/>
                  </a:lnTo>
                  <a:close/>
                  <a:moveTo>
                    <a:pt x="4004367" y="331961"/>
                  </a:moveTo>
                  <a:lnTo>
                    <a:pt x="3882817" y="331961"/>
                  </a:lnTo>
                  <a:lnTo>
                    <a:pt x="3817320" y="411138"/>
                  </a:lnTo>
                  <a:lnTo>
                    <a:pt x="3938870" y="411138"/>
                  </a:lnTo>
                  <a:close/>
                  <a:moveTo>
                    <a:pt x="4219493" y="379592"/>
                  </a:moveTo>
                  <a:lnTo>
                    <a:pt x="4134425" y="335432"/>
                  </a:lnTo>
                  <a:lnTo>
                    <a:pt x="4071800" y="411139"/>
                  </a:lnTo>
                  <a:lnTo>
                    <a:pt x="4193349" y="411138"/>
                  </a:lnTo>
                  <a:close/>
                </a:path>
              </a:pathLst>
            </a:custGeom>
            <a:solidFill>
              <a:srgbClr val="231F20"/>
            </a:solidFill>
            <a:ln w="14523" cap="flat">
              <a:noFill/>
              <a:prstDash val="solid"/>
              <a:miter/>
            </a:ln>
          </p:spPr>
          <p:txBody>
            <a:bodyPr rtlCol="0" anchor="ctr"/>
            <a:lstStyle/>
            <a:p>
              <a:endParaRPr lang="en-US"/>
            </a:p>
          </p:txBody>
        </p:sp>
      </p:grpSp>
    </p:spTree>
    <p:extLst>
      <p:ext uri="{BB962C8B-B14F-4D97-AF65-F5344CB8AC3E}">
        <p14:creationId xmlns:p14="http://schemas.microsoft.com/office/powerpoint/2010/main" val="1013039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Element-Slide">
    <p:spTree>
      <p:nvGrpSpPr>
        <p:cNvPr id="1" name=""/>
        <p:cNvGrpSpPr/>
        <p:nvPr/>
      </p:nvGrpSpPr>
      <p:grpSpPr>
        <a:xfrm>
          <a:off x="0" y="0"/>
          <a:ext cx="0" cy="0"/>
          <a:chOff x="0" y="0"/>
          <a:chExt cx="0" cy="0"/>
        </a:xfrm>
      </p:grpSpPr>
      <p:sp>
        <p:nvSpPr>
          <p:cNvPr id="4" name="Title 1"/>
          <p:cNvSpPr>
            <a:spLocks noGrp="1"/>
          </p:cNvSpPr>
          <p:nvPr userDrawn="1">
            <p:ph type="title" hasCustomPrompt="1"/>
          </p:nvPr>
        </p:nvSpPr>
        <p:spPr>
          <a:xfrm>
            <a:off x="115499" y="119080"/>
            <a:ext cx="11886467" cy="830997"/>
          </a:xfrm>
        </p:spPr>
        <p:txBody>
          <a:bodyPr>
            <a:spAutoFit/>
          </a:bodyPr>
          <a:lstStyle>
            <a:lvl1pPr>
              <a:lnSpc>
                <a:spcPct val="100000"/>
              </a:lnSpc>
              <a:defRPr sz="4800" b="1">
                <a:solidFill>
                  <a:schemeClr val="bg1"/>
                </a:solidFill>
                <a:latin typeface="Questrial" pitchFamily="2" charset="0"/>
              </a:defRPr>
            </a:lvl1pPr>
          </a:lstStyle>
          <a:p>
            <a:r>
              <a:rPr lang="en-US" dirty="0"/>
              <a:t>Click To Edit Slide Headline</a:t>
            </a:r>
          </a:p>
        </p:txBody>
      </p:sp>
      <p:grpSp>
        <p:nvGrpSpPr>
          <p:cNvPr id="21" name="Group 20">
            <a:extLst>
              <a:ext uri="{FF2B5EF4-FFF2-40B4-BE49-F238E27FC236}">
                <a16:creationId xmlns:a16="http://schemas.microsoft.com/office/drawing/2014/main" id="{3A160043-C13F-F3D1-4B58-F0023C81B84A}"/>
              </a:ext>
            </a:extLst>
          </p:cNvPr>
          <p:cNvGrpSpPr/>
          <p:nvPr userDrawn="1"/>
        </p:nvGrpSpPr>
        <p:grpSpPr>
          <a:xfrm>
            <a:off x="-53813" y="6265684"/>
            <a:ext cx="12282278" cy="668881"/>
            <a:chOff x="-53813" y="6265684"/>
            <a:chExt cx="12282278" cy="668881"/>
          </a:xfrm>
        </p:grpSpPr>
        <p:grpSp>
          <p:nvGrpSpPr>
            <p:cNvPr id="20" name="Group 19">
              <a:extLst>
                <a:ext uri="{FF2B5EF4-FFF2-40B4-BE49-F238E27FC236}">
                  <a16:creationId xmlns:a16="http://schemas.microsoft.com/office/drawing/2014/main" id="{951DA75C-06E3-8452-5820-493A46CC62A1}"/>
                </a:ext>
              </a:extLst>
            </p:cNvPr>
            <p:cNvGrpSpPr/>
            <p:nvPr userDrawn="1"/>
          </p:nvGrpSpPr>
          <p:grpSpPr>
            <a:xfrm>
              <a:off x="3207731" y="6265684"/>
              <a:ext cx="9020734" cy="448893"/>
              <a:chOff x="3207731" y="6265684"/>
              <a:chExt cx="9020734" cy="448893"/>
            </a:xfrm>
          </p:grpSpPr>
          <p:sp>
            <p:nvSpPr>
              <p:cNvPr id="17" name="Freeform: Shape 16">
                <a:extLst>
                  <a:ext uri="{FF2B5EF4-FFF2-40B4-BE49-F238E27FC236}">
                    <a16:creationId xmlns:a16="http://schemas.microsoft.com/office/drawing/2014/main" id="{61A98C06-F4AB-F3AB-03A8-6AB127F2DB2F}"/>
                  </a:ext>
                </a:extLst>
              </p:cNvPr>
              <p:cNvSpPr/>
              <p:nvPr/>
            </p:nvSpPr>
            <p:spPr bwMode="auto">
              <a:xfrm rot="21292982">
                <a:off x="3207731" y="6299976"/>
                <a:ext cx="9020734" cy="414601"/>
              </a:xfrm>
              <a:custGeom>
                <a:avLst/>
                <a:gdLst>
                  <a:gd name="connsiteX0" fmla="*/ 9020734 w 9020734"/>
                  <a:gd name="connsiteY0" fmla="*/ 0 h 414601"/>
                  <a:gd name="connsiteX1" fmla="*/ 8983608 w 9020734"/>
                  <a:gd name="connsiteY1" fmla="*/ 414601 h 414601"/>
                  <a:gd name="connsiteX2" fmla="*/ 2893028 w 9020734"/>
                  <a:gd name="connsiteY2" fmla="*/ 414601 h 414601"/>
                  <a:gd name="connsiteX3" fmla="*/ 0 w 9020734"/>
                  <a:gd name="connsiteY3" fmla="*/ 155542 h 414601"/>
                  <a:gd name="connsiteX4" fmla="*/ 0 w 9020734"/>
                  <a:gd name="connsiteY4" fmla="*/ 0 h 414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0734" h="414601">
                    <a:moveTo>
                      <a:pt x="9020734" y="0"/>
                    </a:moveTo>
                    <a:lnTo>
                      <a:pt x="8983608" y="414601"/>
                    </a:lnTo>
                    <a:lnTo>
                      <a:pt x="2893028" y="414601"/>
                    </a:lnTo>
                    <a:lnTo>
                      <a:pt x="0" y="155542"/>
                    </a:lnTo>
                    <a:lnTo>
                      <a:pt x="0" y="0"/>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19" name="Freeform: Shape 18">
                <a:extLst>
                  <a:ext uri="{FF2B5EF4-FFF2-40B4-BE49-F238E27FC236}">
                    <a16:creationId xmlns:a16="http://schemas.microsoft.com/office/drawing/2014/main" id="{C751F051-7F50-895B-7092-CD1EFD44E2FD}"/>
                  </a:ext>
                </a:extLst>
              </p:cNvPr>
              <p:cNvSpPr/>
              <p:nvPr/>
            </p:nvSpPr>
            <p:spPr bwMode="auto">
              <a:xfrm rot="21292982">
                <a:off x="4207859" y="6265684"/>
                <a:ext cx="7786403" cy="414600"/>
              </a:xfrm>
              <a:custGeom>
                <a:avLst/>
                <a:gdLst>
                  <a:gd name="connsiteX0" fmla="*/ 211928 w 7786403"/>
                  <a:gd name="connsiteY0" fmla="*/ 0 h 414600"/>
                  <a:gd name="connsiteX1" fmla="*/ 503190 w 7786403"/>
                  <a:gd name="connsiteY1" fmla="*/ 207300 h 414600"/>
                  <a:gd name="connsiteX2" fmla="*/ 399613 w 7786403"/>
                  <a:gd name="connsiteY2" fmla="*/ 281019 h 414600"/>
                  <a:gd name="connsiteX3" fmla="*/ 211368 w 7786403"/>
                  <a:gd name="connsiteY3" fmla="*/ 264163 h 414600"/>
                  <a:gd name="connsiteX4" fmla="*/ 291261 w 7786403"/>
                  <a:gd name="connsiteY4" fmla="*/ 207300 h 414600"/>
                  <a:gd name="connsiteX5" fmla="*/ 0 w 7786403"/>
                  <a:gd name="connsiteY5" fmla="*/ 0 h 414600"/>
                  <a:gd name="connsiteX6" fmla="*/ 732083 w 7786403"/>
                  <a:gd name="connsiteY6" fmla="*/ 0 h 414600"/>
                  <a:gd name="connsiteX7" fmla="*/ 1023344 w 7786403"/>
                  <a:gd name="connsiteY7" fmla="*/ 207301 h 414600"/>
                  <a:gd name="connsiteX8" fmla="*/ 861638 w 7786403"/>
                  <a:gd name="connsiteY8" fmla="*/ 322392 h 414600"/>
                  <a:gd name="connsiteX9" fmla="*/ 673394 w 7786403"/>
                  <a:gd name="connsiteY9" fmla="*/ 305535 h 414600"/>
                  <a:gd name="connsiteX10" fmla="*/ 811416 w 7786403"/>
                  <a:gd name="connsiteY10" fmla="*/ 207300 h 414600"/>
                  <a:gd name="connsiteX11" fmla="*/ 520154 w 7786403"/>
                  <a:gd name="connsiteY11" fmla="*/ 0 h 414600"/>
                  <a:gd name="connsiteX12" fmla="*/ 2217882 w 7786403"/>
                  <a:gd name="connsiteY12" fmla="*/ 0 h 414600"/>
                  <a:gd name="connsiteX13" fmla="*/ 2509144 w 7786403"/>
                  <a:gd name="connsiteY13" fmla="*/ 207300 h 414600"/>
                  <a:gd name="connsiteX14" fmla="*/ 2217882 w 7786403"/>
                  <a:gd name="connsiteY14" fmla="*/ 414600 h 414600"/>
                  <a:gd name="connsiteX15" fmla="*/ 2005954 w 7786403"/>
                  <a:gd name="connsiteY15" fmla="*/ 414600 h 414600"/>
                  <a:gd name="connsiteX16" fmla="*/ 2297215 w 7786403"/>
                  <a:gd name="connsiteY16" fmla="*/ 207300 h 414600"/>
                  <a:gd name="connsiteX17" fmla="*/ 2005954 w 7786403"/>
                  <a:gd name="connsiteY17" fmla="*/ 0 h 414600"/>
                  <a:gd name="connsiteX18" fmla="*/ 2738037 w 7786403"/>
                  <a:gd name="connsiteY18" fmla="*/ 0 h 414600"/>
                  <a:gd name="connsiteX19" fmla="*/ 3029298 w 7786403"/>
                  <a:gd name="connsiteY19" fmla="*/ 207301 h 414600"/>
                  <a:gd name="connsiteX20" fmla="*/ 2738036 w 7786403"/>
                  <a:gd name="connsiteY20" fmla="*/ 414600 h 414600"/>
                  <a:gd name="connsiteX21" fmla="*/ 2526108 w 7786403"/>
                  <a:gd name="connsiteY21" fmla="*/ 414600 h 414600"/>
                  <a:gd name="connsiteX22" fmla="*/ 2817369 w 7786403"/>
                  <a:gd name="connsiteY22" fmla="*/ 207300 h 414600"/>
                  <a:gd name="connsiteX23" fmla="*/ 2526108 w 7786403"/>
                  <a:gd name="connsiteY23" fmla="*/ 0 h 414600"/>
                  <a:gd name="connsiteX24" fmla="*/ 4948710 w 7786403"/>
                  <a:gd name="connsiteY24" fmla="*/ 0 h 414600"/>
                  <a:gd name="connsiteX25" fmla="*/ 5239971 w 7786403"/>
                  <a:gd name="connsiteY25" fmla="*/ 207300 h 414600"/>
                  <a:gd name="connsiteX26" fmla="*/ 4948710 w 7786403"/>
                  <a:gd name="connsiteY26" fmla="*/ 414600 h 414600"/>
                  <a:gd name="connsiteX27" fmla="*/ 4736782 w 7786403"/>
                  <a:gd name="connsiteY27" fmla="*/ 414600 h 414600"/>
                  <a:gd name="connsiteX28" fmla="*/ 5028043 w 7786403"/>
                  <a:gd name="connsiteY28" fmla="*/ 207300 h 414600"/>
                  <a:gd name="connsiteX29" fmla="*/ 4736782 w 7786403"/>
                  <a:gd name="connsiteY29" fmla="*/ 0 h 414600"/>
                  <a:gd name="connsiteX30" fmla="*/ 5468864 w 7786403"/>
                  <a:gd name="connsiteY30" fmla="*/ 0 h 414600"/>
                  <a:gd name="connsiteX31" fmla="*/ 5760126 w 7786403"/>
                  <a:gd name="connsiteY31" fmla="*/ 207301 h 414600"/>
                  <a:gd name="connsiteX32" fmla="*/ 5468865 w 7786403"/>
                  <a:gd name="connsiteY32" fmla="*/ 414600 h 414600"/>
                  <a:gd name="connsiteX33" fmla="*/ 5256936 w 7786403"/>
                  <a:gd name="connsiteY33" fmla="*/ 414600 h 414600"/>
                  <a:gd name="connsiteX34" fmla="*/ 5548198 w 7786403"/>
                  <a:gd name="connsiteY34" fmla="*/ 207300 h 414600"/>
                  <a:gd name="connsiteX35" fmla="*/ 5256936 w 7786403"/>
                  <a:gd name="connsiteY35" fmla="*/ 0 h 414600"/>
                  <a:gd name="connsiteX36" fmla="*/ 6974986 w 7786403"/>
                  <a:gd name="connsiteY36" fmla="*/ 0 h 414600"/>
                  <a:gd name="connsiteX37" fmla="*/ 7266249 w 7786403"/>
                  <a:gd name="connsiteY37" fmla="*/ 207301 h 414600"/>
                  <a:gd name="connsiteX38" fmla="*/ 6974986 w 7786403"/>
                  <a:gd name="connsiteY38" fmla="*/ 414600 h 414600"/>
                  <a:gd name="connsiteX39" fmla="*/ 6763057 w 7786403"/>
                  <a:gd name="connsiteY39" fmla="*/ 414600 h 414600"/>
                  <a:gd name="connsiteX40" fmla="*/ 7054321 w 7786403"/>
                  <a:gd name="connsiteY40" fmla="*/ 207300 h 414600"/>
                  <a:gd name="connsiteX41" fmla="*/ 6763057 w 7786403"/>
                  <a:gd name="connsiteY41" fmla="*/ 0 h 414600"/>
                  <a:gd name="connsiteX42" fmla="*/ 7495140 w 7786403"/>
                  <a:gd name="connsiteY42" fmla="*/ 0 h 414600"/>
                  <a:gd name="connsiteX43" fmla="*/ 7786403 w 7786403"/>
                  <a:gd name="connsiteY43" fmla="*/ 207300 h 414600"/>
                  <a:gd name="connsiteX44" fmla="*/ 7495140 w 7786403"/>
                  <a:gd name="connsiteY44" fmla="*/ 414600 h 414600"/>
                  <a:gd name="connsiteX45" fmla="*/ 7283211 w 7786403"/>
                  <a:gd name="connsiteY45" fmla="*/ 414600 h 414600"/>
                  <a:gd name="connsiteX46" fmla="*/ 7574475 w 7786403"/>
                  <a:gd name="connsiteY46" fmla="*/ 207301 h 414600"/>
                  <a:gd name="connsiteX47" fmla="*/ 7283211 w 7786403"/>
                  <a:gd name="connsiteY47" fmla="*/ 0 h 4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7786403" h="414600">
                    <a:moveTo>
                      <a:pt x="211928" y="0"/>
                    </a:moveTo>
                    <a:lnTo>
                      <a:pt x="503190" y="207300"/>
                    </a:lnTo>
                    <a:lnTo>
                      <a:pt x="399613" y="281019"/>
                    </a:lnTo>
                    <a:lnTo>
                      <a:pt x="211368" y="264163"/>
                    </a:lnTo>
                    <a:lnTo>
                      <a:pt x="291261" y="207300"/>
                    </a:lnTo>
                    <a:lnTo>
                      <a:pt x="0" y="0"/>
                    </a:lnTo>
                    <a:close/>
                    <a:moveTo>
                      <a:pt x="732083" y="0"/>
                    </a:moveTo>
                    <a:lnTo>
                      <a:pt x="1023344" y="207301"/>
                    </a:lnTo>
                    <a:lnTo>
                      <a:pt x="861638" y="322392"/>
                    </a:lnTo>
                    <a:lnTo>
                      <a:pt x="673394" y="305535"/>
                    </a:lnTo>
                    <a:lnTo>
                      <a:pt x="811416" y="207300"/>
                    </a:lnTo>
                    <a:lnTo>
                      <a:pt x="520154" y="0"/>
                    </a:lnTo>
                    <a:close/>
                    <a:moveTo>
                      <a:pt x="2217882" y="0"/>
                    </a:moveTo>
                    <a:lnTo>
                      <a:pt x="2509144" y="207300"/>
                    </a:lnTo>
                    <a:lnTo>
                      <a:pt x="2217882" y="414600"/>
                    </a:lnTo>
                    <a:lnTo>
                      <a:pt x="2005954" y="414600"/>
                    </a:lnTo>
                    <a:lnTo>
                      <a:pt x="2297215" y="207300"/>
                    </a:lnTo>
                    <a:lnTo>
                      <a:pt x="2005954" y="0"/>
                    </a:lnTo>
                    <a:close/>
                    <a:moveTo>
                      <a:pt x="2738037" y="0"/>
                    </a:moveTo>
                    <a:lnTo>
                      <a:pt x="3029298" y="207301"/>
                    </a:lnTo>
                    <a:lnTo>
                      <a:pt x="2738036" y="414600"/>
                    </a:lnTo>
                    <a:lnTo>
                      <a:pt x="2526108" y="414600"/>
                    </a:lnTo>
                    <a:lnTo>
                      <a:pt x="2817369" y="207300"/>
                    </a:lnTo>
                    <a:lnTo>
                      <a:pt x="2526108" y="0"/>
                    </a:lnTo>
                    <a:close/>
                    <a:moveTo>
                      <a:pt x="4948710" y="0"/>
                    </a:moveTo>
                    <a:lnTo>
                      <a:pt x="5239971" y="207300"/>
                    </a:lnTo>
                    <a:lnTo>
                      <a:pt x="4948710" y="414600"/>
                    </a:lnTo>
                    <a:lnTo>
                      <a:pt x="4736782" y="414600"/>
                    </a:lnTo>
                    <a:lnTo>
                      <a:pt x="5028043" y="207300"/>
                    </a:lnTo>
                    <a:lnTo>
                      <a:pt x="4736782" y="0"/>
                    </a:lnTo>
                    <a:close/>
                    <a:moveTo>
                      <a:pt x="5468864" y="0"/>
                    </a:moveTo>
                    <a:lnTo>
                      <a:pt x="5760126" y="207301"/>
                    </a:lnTo>
                    <a:lnTo>
                      <a:pt x="5468865" y="414600"/>
                    </a:lnTo>
                    <a:lnTo>
                      <a:pt x="5256936" y="414600"/>
                    </a:lnTo>
                    <a:lnTo>
                      <a:pt x="5548198" y="207300"/>
                    </a:lnTo>
                    <a:lnTo>
                      <a:pt x="5256936" y="0"/>
                    </a:lnTo>
                    <a:close/>
                    <a:moveTo>
                      <a:pt x="6974986" y="0"/>
                    </a:moveTo>
                    <a:lnTo>
                      <a:pt x="7266249" y="207301"/>
                    </a:lnTo>
                    <a:lnTo>
                      <a:pt x="6974986" y="414600"/>
                    </a:lnTo>
                    <a:lnTo>
                      <a:pt x="6763057" y="414600"/>
                    </a:lnTo>
                    <a:lnTo>
                      <a:pt x="7054321" y="207300"/>
                    </a:lnTo>
                    <a:lnTo>
                      <a:pt x="6763057" y="0"/>
                    </a:lnTo>
                    <a:close/>
                    <a:moveTo>
                      <a:pt x="7495140" y="0"/>
                    </a:moveTo>
                    <a:lnTo>
                      <a:pt x="7786403" y="207300"/>
                    </a:lnTo>
                    <a:lnTo>
                      <a:pt x="7495140" y="414600"/>
                    </a:lnTo>
                    <a:lnTo>
                      <a:pt x="7283211" y="414600"/>
                    </a:lnTo>
                    <a:lnTo>
                      <a:pt x="7574475" y="207301"/>
                    </a:lnTo>
                    <a:lnTo>
                      <a:pt x="7283211" y="0"/>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2" name="Group 1">
              <a:extLst>
                <a:ext uri="{FF2B5EF4-FFF2-40B4-BE49-F238E27FC236}">
                  <a16:creationId xmlns:a16="http://schemas.microsoft.com/office/drawing/2014/main" id="{B0B90F1F-B3B3-736C-754F-AA56C807CA21}"/>
                </a:ext>
              </a:extLst>
            </p:cNvPr>
            <p:cNvGrpSpPr/>
            <p:nvPr userDrawn="1"/>
          </p:nvGrpSpPr>
          <p:grpSpPr>
            <a:xfrm>
              <a:off x="-53813" y="6462913"/>
              <a:ext cx="7277563" cy="471652"/>
              <a:chOff x="-60659" y="6344210"/>
              <a:chExt cx="9149083" cy="592946"/>
            </a:xfrm>
          </p:grpSpPr>
          <p:sp>
            <p:nvSpPr>
              <p:cNvPr id="3" name="Freeform: Shape 2">
                <a:extLst>
                  <a:ext uri="{FF2B5EF4-FFF2-40B4-BE49-F238E27FC236}">
                    <a16:creationId xmlns:a16="http://schemas.microsoft.com/office/drawing/2014/main" id="{AD56BC0E-986F-089B-18A9-F03E65267B83}"/>
                  </a:ext>
                </a:extLst>
              </p:cNvPr>
              <p:cNvSpPr/>
              <p:nvPr userDrawn="1"/>
            </p:nvSpPr>
            <p:spPr>
              <a:xfrm rot="380653">
                <a:off x="-60659" y="6346311"/>
                <a:ext cx="9149083" cy="590845"/>
              </a:xfrm>
              <a:custGeom>
                <a:avLst/>
                <a:gdLst>
                  <a:gd name="connsiteX0" fmla="*/ 0 w 9149083"/>
                  <a:gd name="connsiteY0" fmla="*/ 0 h 590845"/>
                  <a:gd name="connsiteX1" fmla="*/ 6033700 w 9149083"/>
                  <a:gd name="connsiteY1" fmla="*/ 0 h 590845"/>
                  <a:gd name="connsiteX2" fmla="*/ 6033700 w 9149083"/>
                  <a:gd name="connsiteY2" fmla="*/ 4414 h 590845"/>
                  <a:gd name="connsiteX3" fmla="*/ 9149083 w 9149083"/>
                  <a:gd name="connsiteY3" fmla="*/ 4414 h 590845"/>
                  <a:gd name="connsiteX4" fmla="*/ 3874583 w 9149083"/>
                  <a:gd name="connsiteY4" fmla="*/ 590845 h 590845"/>
                  <a:gd name="connsiteX5" fmla="*/ 65691 w 9149083"/>
                  <a:gd name="connsiteY5" fmla="*/ 590845 h 590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9083" h="590845">
                    <a:moveTo>
                      <a:pt x="0" y="0"/>
                    </a:moveTo>
                    <a:lnTo>
                      <a:pt x="6033700" y="0"/>
                    </a:lnTo>
                    <a:lnTo>
                      <a:pt x="6033700" y="4414"/>
                    </a:lnTo>
                    <a:lnTo>
                      <a:pt x="9149083" y="4414"/>
                    </a:lnTo>
                    <a:lnTo>
                      <a:pt x="3874583" y="590845"/>
                    </a:lnTo>
                    <a:lnTo>
                      <a:pt x="65691" y="590845"/>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a:effectLst>
                <a:outerShdw blurRad="50800" dist="38100" dir="16200000" rotWithShape="0">
                  <a:prstClr val="black">
                    <a:alpha val="40000"/>
                  </a:prstClr>
                </a:outerShdw>
              </a:effectLst>
            </p:spPr>
            <p:txBody>
              <a:bodyPr rtlCol="0" anchor="ctr"/>
              <a:lstStyle/>
              <a:p>
                <a:endParaRPr lang="en-US" dirty="0"/>
              </a:p>
            </p:txBody>
          </p:sp>
          <p:sp>
            <p:nvSpPr>
              <p:cNvPr id="5" name="Freeform: Shape 4">
                <a:extLst>
                  <a:ext uri="{FF2B5EF4-FFF2-40B4-BE49-F238E27FC236}">
                    <a16:creationId xmlns:a16="http://schemas.microsoft.com/office/drawing/2014/main" id="{28C9F25E-B67F-90DF-72E9-3B17575377C9}"/>
                  </a:ext>
                </a:extLst>
              </p:cNvPr>
              <p:cNvSpPr/>
              <p:nvPr userDrawn="1"/>
            </p:nvSpPr>
            <p:spPr>
              <a:xfrm rot="380653">
                <a:off x="-29301" y="6344210"/>
                <a:ext cx="9036025" cy="590154"/>
              </a:xfrm>
              <a:custGeom>
                <a:avLst/>
                <a:gdLst>
                  <a:gd name="connsiteX0" fmla="*/ 4842838 w 9036025"/>
                  <a:gd name="connsiteY0" fmla="*/ 476501 h 590154"/>
                  <a:gd name="connsiteX1" fmla="*/ 4865521 w 9036025"/>
                  <a:gd name="connsiteY1" fmla="*/ 476501 h 590154"/>
                  <a:gd name="connsiteX2" fmla="*/ 4840541 w 9036025"/>
                  <a:gd name="connsiteY2" fmla="*/ 479279 h 590154"/>
                  <a:gd name="connsiteX3" fmla="*/ 8861553 w 9036025"/>
                  <a:gd name="connsiteY3" fmla="*/ 4414 h 590154"/>
                  <a:gd name="connsiteX4" fmla="*/ 9036025 w 9036025"/>
                  <a:gd name="connsiteY4" fmla="*/ 4415 h 590154"/>
                  <a:gd name="connsiteX5" fmla="*/ 9028357 w 9036025"/>
                  <a:gd name="connsiteY5" fmla="*/ 13668 h 590154"/>
                  <a:gd name="connsiteX6" fmla="*/ 8836176 w 9036025"/>
                  <a:gd name="connsiteY6" fmla="*/ 35035 h 590154"/>
                  <a:gd name="connsiteX7" fmla="*/ 4477558 w 9036025"/>
                  <a:gd name="connsiteY7" fmla="*/ 476501 h 590154"/>
                  <a:gd name="connsiteX8" fmla="*/ 4652030 w 9036025"/>
                  <a:gd name="connsiteY8" fmla="*/ 476500 h 590154"/>
                  <a:gd name="connsiteX9" fmla="*/ 4630405 w 9036025"/>
                  <a:gd name="connsiteY9" fmla="*/ 502642 h 590154"/>
                  <a:gd name="connsiteX10" fmla="*/ 4438262 w 9036025"/>
                  <a:gd name="connsiteY10" fmla="*/ 524005 h 590154"/>
                  <a:gd name="connsiteX11" fmla="*/ 8496274 w 9036025"/>
                  <a:gd name="connsiteY11" fmla="*/ 4416 h 590154"/>
                  <a:gd name="connsiteX12" fmla="*/ 8670747 w 9036025"/>
                  <a:gd name="connsiteY12" fmla="*/ 4416 h 590154"/>
                  <a:gd name="connsiteX13" fmla="*/ 8626007 w 9036025"/>
                  <a:gd name="connsiteY13" fmla="*/ 58402 h 590154"/>
                  <a:gd name="connsiteX14" fmla="*/ 8433826 w 9036025"/>
                  <a:gd name="connsiteY14" fmla="*/ 79769 h 590154"/>
                  <a:gd name="connsiteX15" fmla="*/ 4112277 w 9036025"/>
                  <a:gd name="connsiteY15" fmla="*/ 476500 h 590154"/>
                  <a:gd name="connsiteX16" fmla="*/ 4286751 w 9036025"/>
                  <a:gd name="connsiteY16" fmla="*/ 476501 h 590154"/>
                  <a:gd name="connsiteX17" fmla="*/ 4228128 w 9036025"/>
                  <a:gd name="connsiteY17" fmla="*/ 547368 h 590154"/>
                  <a:gd name="connsiteX18" fmla="*/ 4035984 w 9036025"/>
                  <a:gd name="connsiteY18" fmla="*/ 568731 h 590154"/>
                  <a:gd name="connsiteX19" fmla="*/ 8130992 w 9036025"/>
                  <a:gd name="connsiteY19" fmla="*/ 4415 h 590154"/>
                  <a:gd name="connsiteX20" fmla="*/ 8305466 w 9036025"/>
                  <a:gd name="connsiteY20" fmla="*/ 4415 h 590154"/>
                  <a:gd name="connsiteX21" fmla="*/ 8223650 w 9036025"/>
                  <a:gd name="connsiteY21" fmla="*/ 103137 h 590154"/>
                  <a:gd name="connsiteX22" fmla="*/ 8089375 w 9036025"/>
                  <a:gd name="connsiteY22" fmla="*/ 118066 h 590154"/>
                  <a:gd name="connsiteX23" fmla="*/ 8036805 w 9036025"/>
                  <a:gd name="connsiteY23" fmla="*/ 118066 h 590154"/>
                  <a:gd name="connsiteX24" fmla="*/ 3746996 w 9036025"/>
                  <a:gd name="connsiteY24" fmla="*/ 476501 h 590154"/>
                  <a:gd name="connsiteX25" fmla="*/ 3921469 w 9036025"/>
                  <a:gd name="connsiteY25" fmla="*/ 476502 h 590154"/>
                  <a:gd name="connsiteX26" fmla="*/ 3827455 w 9036025"/>
                  <a:gd name="connsiteY26" fmla="*/ 590154 h 590154"/>
                  <a:gd name="connsiteX27" fmla="*/ 3652983 w 9036025"/>
                  <a:gd name="connsiteY27" fmla="*/ 590153 h 590154"/>
                  <a:gd name="connsiteX28" fmla="*/ 7765711 w 9036025"/>
                  <a:gd name="connsiteY28" fmla="*/ 4414 h 590154"/>
                  <a:gd name="connsiteX29" fmla="*/ 7940185 w 9036025"/>
                  <a:gd name="connsiteY29" fmla="*/ 4415 h 590154"/>
                  <a:gd name="connsiteX30" fmla="*/ 7845997 w 9036025"/>
                  <a:gd name="connsiteY30" fmla="*/ 118066 h 590154"/>
                  <a:gd name="connsiteX31" fmla="*/ 7671525 w 9036025"/>
                  <a:gd name="connsiteY31" fmla="*/ 118066 h 590154"/>
                  <a:gd name="connsiteX32" fmla="*/ 3381715 w 9036025"/>
                  <a:gd name="connsiteY32" fmla="*/ 476501 h 590154"/>
                  <a:gd name="connsiteX33" fmla="*/ 3556187 w 9036025"/>
                  <a:gd name="connsiteY33" fmla="*/ 476501 h 590154"/>
                  <a:gd name="connsiteX34" fmla="*/ 3462175 w 9036025"/>
                  <a:gd name="connsiteY34" fmla="*/ 590154 h 590154"/>
                  <a:gd name="connsiteX35" fmla="*/ 3287702 w 9036025"/>
                  <a:gd name="connsiteY35" fmla="*/ 590153 h 590154"/>
                  <a:gd name="connsiteX36" fmla="*/ 7400431 w 9036025"/>
                  <a:gd name="connsiteY36" fmla="*/ 4416 h 590154"/>
                  <a:gd name="connsiteX37" fmla="*/ 7574903 w 9036025"/>
                  <a:gd name="connsiteY37" fmla="*/ 4416 h 590154"/>
                  <a:gd name="connsiteX38" fmla="*/ 7480716 w 9036025"/>
                  <a:gd name="connsiteY38" fmla="*/ 118067 h 590154"/>
                  <a:gd name="connsiteX39" fmla="*/ 7306243 w 9036025"/>
                  <a:gd name="connsiteY39" fmla="*/ 118067 h 590154"/>
                  <a:gd name="connsiteX40" fmla="*/ 3016435 w 9036025"/>
                  <a:gd name="connsiteY40" fmla="*/ 476500 h 590154"/>
                  <a:gd name="connsiteX41" fmla="*/ 3190907 w 9036025"/>
                  <a:gd name="connsiteY41" fmla="*/ 476501 h 590154"/>
                  <a:gd name="connsiteX42" fmla="*/ 3096894 w 9036025"/>
                  <a:gd name="connsiteY42" fmla="*/ 590152 h 590154"/>
                  <a:gd name="connsiteX43" fmla="*/ 2922421 w 9036025"/>
                  <a:gd name="connsiteY43" fmla="*/ 590151 h 590154"/>
                  <a:gd name="connsiteX44" fmla="*/ 7035150 w 9036025"/>
                  <a:gd name="connsiteY44" fmla="*/ 4415 h 590154"/>
                  <a:gd name="connsiteX45" fmla="*/ 7209623 w 9036025"/>
                  <a:gd name="connsiteY45" fmla="*/ 4415 h 590154"/>
                  <a:gd name="connsiteX46" fmla="*/ 7115434 w 9036025"/>
                  <a:gd name="connsiteY46" fmla="*/ 118066 h 590154"/>
                  <a:gd name="connsiteX47" fmla="*/ 6940963 w 9036025"/>
                  <a:gd name="connsiteY47" fmla="*/ 118066 h 590154"/>
                  <a:gd name="connsiteX48" fmla="*/ 2651154 w 9036025"/>
                  <a:gd name="connsiteY48" fmla="*/ 476501 h 590154"/>
                  <a:gd name="connsiteX49" fmla="*/ 2825626 w 9036025"/>
                  <a:gd name="connsiteY49" fmla="*/ 476501 h 590154"/>
                  <a:gd name="connsiteX50" fmla="*/ 2731440 w 9036025"/>
                  <a:gd name="connsiteY50" fmla="*/ 590151 h 590154"/>
                  <a:gd name="connsiteX51" fmla="*/ 2557140 w 9036025"/>
                  <a:gd name="connsiteY51" fmla="*/ 590152 h 590154"/>
                  <a:gd name="connsiteX52" fmla="*/ 6669868 w 9036025"/>
                  <a:gd name="connsiteY52" fmla="*/ 4415 h 590154"/>
                  <a:gd name="connsiteX53" fmla="*/ 6844343 w 9036025"/>
                  <a:gd name="connsiteY53" fmla="*/ 4415 h 590154"/>
                  <a:gd name="connsiteX54" fmla="*/ 6750154 w 9036025"/>
                  <a:gd name="connsiteY54" fmla="*/ 118066 h 590154"/>
                  <a:gd name="connsiteX55" fmla="*/ 6575681 w 9036025"/>
                  <a:gd name="connsiteY55" fmla="*/ 118066 h 590154"/>
                  <a:gd name="connsiteX56" fmla="*/ 2285872 w 9036025"/>
                  <a:gd name="connsiteY56" fmla="*/ 476502 h 590154"/>
                  <a:gd name="connsiteX57" fmla="*/ 2460346 w 9036025"/>
                  <a:gd name="connsiteY57" fmla="*/ 476501 h 590154"/>
                  <a:gd name="connsiteX58" fmla="*/ 2366332 w 9036025"/>
                  <a:gd name="connsiteY58" fmla="*/ 590154 h 590154"/>
                  <a:gd name="connsiteX59" fmla="*/ 2191685 w 9036025"/>
                  <a:gd name="connsiteY59" fmla="*/ 590151 h 590154"/>
                  <a:gd name="connsiteX60" fmla="*/ 6304590 w 9036025"/>
                  <a:gd name="connsiteY60" fmla="*/ 4416 h 590154"/>
                  <a:gd name="connsiteX61" fmla="*/ 6479063 w 9036025"/>
                  <a:gd name="connsiteY61" fmla="*/ 4416 h 590154"/>
                  <a:gd name="connsiteX62" fmla="*/ 6384874 w 9036025"/>
                  <a:gd name="connsiteY62" fmla="*/ 118067 h 590154"/>
                  <a:gd name="connsiteX63" fmla="*/ 6210402 w 9036025"/>
                  <a:gd name="connsiteY63" fmla="*/ 118067 h 590154"/>
                  <a:gd name="connsiteX64" fmla="*/ 1920591 w 9036025"/>
                  <a:gd name="connsiteY64" fmla="*/ 476501 h 590154"/>
                  <a:gd name="connsiteX65" fmla="*/ 2095065 w 9036025"/>
                  <a:gd name="connsiteY65" fmla="*/ 476501 h 590154"/>
                  <a:gd name="connsiteX66" fmla="*/ 2000877 w 9036025"/>
                  <a:gd name="connsiteY66" fmla="*/ 590151 h 590154"/>
                  <a:gd name="connsiteX67" fmla="*/ 1826404 w 9036025"/>
                  <a:gd name="connsiteY67" fmla="*/ 590151 h 590154"/>
                  <a:gd name="connsiteX68" fmla="*/ 5938856 w 9036025"/>
                  <a:gd name="connsiteY68" fmla="*/ 0 h 590154"/>
                  <a:gd name="connsiteX69" fmla="*/ 6004718 w 9036025"/>
                  <a:gd name="connsiteY69" fmla="*/ 0 h 590154"/>
                  <a:gd name="connsiteX70" fmla="*/ 6004718 w 9036025"/>
                  <a:gd name="connsiteY70" fmla="*/ 4415 h 590154"/>
                  <a:gd name="connsiteX71" fmla="*/ 6113781 w 9036025"/>
                  <a:gd name="connsiteY71" fmla="*/ 4415 h 590154"/>
                  <a:gd name="connsiteX72" fmla="*/ 6019594 w 9036025"/>
                  <a:gd name="connsiteY72" fmla="*/ 118066 h 590154"/>
                  <a:gd name="connsiteX73" fmla="*/ 5845120 w 9036025"/>
                  <a:gd name="connsiteY73" fmla="*/ 118066 h 590154"/>
                  <a:gd name="connsiteX74" fmla="*/ 5848778 w 9036025"/>
                  <a:gd name="connsiteY74" fmla="*/ 113652 h 590154"/>
                  <a:gd name="connsiteX75" fmla="*/ 5844667 w 9036025"/>
                  <a:gd name="connsiteY75" fmla="*/ 113651 h 590154"/>
                  <a:gd name="connsiteX76" fmla="*/ 1555311 w 9036025"/>
                  <a:gd name="connsiteY76" fmla="*/ 476502 h 590154"/>
                  <a:gd name="connsiteX77" fmla="*/ 1729785 w 9036025"/>
                  <a:gd name="connsiteY77" fmla="*/ 476500 h 590154"/>
                  <a:gd name="connsiteX78" fmla="*/ 1635597 w 9036025"/>
                  <a:gd name="connsiteY78" fmla="*/ 590153 h 590154"/>
                  <a:gd name="connsiteX79" fmla="*/ 1461125 w 9036025"/>
                  <a:gd name="connsiteY79" fmla="*/ 590151 h 590154"/>
                  <a:gd name="connsiteX80" fmla="*/ 5573572 w 9036025"/>
                  <a:gd name="connsiteY80" fmla="*/ 0 h 590154"/>
                  <a:gd name="connsiteX81" fmla="*/ 5747873 w 9036025"/>
                  <a:gd name="connsiteY81" fmla="*/ 0 h 590154"/>
                  <a:gd name="connsiteX82" fmla="*/ 5744221 w 9036025"/>
                  <a:gd name="connsiteY82" fmla="*/ 4416 h 590154"/>
                  <a:gd name="connsiteX83" fmla="*/ 5748500 w 9036025"/>
                  <a:gd name="connsiteY83" fmla="*/ 4414 h 590154"/>
                  <a:gd name="connsiteX84" fmla="*/ 5654313 w 9036025"/>
                  <a:gd name="connsiteY84" fmla="*/ 118066 h 590154"/>
                  <a:gd name="connsiteX85" fmla="*/ 5554390 w 9036025"/>
                  <a:gd name="connsiteY85" fmla="*/ 118066 h 590154"/>
                  <a:gd name="connsiteX86" fmla="*/ 5554390 w 9036025"/>
                  <a:gd name="connsiteY86" fmla="*/ 113651 h 590154"/>
                  <a:gd name="connsiteX87" fmla="*/ 5479388 w 9036025"/>
                  <a:gd name="connsiteY87" fmla="*/ 113651 h 590154"/>
                  <a:gd name="connsiteX88" fmla="*/ 1190031 w 9036025"/>
                  <a:gd name="connsiteY88" fmla="*/ 476500 h 590154"/>
                  <a:gd name="connsiteX89" fmla="*/ 1364504 w 9036025"/>
                  <a:gd name="connsiteY89" fmla="*/ 476501 h 590154"/>
                  <a:gd name="connsiteX90" fmla="*/ 1270316 w 9036025"/>
                  <a:gd name="connsiteY90" fmla="*/ 590151 h 590154"/>
                  <a:gd name="connsiteX91" fmla="*/ 1095843 w 9036025"/>
                  <a:gd name="connsiteY91" fmla="*/ 590152 h 590154"/>
                  <a:gd name="connsiteX92" fmla="*/ 5208120 w 9036025"/>
                  <a:gd name="connsiteY92" fmla="*/ 0 h 590154"/>
                  <a:gd name="connsiteX93" fmla="*/ 5382766 w 9036025"/>
                  <a:gd name="connsiteY93" fmla="*/ 1 h 590154"/>
                  <a:gd name="connsiteX94" fmla="*/ 5288579 w 9036025"/>
                  <a:gd name="connsiteY94" fmla="*/ 113651 h 590154"/>
                  <a:gd name="connsiteX95" fmla="*/ 5114107 w 9036025"/>
                  <a:gd name="connsiteY95" fmla="*/ 113651 h 590154"/>
                  <a:gd name="connsiteX96" fmla="*/ 824750 w 9036025"/>
                  <a:gd name="connsiteY96" fmla="*/ 476501 h 590154"/>
                  <a:gd name="connsiteX97" fmla="*/ 999223 w 9036025"/>
                  <a:gd name="connsiteY97" fmla="*/ 476500 h 590154"/>
                  <a:gd name="connsiteX98" fmla="*/ 905034 w 9036025"/>
                  <a:gd name="connsiteY98" fmla="*/ 590151 h 590154"/>
                  <a:gd name="connsiteX99" fmla="*/ 730563 w 9036025"/>
                  <a:gd name="connsiteY99" fmla="*/ 590151 h 590154"/>
                  <a:gd name="connsiteX100" fmla="*/ 4842837 w 9036025"/>
                  <a:gd name="connsiteY100" fmla="*/ 1 h 590154"/>
                  <a:gd name="connsiteX101" fmla="*/ 5017313 w 9036025"/>
                  <a:gd name="connsiteY101" fmla="*/ 0 h 590154"/>
                  <a:gd name="connsiteX102" fmla="*/ 4923296 w 9036025"/>
                  <a:gd name="connsiteY102" fmla="*/ 113651 h 590154"/>
                  <a:gd name="connsiteX103" fmla="*/ 4748826 w 9036025"/>
                  <a:gd name="connsiteY103" fmla="*/ 113652 h 590154"/>
                  <a:gd name="connsiteX104" fmla="*/ 459469 w 9036025"/>
                  <a:gd name="connsiteY104" fmla="*/ 476501 h 590154"/>
                  <a:gd name="connsiteX105" fmla="*/ 633941 w 9036025"/>
                  <a:gd name="connsiteY105" fmla="*/ 476502 h 590154"/>
                  <a:gd name="connsiteX106" fmla="*/ 539754 w 9036025"/>
                  <a:gd name="connsiteY106" fmla="*/ 590154 h 590154"/>
                  <a:gd name="connsiteX107" fmla="*/ 365281 w 9036025"/>
                  <a:gd name="connsiteY107" fmla="*/ 590153 h 590154"/>
                  <a:gd name="connsiteX108" fmla="*/ 4477558 w 9036025"/>
                  <a:gd name="connsiteY108" fmla="*/ 0 h 590154"/>
                  <a:gd name="connsiteX109" fmla="*/ 4652029 w 9036025"/>
                  <a:gd name="connsiteY109" fmla="*/ 0 h 590154"/>
                  <a:gd name="connsiteX110" fmla="*/ 4558017 w 9036025"/>
                  <a:gd name="connsiteY110" fmla="*/ 113651 h 590154"/>
                  <a:gd name="connsiteX111" fmla="*/ 4383544 w 9036025"/>
                  <a:gd name="connsiteY111" fmla="*/ 113651 h 590154"/>
                  <a:gd name="connsiteX112" fmla="*/ 94188 w 9036025"/>
                  <a:gd name="connsiteY112" fmla="*/ 476501 h 590154"/>
                  <a:gd name="connsiteX113" fmla="*/ 268661 w 9036025"/>
                  <a:gd name="connsiteY113" fmla="*/ 476501 h 590154"/>
                  <a:gd name="connsiteX114" fmla="*/ 174473 w 9036025"/>
                  <a:gd name="connsiteY114" fmla="*/ 590151 h 590154"/>
                  <a:gd name="connsiteX115" fmla="*/ 34450 w 9036025"/>
                  <a:gd name="connsiteY115" fmla="*/ 590153 h 590154"/>
                  <a:gd name="connsiteX116" fmla="*/ 30375 w 9036025"/>
                  <a:gd name="connsiteY116" fmla="*/ 553501 h 590154"/>
                  <a:gd name="connsiteX117" fmla="*/ 4112275 w 9036025"/>
                  <a:gd name="connsiteY117" fmla="*/ 1 h 590154"/>
                  <a:gd name="connsiteX118" fmla="*/ 4286751 w 9036025"/>
                  <a:gd name="connsiteY118" fmla="*/ 0 h 590154"/>
                  <a:gd name="connsiteX119" fmla="*/ 4192736 w 9036025"/>
                  <a:gd name="connsiteY119" fmla="*/ 113651 h 590154"/>
                  <a:gd name="connsiteX120" fmla="*/ 4018264 w 9036025"/>
                  <a:gd name="connsiteY120" fmla="*/ 113651 h 590154"/>
                  <a:gd name="connsiteX121" fmla="*/ 3746996 w 9036025"/>
                  <a:gd name="connsiteY121" fmla="*/ 2 h 590154"/>
                  <a:gd name="connsiteX122" fmla="*/ 3921469 w 9036025"/>
                  <a:gd name="connsiteY122" fmla="*/ 1 h 590154"/>
                  <a:gd name="connsiteX123" fmla="*/ 3827455 w 9036025"/>
                  <a:gd name="connsiteY123" fmla="*/ 113652 h 590154"/>
                  <a:gd name="connsiteX124" fmla="*/ 3652982 w 9036025"/>
                  <a:gd name="connsiteY124" fmla="*/ 113652 h 590154"/>
                  <a:gd name="connsiteX125" fmla="*/ 3381714 w 9036025"/>
                  <a:gd name="connsiteY125" fmla="*/ 1 h 590154"/>
                  <a:gd name="connsiteX126" fmla="*/ 3556187 w 9036025"/>
                  <a:gd name="connsiteY126" fmla="*/ 2 h 590154"/>
                  <a:gd name="connsiteX127" fmla="*/ 3462173 w 9036025"/>
                  <a:gd name="connsiteY127" fmla="*/ 113654 h 590154"/>
                  <a:gd name="connsiteX128" fmla="*/ 3287702 w 9036025"/>
                  <a:gd name="connsiteY128" fmla="*/ 113652 h 590154"/>
                  <a:gd name="connsiteX129" fmla="*/ 3016434 w 9036025"/>
                  <a:gd name="connsiteY129" fmla="*/ 1 h 590154"/>
                  <a:gd name="connsiteX130" fmla="*/ 3190907 w 9036025"/>
                  <a:gd name="connsiteY130" fmla="*/ 1 h 590154"/>
                  <a:gd name="connsiteX131" fmla="*/ 3096894 w 9036025"/>
                  <a:gd name="connsiteY131" fmla="*/ 113651 h 590154"/>
                  <a:gd name="connsiteX132" fmla="*/ 2922422 w 9036025"/>
                  <a:gd name="connsiteY132" fmla="*/ 113651 h 590154"/>
                  <a:gd name="connsiteX133" fmla="*/ 2651154 w 9036025"/>
                  <a:gd name="connsiteY133" fmla="*/ 2 h 590154"/>
                  <a:gd name="connsiteX134" fmla="*/ 2825625 w 9036025"/>
                  <a:gd name="connsiteY134" fmla="*/ 1 h 590154"/>
                  <a:gd name="connsiteX135" fmla="*/ 2731439 w 9036025"/>
                  <a:gd name="connsiteY135" fmla="*/ 113651 h 590154"/>
                  <a:gd name="connsiteX136" fmla="*/ 2557140 w 9036025"/>
                  <a:gd name="connsiteY136" fmla="*/ 113652 h 590154"/>
                  <a:gd name="connsiteX137" fmla="*/ 2285870 w 9036025"/>
                  <a:gd name="connsiteY137" fmla="*/ 2 h 590154"/>
                  <a:gd name="connsiteX138" fmla="*/ 2460346 w 9036025"/>
                  <a:gd name="connsiteY138" fmla="*/ 2 h 590154"/>
                  <a:gd name="connsiteX139" fmla="*/ 2366332 w 9036025"/>
                  <a:gd name="connsiteY139" fmla="*/ 113654 h 590154"/>
                  <a:gd name="connsiteX140" fmla="*/ 2191685 w 9036025"/>
                  <a:gd name="connsiteY140" fmla="*/ 113652 h 590154"/>
                  <a:gd name="connsiteX141" fmla="*/ 1920591 w 9036025"/>
                  <a:gd name="connsiteY141" fmla="*/ 0 h 590154"/>
                  <a:gd name="connsiteX142" fmla="*/ 2095064 w 9036025"/>
                  <a:gd name="connsiteY142" fmla="*/ 0 h 590154"/>
                  <a:gd name="connsiteX143" fmla="*/ 2000877 w 9036025"/>
                  <a:gd name="connsiteY143" fmla="*/ 113651 h 590154"/>
                  <a:gd name="connsiteX144" fmla="*/ 1826404 w 9036025"/>
                  <a:gd name="connsiteY144" fmla="*/ 113651 h 590154"/>
                  <a:gd name="connsiteX145" fmla="*/ 1555311 w 9036025"/>
                  <a:gd name="connsiteY145" fmla="*/ 2 h 590154"/>
                  <a:gd name="connsiteX146" fmla="*/ 1729785 w 9036025"/>
                  <a:gd name="connsiteY146" fmla="*/ 2 h 590154"/>
                  <a:gd name="connsiteX147" fmla="*/ 1635597 w 9036025"/>
                  <a:gd name="connsiteY147" fmla="*/ 113652 h 590154"/>
                  <a:gd name="connsiteX148" fmla="*/ 1461125 w 9036025"/>
                  <a:gd name="connsiteY148" fmla="*/ 113652 h 590154"/>
                  <a:gd name="connsiteX149" fmla="*/ 1190030 w 9036025"/>
                  <a:gd name="connsiteY149" fmla="*/ 0 h 590154"/>
                  <a:gd name="connsiteX150" fmla="*/ 1364504 w 9036025"/>
                  <a:gd name="connsiteY150" fmla="*/ 1 h 590154"/>
                  <a:gd name="connsiteX151" fmla="*/ 1270315 w 9036025"/>
                  <a:gd name="connsiteY151" fmla="*/ 113651 h 590154"/>
                  <a:gd name="connsiteX152" fmla="*/ 1095843 w 9036025"/>
                  <a:gd name="connsiteY152" fmla="*/ 113651 h 590154"/>
                  <a:gd name="connsiteX153" fmla="*/ 824748 w 9036025"/>
                  <a:gd name="connsiteY153" fmla="*/ 0 h 590154"/>
                  <a:gd name="connsiteX154" fmla="*/ 999223 w 9036025"/>
                  <a:gd name="connsiteY154" fmla="*/ 0 h 590154"/>
                  <a:gd name="connsiteX155" fmla="*/ 905035 w 9036025"/>
                  <a:gd name="connsiteY155" fmla="*/ 113651 h 590154"/>
                  <a:gd name="connsiteX156" fmla="*/ 730563 w 9036025"/>
                  <a:gd name="connsiteY156" fmla="*/ 113652 h 590154"/>
                  <a:gd name="connsiteX157" fmla="*/ 459469 w 9036025"/>
                  <a:gd name="connsiteY157" fmla="*/ 1 h 590154"/>
                  <a:gd name="connsiteX158" fmla="*/ 633941 w 9036025"/>
                  <a:gd name="connsiteY158" fmla="*/ 1 h 590154"/>
                  <a:gd name="connsiteX159" fmla="*/ 539754 w 9036025"/>
                  <a:gd name="connsiteY159" fmla="*/ 113653 h 590154"/>
                  <a:gd name="connsiteX160" fmla="*/ 365281 w 9036025"/>
                  <a:gd name="connsiteY160" fmla="*/ 113652 h 590154"/>
                  <a:gd name="connsiteX161" fmla="*/ 94187 w 9036025"/>
                  <a:gd name="connsiteY161" fmla="*/ 0 h 590154"/>
                  <a:gd name="connsiteX162" fmla="*/ 268661 w 9036025"/>
                  <a:gd name="connsiteY162" fmla="*/ 0 h 590154"/>
                  <a:gd name="connsiteX163" fmla="*/ 174472 w 9036025"/>
                  <a:gd name="connsiteY163" fmla="*/ 113651 h 590154"/>
                  <a:gd name="connsiteX164" fmla="*/ 0 w 9036025"/>
                  <a:gd name="connsiteY164" fmla="*/ 113652 h 590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Lst>
                <a:rect l="l" t="t" r="r" b="b"/>
                <a:pathLst>
                  <a:path w="9036025" h="590154">
                    <a:moveTo>
                      <a:pt x="4842838" y="476501"/>
                    </a:moveTo>
                    <a:lnTo>
                      <a:pt x="4865521" y="476501"/>
                    </a:lnTo>
                    <a:lnTo>
                      <a:pt x="4840541" y="479279"/>
                    </a:lnTo>
                    <a:close/>
                    <a:moveTo>
                      <a:pt x="8861553" y="4414"/>
                    </a:moveTo>
                    <a:lnTo>
                      <a:pt x="9036025" y="4415"/>
                    </a:lnTo>
                    <a:lnTo>
                      <a:pt x="9028357" y="13668"/>
                    </a:lnTo>
                    <a:lnTo>
                      <a:pt x="8836176" y="35035"/>
                    </a:lnTo>
                    <a:close/>
                    <a:moveTo>
                      <a:pt x="4477558" y="476501"/>
                    </a:moveTo>
                    <a:lnTo>
                      <a:pt x="4652030" y="476500"/>
                    </a:lnTo>
                    <a:lnTo>
                      <a:pt x="4630405" y="502642"/>
                    </a:lnTo>
                    <a:lnTo>
                      <a:pt x="4438262" y="524005"/>
                    </a:lnTo>
                    <a:close/>
                    <a:moveTo>
                      <a:pt x="8496274" y="4416"/>
                    </a:moveTo>
                    <a:lnTo>
                      <a:pt x="8670747" y="4416"/>
                    </a:lnTo>
                    <a:lnTo>
                      <a:pt x="8626007" y="58402"/>
                    </a:lnTo>
                    <a:lnTo>
                      <a:pt x="8433826" y="79769"/>
                    </a:lnTo>
                    <a:close/>
                    <a:moveTo>
                      <a:pt x="4112277" y="476500"/>
                    </a:moveTo>
                    <a:lnTo>
                      <a:pt x="4286751" y="476501"/>
                    </a:lnTo>
                    <a:lnTo>
                      <a:pt x="4228128" y="547368"/>
                    </a:lnTo>
                    <a:lnTo>
                      <a:pt x="4035984" y="568731"/>
                    </a:lnTo>
                    <a:close/>
                    <a:moveTo>
                      <a:pt x="8130992" y="4415"/>
                    </a:moveTo>
                    <a:lnTo>
                      <a:pt x="8305466" y="4415"/>
                    </a:lnTo>
                    <a:lnTo>
                      <a:pt x="8223650" y="103137"/>
                    </a:lnTo>
                    <a:lnTo>
                      <a:pt x="8089375" y="118066"/>
                    </a:lnTo>
                    <a:lnTo>
                      <a:pt x="8036805" y="118066"/>
                    </a:lnTo>
                    <a:close/>
                    <a:moveTo>
                      <a:pt x="3746996" y="476501"/>
                    </a:moveTo>
                    <a:lnTo>
                      <a:pt x="3921469" y="476502"/>
                    </a:lnTo>
                    <a:lnTo>
                      <a:pt x="3827455" y="590154"/>
                    </a:lnTo>
                    <a:lnTo>
                      <a:pt x="3652983" y="590153"/>
                    </a:lnTo>
                    <a:close/>
                    <a:moveTo>
                      <a:pt x="7765711" y="4414"/>
                    </a:moveTo>
                    <a:lnTo>
                      <a:pt x="7940185" y="4415"/>
                    </a:lnTo>
                    <a:lnTo>
                      <a:pt x="7845997" y="118066"/>
                    </a:lnTo>
                    <a:lnTo>
                      <a:pt x="7671525" y="118066"/>
                    </a:lnTo>
                    <a:close/>
                    <a:moveTo>
                      <a:pt x="3381715" y="476501"/>
                    </a:moveTo>
                    <a:lnTo>
                      <a:pt x="3556187" y="476501"/>
                    </a:lnTo>
                    <a:lnTo>
                      <a:pt x="3462175" y="590154"/>
                    </a:lnTo>
                    <a:lnTo>
                      <a:pt x="3287702" y="590153"/>
                    </a:lnTo>
                    <a:close/>
                    <a:moveTo>
                      <a:pt x="7400431" y="4416"/>
                    </a:moveTo>
                    <a:lnTo>
                      <a:pt x="7574903" y="4416"/>
                    </a:lnTo>
                    <a:lnTo>
                      <a:pt x="7480716" y="118067"/>
                    </a:lnTo>
                    <a:lnTo>
                      <a:pt x="7306243" y="118067"/>
                    </a:lnTo>
                    <a:close/>
                    <a:moveTo>
                      <a:pt x="3016435" y="476500"/>
                    </a:moveTo>
                    <a:lnTo>
                      <a:pt x="3190907" y="476501"/>
                    </a:lnTo>
                    <a:lnTo>
                      <a:pt x="3096894" y="590152"/>
                    </a:lnTo>
                    <a:lnTo>
                      <a:pt x="2922421" y="590151"/>
                    </a:lnTo>
                    <a:close/>
                    <a:moveTo>
                      <a:pt x="7035150" y="4415"/>
                    </a:moveTo>
                    <a:lnTo>
                      <a:pt x="7209623" y="4415"/>
                    </a:lnTo>
                    <a:lnTo>
                      <a:pt x="7115434" y="118066"/>
                    </a:lnTo>
                    <a:lnTo>
                      <a:pt x="6940963" y="118066"/>
                    </a:lnTo>
                    <a:close/>
                    <a:moveTo>
                      <a:pt x="2651154" y="476501"/>
                    </a:moveTo>
                    <a:lnTo>
                      <a:pt x="2825626" y="476501"/>
                    </a:lnTo>
                    <a:lnTo>
                      <a:pt x="2731440" y="590151"/>
                    </a:lnTo>
                    <a:lnTo>
                      <a:pt x="2557140" y="590152"/>
                    </a:lnTo>
                    <a:close/>
                    <a:moveTo>
                      <a:pt x="6669868" y="4415"/>
                    </a:moveTo>
                    <a:lnTo>
                      <a:pt x="6844343" y="4415"/>
                    </a:lnTo>
                    <a:lnTo>
                      <a:pt x="6750154" y="118066"/>
                    </a:lnTo>
                    <a:lnTo>
                      <a:pt x="6575681" y="118066"/>
                    </a:lnTo>
                    <a:close/>
                    <a:moveTo>
                      <a:pt x="2285872" y="476502"/>
                    </a:moveTo>
                    <a:lnTo>
                      <a:pt x="2460346" y="476501"/>
                    </a:lnTo>
                    <a:lnTo>
                      <a:pt x="2366332" y="590154"/>
                    </a:lnTo>
                    <a:lnTo>
                      <a:pt x="2191685" y="590151"/>
                    </a:lnTo>
                    <a:close/>
                    <a:moveTo>
                      <a:pt x="6304590" y="4416"/>
                    </a:moveTo>
                    <a:lnTo>
                      <a:pt x="6479063" y="4416"/>
                    </a:lnTo>
                    <a:lnTo>
                      <a:pt x="6384874" y="118067"/>
                    </a:lnTo>
                    <a:lnTo>
                      <a:pt x="6210402" y="118067"/>
                    </a:lnTo>
                    <a:close/>
                    <a:moveTo>
                      <a:pt x="1920591" y="476501"/>
                    </a:moveTo>
                    <a:lnTo>
                      <a:pt x="2095065" y="476501"/>
                    </a:lnTo>
                    <a:lnTo>
                      <a:pt x="2000877" y="590151"/>
                    </a:lnTo>
                    <a:lnTo>
                      <a:pt x="1826404" y="590151"/>
                    </a:lnTo>
                    <a:close/>
                    <a:moveTo>
                      <a:pt x="5938856" y="0"/>
                    </a:moveTo>
                    <a:lnTo>
                      <a:pt x="6004718" y="0"/>
                    </a:lnTo>
                    <a:lnTo>
                      <a:pt x="6004718" y="4415"/>
                    </a:lnTo>
                    <a:lnTo>
                      <a:pt x="6113781" y="4415"/>
                    </a:lnTo>
                    <a:lnTo>
                      <a:pt x="6019594" y="118066"/>
                    </a:lnTo>
                    <a:lnTo>
                      <a:pt x="5845120" y="118066"/>
                    </a:lnTo>
                    <a:lnTo>
                      <a:pt x="5848778" y="113652"/>
                    </a:lnTo>
                    <a:lnTo>
                      <a:pt x="5844667" y="113651"/>
                    </a:lnTo>
                    <a:close/>
                    <a:moveTo>
                      <a:pt x="1555311" y="476502"/>
                    </a:moveTo>
                    <a:lnTo>
                      <a:pt x="1729785" y="476500"/>
                    </a:lnTo>
                    <a:lnTo>
                      <a:pt x="1635597" y="590153"/>
                    </a:lnTo>
                    <a:lnTo>
                      <a:pt x="1461125" y="590151"/>
                    </a:lnTo>
                    <a:close/>
                    <a:moveTo>
                      <a:pt x="5573572" y="0"/>
                    </a:moveTo>
                    <a:lnTo>
                      <a:pt x="5747873" y="0"/>
                    </a:lnTo>
                    <a:lnTo>
                      <a:pt x="5744221" y="4416"/>
                    </a:lnTo>
                    <a:lnTo>
                      <a:pt x="5748500" y="4414"/>
                    </a:lnTo>
                    <a:lnTo>
                      <a:pt x="5654313" y="118066"/>
                    </a:lnTo>
                    <a:lnTo>
                      <a:pt x="5554390" y="118066"/>
                    </a:lnTo>
                    <a:lnTo>
                      <a:pt x="5554390" y="113651"/>
                    </a:lnTo>
                    <a:lnTo>
                      <a:pt x="5479388" y="113651"/>
                    </a:lnTo>
                    <a:close/>
                    <a:moveTo>
                      <a:pt x="1190031" y="476500"/>
                    </a:moveTo>
                    <a:lnTo>
                      <a:pt x="1364504" y="476501"/>
                    </a:lnTo>
                    <a:lnTo>
                      <a:pt x="1270316" y="590151"/>
                    </a:lnTo>
                    <a:lnTo>
                      <a:pt x="1095843" y="590152"/>
                    </a:lnTo>
                    <a:close/>
                    <a:moveTo>
                      <a:pt x="5208120" y="0"/>
                    </a:moveTo>
                    <a:lnTo>
                      <a:pt x="5382766" y="1"/>
                    </a:lnTo>
                    <a:lnTo>
                      <a:pt x="5288579" y="113651"/>
                    </a:lnTo>
                    <a:lnTo>
                      <a:pt x="5114107" y="113651"/>
                    </a:lnTo>
                    <a:close/>
                    <a:moveTo>
                      <a:pt x="824750" y="476501"/>
                    </a:moveTo>
                    <a:lnTo>
                      <a:pt x="999223" y="476500"/>
                    </a:lnTo>
                    <a:lnTo>
                      <a:pt x="905034" y="590151"/>
                    </a:lnTo>
                    <a:lnTo>
                      <a:pt x="730563" y="590151"/>
                    </a:lnTo>
                    <a:close/>
                    <a:moveTo>
                      <a:pt x="4842837" y="1"/>
                    </a:moveTo>
                    <a:lnTo>
                      <a:pt x="5017313" y="0"/>
                    </a:lnTo>
                    <a:lnTo>
                      <a:pt x="4923296" y="113651"/>
                    </a:lnTo>
                    <a:lnTo>
                      <a:pt x="4748826" y="113652"/>
                    </a:lnTo>
                    <a:close/>
                    <a:moveTo>
                      <a:pt x="459469" y="476501"/>
                    </a:moveTo>
                    <a:lnTo>
                      <a:pt x="633941" y="476502"/>
                    </a:lnTo>
                    <a:lnTo>
                      <a:pt x="539754" y="590154"/>
                    </a:lnTo>
                    <a:lnTo>
                      <a:pt x="365281" y="590153"/>
                    </a:lnTo>
                    <a:close/>
                    <a:moveTo>
                      <a:pt x="4477558" y="0"/>
                    </a:moveTo>
                    <a:lnTo>
                      <a:pt x="4652029" y="0"/>
                    </a:lnTo>
                    <a:lnTo>
                      <a:pt x="4558017" y="113651"/>
                    </a:lnTo>
                    <a:lnTo>
                      <a:pt x="4383544" y="113651"/>
                    </a:lnTo>
                    <a:close/>
                    <a:moveTo>
                      <a:pt x="94188" y="476501"/>
                    </a:moveTo>
                    <a:lnTo>
                      <a:pt x="268661" y="476501"/>
                    </a:lnTo>
                    <a:lnTo>
                      <a:pt x="174473" y="590151"/>
                    </a:lnTo>
                    <a:lnTo>
                      <a:pt x="34450" y="590153"/>
                    </a:lnTo>
                    <a:lnTo>
                      <a:pt x="30375" y="553501"/>
                    </a:lnTo>
                    <a:close/>
                    <a:moveTo>
                      <a:pt x="4112275" y="1"/>
                    </a:moveTo>
                    <a:lnTo>
                      <a:pt x="4286751" y="0"/>
                    </a:lnTo>
                    <a:lnTo>
                      <a:pt x="4192736" y="113651"/>
                    </a:lnTo>
                    <a:lnTo>
                      <a:pt x="4018264" y="113651"/>
                    </a:lnTo>
                    <a:close/>
                    <a:moveTo>
                      <a:pt x="3746996" y="2"/>
                    </a:moveTo>
                    <a:lnTo>
                      <a:pt x="3921469" y="1"/>
                    </a:lnTo>
                    <a:lnTo>
                      <a:pt x="3827455" y="113652"/>
                    </a:lnTo>
                    <a:lnTo>
                      <a:pt x="3652982" y="113652"/>
                    </a:lnTo>
                    <a:close/>
                    <a:moveTo>
                      <a:pt x="3381714" y="1"/>
                    </a:moveTo>
                    <a:lnTo>
                      <a:pt x="3556187" y="2"/>
                    </a:lnTo>
                    <a:lnTo>
                      <a:pt x="3462173" y="113654"/>
                    </a:lnTo>
                    <a:lnTo>
                      <a:pt x="3287702" y="113652"/>
                    </a:lnTo>
                    <a:close/>
                    <a:moveTo>
                      <a:pt x="3016434" y="1"/>
                    </a:moveTo>
                    <a:lnTo>
                      <a:pt x="3190907" y="1"/>
                    </a:lnTo>
                    <a:lnTo>
                      <a:pt x="3096894" y="113651"/>
                    </a:lnTo>
                    <a:lnTo>
                      <a:pt x="2922422" y="113651"/>
                    </a:lnTo>
                    <a:close/>
                    <a:moveTo>
                      <a:pt x="2651154" y="2"/>
                    </a:moveTo>
                    <a:lnTo>
                      <a:pt x="2825625" y="1"/>
                    </a:lnTo>
                    <a:lnTo>
                      <a:pt x="2731439" y="113651"/>
                    </a:lnTo>
                    <a:lnTo>
                      <a:pt x="2557140" y="113652"/>
                    </a:lnTo>
                    <a:close/>
                    <a:moveTo>
                      <a:pt x="2285870" y="2"/>
                    </a:moveTo>
                    <a:lnTo>
                      <a:pt x="2460346" y="2"/>
                    </a:lnTo>
                    <a:lnTo>
                      <a:pt x="2366332" y="113654"/>
                    </a:lnTo>
                    <a:lnTo>
                      <a:pt x="2191685" y="113652"/>
                    </a:lnTo>
                    <a:close/>
                    <a:moveTo>
                      <a:pt x="1920591" y="0"/>
                    </a:moveTo>
                    <a:lnTo>
                      <a:pt x="2095064" y="0"/>
                    </a:lnTo>
                    <a:lnTo>
                      <a:pt x="2000877" y="113651"/>
                    </a:lnTo>
                    <a:lnTo>
                      <a:pt x="1826404" y="113651"/>
                    </a:lnTo>
                    <a:close/>
                    <a:moveTo>
                      <a:pt x="1555311" y="2"/>
                    </a:moveTo>
                    <a:lnTo>
                      <a:pt x="1729785" y="2"/>
                    </a:lnTo>
                    <a:lnTo>
                      <a:pt x="1635597" y="113652"/>
                    </a:lnTo>
                    <a:lnTo>
                      <a:pt x="1461125" y="113652"/>
                    </a:lnTo>
                    <a:close/>
                    <a:moveTo>
                      <a:pt x="1190030" y="0"/>
                    </a:moveTo>
                    <a:lnTo>
                      <a:pt x="1364504" y="1"/>
                    </a:lnTo>
                    <a:lnTo>
                      <a:pt x="1270315" y="113651"/>
                    </a:lnTo>
                    <a:lnTo>
                      <a:pt x="1095843" y="113651"/>
                    </a:lnTo>
                    <a:close/>
                    <a:moveTo>
                      <a:pt x="824748" y="0"/>
                    </a:moveTo>
                    <a:lnTo>
                      <a:pt x="999223" y="0"/>
                    </a:lnTo>
                    <a:lnTo>
                      <a:pt x="905035" y="113651"/>
                    </a:lnTo>
                    <a:lnTo>
                      <a:pt x="730563" y="113652"/>
                    </a:lnTo>
                    <a:close/>
                    <a:moveTo>
                      <a:pt x="459469" y="1"/>
                    </a:moveTo>
                    <a:lnTo>
                      <a:pt x="633941" y="1"/>
                    </a:lnTo>
                    <a:lnTo>
                      <a:pt x="539754" y="113653"/>
                    </a:lnTo>
                    <a:lnTo>
                      <a:pt x="365281" y="113652"/>
                    </a:lnTo>
                    <a:close/>
                    <a:moveTo>
                      <a:pt x="94187" y="0"/>
                    </a:moveTo>
                    <a:lnTo>
                      <a:pt x="268661" y="0"/>
                    </a:lnTo>
                    <a:lnTo>
                      <a:pt x="174472" y="113651"/>
                    </a:lnTo>
                    <a:lnTo>
                      <a:pt x="0" y="113652"/>
                    </a:lnTo>
                    <a:close/>
                  </a:path>
                </a:pathLst>
              </a:custGeom>
              <a:solidFill>
                <a:srgbClr val="231F20"/>
              </a:solidFill>
              <a:ln w="1452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251828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Element-Slide">
    <p:spTree>
      <p:nvGrpSpPr>
        <p:cNvPr id="1" name=""/>
        <p:cNvGrpSpPr/>
        <p:nvPr/>
      </p:nvGrpSpPr>
      <p:grpSpPr>
        <a:xfrm>
          <a:off x="0" y="0"/>
          <a:ext cx="0" cy="0"/>
          <a:chOff x="0" y="0"/>
          <a:chExt cx="0" cy="0"/>
        </a:xfrm>
      </p:grpSpPr>
      <p:pic>
        <p:nvPicPr>
          <p:cNvPr id="2" name="Picture 1" descr="Red splattered paint on a black background&#10;&#10;AI-generated content may be incorrect.">
            <a:extLst>
              <a:ext uri="{FF2B5EF4-FFF2-40B4-BE49-F238E27FC236}">
                <a16:creationId xmlns:a16="http://schemas.microsoft.com/office/drawing/2014/main" id="{BF401638-2650-C561-83E3-3ED746AC967B}"/>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1488" y="0"/>
            <a:ext cx="12189023" cy="6858000"/>
          </a:xfrm>
          <a:prstGeom prst="rect">
            <a:avLst/>
          </a:prstGeom>
        </p:spPr>
      </p:pic>
      <p:grpSp>
        <p:nvGrpSpPr>
          <p:cNvPr id="72" name="Group 71">
            <a:extLst>
              <a:ext uri="{FF2B5EF4-FFF2-40B4-BE49-F238E27FC236}">
                <a16:creationId xmlns:a16="http://schemas.microsoft.com/office/drawing/2014/main" id="{70222CB1-6A89-AEA5-EB94-D2D37B95FD2C}"/>
              </a:ext>
            </a:extLst>
          </p:cNvPr>
          <p:cNvGrpSpPr/>
          <p:nvPr userDrawn="1"/>
        </p:nvGrpSpPr>
        <p:grpSpPr>
          <a:xfrm>
            <a:off x="-746061" y="561634"/>
            <a:ext cx="13948482" cy="6252705"/>
            <a:chOff x="-746061" y="561634"/>
            <a:chExt cx="13948482" cy="6252705"/>
          </a:xfrm>
        </p:grpSpPr>
        <p:grpSp>
          <p:nvGrpSpPr>
            <p:cNvPr id="51" name="Group 50">
              <a:extLst>
                <a:ext uri="{FF2B5EF4-FFF2-40B4-BE49-F238E27FC236}">
                  <a16:creationId xmlns:a16="http://schemas.microsoft.com/office/drawing/2014/main" id="{5D5B8E6D-D718-F52B-F478-0DC85F084FA4}"/>
                </a:ext>
              </a:extLst>
            </p:cNvPr>
            <p:cNvGrpSpPr/>
            <p:nvPr userDrawn="1"/>
          </p:nvGrpSpPr>
          <p:grpSpPr>
            <a:xfrm>
              <a:off x="6456410" y="1713531"/>
              <a:ext cx="6746011" cy="569585"/>
              <a:chOff x="6456410" y="1713531"/>
              <a:chExt cx="6746011" cy="569585"/>
            </a:xfrm>
            <a:effectLst>
              <a:outerShdw blurRad="63500" sx="102000" sy="102000" algn="ctr" rotWithShape="0">
                <a:prstClr val="black">
                  <a:alpha val="40000"/>
                </a:prstClr>
              </a:outerShdw>
            </a:effectLst>
          </p:grpSpPr>
          <p:sp>
            <p:nvSpPr>
              <p:cNvPr id="48" name="Freeform: Shape 47">
                <a:extLst>
                  <a:ext uri="{FF2B5EF4-FFF2-40B4-BE49-F238E27FC236}">
                    <a16:creationId xmlns:a16="http://schemas.microsoft.com/office/drawing/2014/main" id="{49A92EF2-D749-2B84-725B-533E32D32372}"/>
                  </a:ext>
                </a:extLst>
              </p:cNvPr>
              <p:cNvSpPr/>
              <p:nvPr/>
            </p:nvSpPr>
            <p:spPr bwMode="auto">
              <a:xfrm rot="2461262">
                <a:off x="6456410" y="1718708"/>
                <a:ext cx="6746011" cy="564408"/>
              </a:xfrm>
              <a:custGeom>
                <a:avLst/>
                <a:gdLst>
                  <a:gd name="connsiteX0" fmla="*/ 0 w 6746011"/>
                  <a:gd name="connsiteY0" fmla="*/ 564408 h 564408"/>
                  <a:gd name="connsiteX1" fmla="*/ 648796 w 6746011"/>
                  <a:gd name="connsiteY1" fmla="*/ 0 h 564408"/>
                  <a:gd name="connsiteX2" fmla="*/ 6255014 w 6746011"/>
                  <a:gd name="connsiteY2" fmla="*/ 0 h 564408"/>
                  <a:gd name="connsiteX3" fmla="*/ 6746011 w 6746011"/>
                  <a:gd name="connsiteY3" fmla="*/ 564408 h 564408"/>
                </a:gdLst>
                <a:ahLst/>
                <a:cxnLst>
                  <a:cxn ang="0">
                    <a:pos x="connsiteX0" y="connsiteY0"/>
                  </a:cxn>
                  <a:cxn ang="0">
                    <a:pos x="connsiteX1" y="connsiteY1"/>
                  </a:cxn>
                  <a:cxn ang="0">
                    <a:pos x="connsiteX2" y="connsiteY2"/>
                  </a:cxn>
                  <a:cxn ang="0">
                    <a:pos x="connsiteX3" y="connsiteY3"/>
                  </a:cxn>
                </a:cxnLst>
                <a:rect l="l" t="t" r="r" b="b"/>
                <a:pathLst>
                  <a:path w="6746011" h="564408">
                    <a:moveTo>
                      <a:pt x="0" y="564408"/>
                    </a:moveTo>
                    <a:lnTo>
                      <a:pt x="648796" y="0"/>
                    </a:lnTo>
                    <a:lnTo>
                      <a:pt x="6255014" y="0"/>
                    </a:lnTo>
                    <a:lnTo>
                      <a:pt x="6746011" y="564408"/>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Freeform: Shape 49">
                <a:extLst>
                  <a:ext uri="{FF2B5EF4-FFF2-40B4-BE49-F238E27FC236}">
                    <a16:creationId xmlns:a16="http://schemas.microsoft.com/office/drawing/2014/main" id="{2196302A-06DD-E03D-5282-00E3C5D2AB87}"/>
                  </a:ext>
                </a:extLst>
              </p:cNvPr>
              <p:cNvSpPr/>
              <p:nvPr/>
            </p:nvSpPr>
            <p:spPr bwMode="auto">
              <a:xfrm rot="2461262">
                <a:off x="6458348" y="1713531"/>
                <a:ext cx="6730234" cy="564407"/>
              </a:xfrm>
              <a:custGeom>
                <a:avLst/>
                <a:gdLst>
                  <a:gd name="connsiteX0" fmla="*/ 6416249 w 6730234"/>
                  <a:gd name="connsiteY0" fmla="*/ 564407 h 564407"/>
                  <a:gd name="connsiteX1" fmla="*/ 6619911 w 6730234"/>
                  <a:gd name="connsiteY1" fmla="*/ 419454 h 564407"/>
                  <a:gd name="connsiteX2" fmla="*/ 6730234 w 6730234"/>
                  <a:gd name="connsiteY2" fmla="*/ 546272 h 564407"/>
                  <a:gd name="connsiteX3" fmla="*/ 6704753 w 6730234"/>
                  <a:gd name="connsiteY3" fmla="*/ 564407 h 564407"/>
                  <a:gd name="connsiteX4" fmla="*/ 5708149 w 6730234"/>
                  <a:gd name="connsiteY4" fmla="*/ 0 h 564407"/>
                  <a:gd name="connsiteX5" fmla="*/ 5996653 w 6730234"/>
                  <a:gd name="connsiteY5" fmla="*/ 0 h 564407"/>
                  <a:gd name="connsiteX6" fmla="*/ 6393155 w 6730234"/>
                  <a:gd name="connsiteY6" fmla="*/ 282204 h 564407"/>
                  <a:gd name="connsiteX7" fmla="*/ 5996653 w 6730234"/>
                  <a:gd name="connsiteY7" fmla="*/ 564407 h 564407"/>
                  <a:gd name="connsiteX8" fmla="*/ 5708149 w 6730234"/>
                  <a:gd name="connsiteY8" fmla="*/ 564407 h 564407"/>
                  <a:gd name="connsiteX9" fmla="*/ 6104651 w 6730234"/>
                  <a:gd name="connsiteY9" fmla="*/ 282204 h 564407"/>
                  <a:gd name="connsiteX10" fmla="*/ 2698699 w 6730234"/>
                  <a:gd name="connsiteY10" fmla="*/ 0 h 564407"/>
                  <a:gd name="connsiteX11" fmla="*/ 2987203 w 6730234"/>
                  <a:gd name="connsiteY11" fmla="*/ 0 h 564407"/>
                  <a:gd name="connsiteX12" fmla="*/ 3383705 w 6730234"/>
                  <a:gd name="connsiteY12" fmla="*/ 282204 h 564407"/>
                  <a:gd name="connsiteX13" fmla="*/ 2987203 w 6730234"/>
                  <a:gd name="connsiteY13" fmla="*/ 564407 h 564407"/>
                  <a:gd name="connsiteX14" fmla="*/ 2698699 w 6730234"/>
                  <a:gd name="connsiteY14" fmla="*/ 564407 h 564407"/>
                  <a:gd name="connsiteX15" fmla="*/ 3095201 w 6730234"/>
                  <a:gd name="connsiteY15" fmla="*/ 282204 h 564407"/>
                  <a:gd name="connsiteX16" fmla="*/ 1990599 w 6730234"/>
                  <a:gd name="connsiteY16" fmla="*/ 0 h 564407"/>
                  <a:gd name="connsiteX17" fmla="*/ 2279103 w 6730234"/>
                  <a:gd name="connsiteY17" fmla="*/ 0 h 564407"/>
                  <a:gd name="connsiteX18" fmla="*/ 2675605 w 6730234"/>
                  <a:gd name="connsiteY18" fmla="*/ 282204 h 564407"/>
                  <a:gd name="connsiteX19" fmla="*/ 2279103 w 6730234"/>
                  <a:gd name="connsiteY19" fmla="*/ 564407 h 564407"/>
                  <a:gd name="connsiteX20" fmla="*/ 1990599 w 6730234"/>
                  <a:gd name="connsiteY20" fmla="*/ 564407 h 564407"/>
                  <a:gd name="connsiteX21" fmla="*/ 2387101 w 6730234"/>
                  <a:gd name="connsiteY21" fmla="*/ 282204 h 564407"/>
                  <a:gd name="connsiteX22" fmla="*/ 0 w 6730234"/>
                  <a:gd name="connsiteY22" fmla="*/ 564407 h 564407"/>
                  <a:gd name="connsiteX23" fmla="*/ 144236 w 6730234"/>
                  <a:gd name="connsiteY23" fmla="*/ 438932 h 564407"/>
                  <a:gd name="connsiteX24" fmla="*/ 364442 w 6730234"/>
                  <a:gd name="connsiteY24" fmla="*/ 282204 h 564407"/>
                  <a:gd name="connsiteX25" fmla="*/ 342417 w 6730234"/>
                  <a:gd name="connsiteY25" fmla="*/ 266528 h 564407"/>
                  <a:gd name="connsiteX26" fmla="*/ 472241 w 6730234"/>
                  <a:gd name="connsiteY26" fmla="*/ 153590 h 564407"/>
                  <a:gd name="connsiteX27" fmla="*/ 652946 w 6730234"/>
                  <a:gd name="connsiteY27" fmla="*/ 282204 h 564407"/>
                  <a:gd name="connsiteX28" fmla="*/ 256444 w 6730234"/>
                  <a:gd name="connsiteY28" fmla="*/ 564407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730234" h="564407">
                    <a:moveTo>
                      <a:pt x="6416249" y="564407"/>
                    </a:moveTo>
                    <a:lnTo>
                      <a:pt x="6619911" y="419454"/>
                    </a:lnTo>
                    <a:lnTo>
                      <a:pt x="6730234" y="546272"/>
                    </a:lnTo>
                    <a:lnTo>
                      <a:pt x="6704753" y="564407"/>
                    </a:lnTo>
                    <a:close/>
                    <a:moveTo>
                      <a:pt x="5708149" y="0"/>
                    </a:moveTo>
                    <a:lnTo>
                      <a:pt x="5996653" y="0"/>
                    </a:lnTo>
                    <a:lnTo>
                      <a:pt x="6393155" y="282204"/>
                    </a:lnTo>
                    <a:lnTo>
                      <a:pt x="5996653" y="564407"/>
                    </a:lnTo>
                    <a:lnTo>
                      <a:pt x="5708149" y="564407"/>
                    </a:lnTo>
                    <a:lnTo>
                      <a:pt x="6104651" y="282204"/>
                    </a:lnTo>
                    <a:close/>
                    <a:moveTo>
                      <a:pt x="2698699" y="0"/>
                    </a:moveTo>
                    <a:lnTo>
                      <a:pt x="2987203" y="0"/>
                    </a:lnTo>
                    <a:lnTo>
                      <a:pt x="3383705" y="282204"/>
                    </a:lnTo>
                    <a:lnTo>
                      <a:pt x="2987203" y="564407"/>
                    </a:lnTo>
                    <a:lnTo>
                      <a:pt x="2698699" y="564407"/>
                    </a:lnTo>
                    <a:lnTo>
                      <a:pt x="3095201" y="282204"/>
                    </a:lnTo>
                    <a:close/>
                    <a:moveTo>
                      <a:pt x="1990599" y="0"/>
                    </a:moveTo>
                    <a:lnTo>
                      <a:pt x="2279103" y="0"/>
                    </a:lnTo>
                    <a:lnTo>
                      <a:pt x="2675605" y="282204"/>
                    </a:lnTo>
                    <a:lnTo>
                      <a:pt x="2279103" y="564407"/>
                    </a:lnTo>
                    <a:lnTo>
                      <a:pt x="1990599" y="564407"/>
                    </a:lnTo>
                    <a:lnTo>
                      <a:pt x="2387101" y="282204"/>
                    </a:lnTo>
                    <a:close/>
                    <a:moveTo>
                      <a:pt x="0" y="564407"/>
                    </a:moveTo>
                    <a:lnTo>
                      <a:pt x="144236" y="438932"/>
                    </a:lnTo>
                    <a:lnTo>
                      <a:pt x="364442" y="282204"/>
                    </a:lnTo>
                    <a:lnTo>
                      <a:pt x="342417" y="266528"/>
                    </a:lnTo>
                    <a:lnTo>
                      <a:pt x="472241" y="153590"/>
                    </a:lnTo>
                    <a:lnTo>
                      <a:pt x="652946" y="282204"/>
                    </a:lnTo>
                    <a:lnTo>
                      <a:pt x="256444" y="564407"/>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6" name="Group 45">
              <a:extLst>
                <a:ext uri="{FF2B5EF4-FFF2-40B4-BE49-F238E27FC236}">
                  <a16:creationId xmlns:a16="http://schemas.microsoft.com/office/drawing/2014/main" id="{653F1509-95D9-BA14-2A4C-E83548E6F726}"/>
                </a:ext>
              </a:extLst>
            </p:cNvPr>
            <p:cNvGrpSpPr/>
            <p:nvPr userDrawn="1"/>
          </p:nvGrpSpPr>
          <p:grpSpPr>
            <a:xfrm>
              <a:off x="-292018" y="561634"/>
              <a:ext cx="5581575" cy="496317"/>
              <a:chOff x="-292018" y="561634"/>
              <a:chExt cx="5581575" cy="496317"/>
            </a:xfrm>
            <a:effectLst>
              <a:outerShdw blurRad="63500" sx="102000" sy="102000" algn="ctr" rotWithShape="0">
                <a:prstClr val="black">
                  <a:alpha val="40000"/>
                </a:prstClr>
              </a:outerShdw>
            </a:effectLst>
          </p:grpSpPr>
          <p:sp>
            <p:nvSpPr>
              <p:cNvPr id="42" name="Freeform: Shape 41">
                <a:extLst>
                  <a:ext uri="{FF2B5EF4-FFF2-40B4-BE49-F238E27FC236}">
                    <a16:creationId xmlns:a16="http://schemas.microsoft.com/office/drawing/2014/main" id="{941145A9-1917-E9C6-9024-73CE405FC11B}"/>
                  </a:ext>
                </a:extLst>
              </p:cNvPr>
              <p:cNvSpPr/>
              <p:nvPr/>
            </p:nvSpPr>
            <p:spPr>
              <a:xfrm rot="20290054">
                <a:off x="-292018" y="561634"/>
                <a:ext cx="5581575" cy="493956"/>
              </a:xfrm>
              <a:custGeom>
                <a:avLst/>
                <a:gdLst>
                  <a:gd name="connsiteX0" fmla="*/ 4348622 w 5581575"/>
                  <a:gd name="connsiteY0" fmla="*/ 0 h 493956"/>
                  <a:gd name="connsiteX1" fmla="*/ 5581575 w 5581575"/>
                  <a:gd name="connsiteY1" fmla="*/ 493956 h 493956"/>
                  <a:gd name="connsiteX2" fmla="*/ 0 w 5581575"/>
                  <a:gd name="connsiteY2" fmla="*/ 493956 h 493956"/>
                  <a:gd name="connsiteX3" fmla="*/ 197892 w 5581575"/>
                  <a:gd name="connsiteY3" fmla="*/ 0 h 493956"/>
                </a:gdLst>
                <a:ahLst/>
                <a:cxnLst>
                  <a:cxn ang="0">
                    <a:pos x="connsiteX0" y="connsiteY0"/>
                  </a:cxn>
                  <a:cxn ang="0">
                    <a:pos x="connsiteX1" y="connsiteY1"/>
                  </a:cxn>
                  <a:cxn ang="0">
                    <a:pos x="connsiteX2" y="connsiteY2"/>
                  </a:cxn>
                  <a:cxn ang="0">
                    <a:pos x="connsiteX3" y="connsiteY3"/>
                  </a:cxn>
                </a:cxnLst>
                <a:rect l="l" t="t" r="r" b="b"/>
                <a:pathLst>
                  <a:path w="5581575" h="493956">
                    <a:moveTo>
                      <a:pt x="4348622" y="0"/>
                    </a:moveTo>
                    <a:lnTo>
                      <a:pt x="5581575" y="493956"/>
                    </a:lnTo>
                    <a:lnTo>
                      <a:pt x="0" y="493956"/>
                    </a:lnTo>
                    <a:lnTo>
                      <a:pt x="197892" y="0"/>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4" name="Freeform: Shape 43">
                <a:extLst>
                  <a:ext uri="{FF2B5EF4-FFF2-40B4-BE49-F238E27FC236}">
                    <a16:creationId xmlns:a16="http://schemas.microsoft.com/office/drawing/2014/main" id="{6B3508A2-AAC3-98C3-CCE5-D1A02FDAC170}"/>
                  </a:ext>
                </a:extLst>
              </p:cNvPr>
              <p:cNvSpPr/>
              <p:nvPr/>
            </p:nvSpPr>
            <p:spPr>
              <a:xfrm rot="20290054">
                <a:off x="-291451" y="564575"/>
                <a:ext cx="5568761" cy="493376"/>
              </a:xfrm>
              <a:custGeom>
                <a:avLst/>
                <a:gdLst>
                  <a:gd name="connsiteX0" fmla="*/ 146253 w 5568761"/>
                  <a:gd name="connsiteY0" fmla="*/ 398361 h 493376"/>
                  <a:gd name="connsiteX1" fmla="*/ 67510 w 5568761"/>
                  <a:gd name="connsiteY1" fmla="*/ 493375 h 493376"/>
                  <a:gd name="connsiteX2" fmla="*/ 0 w 5568761"/>
                  <a:gd name="connsiteY2" fmla="*/ 493376 h 493376"/>
                  <a:gd name="connsiteX3" fmla="*/ 38065 w 5568761"/>
                  <a:gd name="connsiteY3" fmla="*/ 398361 h 493376"/>
                  <a:gd name="connsiteX4" fmla="*/ 451634 w 5568761"/>
                  <a:gd name="connsiteY4" fmla="*/ 398362 h 493376"/>
                  <a:gd name="connsiteX5" fmla="*/ 372891 w 5568761"/>
                  <a:gd name="connsiteY5" fmla="*/ 493376 h 493376"/>
                  <a:gd name="connsiteX6" fmla="*/ 227029 w 5568761"/>
                  <a:gd name="connsiteY6" fmla="*/ 493376 h 493376"/>
                  <a:gd name="connsiteX7" fmla="*/ 305771 w 5568761"/>
                  <a:gd name="connsiteY7" fmla="*/ 398362 h 493376"/>
                  <a:gd name="connsiteX8" fmla="*/ 757014 w 5568761"/>
                  <a:gd name="connsiteY8" fmla="*/ 398361 h 493376"/>
                  <a:gd name="connsiteX9" fmla="*/ 678271 w 5568761"/>
                  <a:gd name="connsiteY9" fmla="*/ 493375 h 493376"/>
                  <a:gd name="connsiteX10" fmla="*/ 532409 w 5568761"/>
                  <a:gd name="connsiteY10" fmla="*/ 493375 h 493376"/>
                  <a:gd name="connsiteX11" fmla="*/ 611151 w 5568761"/>
                  <a:gd name="connsiteY11" fmla="*/ 398361 h 493376"/>
                  <a:gd name="connsiteX12" fmla="*/ 1062395 w 5568761"/>
                  <a:gd name="connsiteY12" fmla="*/ 398361 h 493376"/>
                  <a:gd name="connsiteX13" fmla="*/ 983652 w 5568761"/>
                  <a:gd name="connsiteY13" fmla="*/ 493375 h 493376"/>
                  <a:gd name="connsiteX14" fmla="*/ 837790 w 5568761"/>
                  <a:gd name="connsiteY14" fmla="*/ 493376 h 493376"/>
                  <a:gd name="connsiteX15" fmla="*/ 916532 w 5568761"/>
                  <a:gd name="connsiteY15" fmla="*/ 398362 h 493376"/>
                  <a:gd name="connsiteX16" fmla="*/ 1367776 w 5568761"/>
                  <a:gd name="connsiteY16" fmla="*/ 398362 h 493376"/>
                  <a:gd name="connsiteX17" fmla="*/ 1289033 w 5568761"/>
                  <a:gd name="connsiteY17" fmla="*/ 493376 h 493376"/>
                  <a:gd name="connsiteX18" fmla="*/ 1143171 w 5568761"/>
                  <a:gd name="connsiteY18" fmla="*/ 493376 h 493376"/>
                  <a:gd name="connsiteX19" fmla="*/ 1221914 w 5568761"/>
                  <a:gd name="connsiteY19" fmla="*/ 398362 h 493376"/>
                  <a:gd name="connsiteX20" fmla="*/ 451634 w 5568761"/>
                  <a:gd name="connsiteY20" fmla="*/ 1 h 493376"/>
                  <a:gd name="connsiteX21" fmla="*/ 372891 w 5568761"/>
                  <a:gd name="connsiteY21" fmla="*/ 95015 h 493376"/>
                  <a:gd name="connsiteX22" fmla="*/ 227029 w 5568761"/>
                  <a:gd name="connsiteY22" fmla="*/ 95015 h 493376"/>
                  <a:gd name="connsiteX23" fmla="*/ 305771 w 5568761"/>
                  <a:gd name="connsiteY23" fmla="*/ 1 h 493376"/>
                  <a:gd name="connsiteX24" fmla="*/ 1673157 w 5568761"/>
                  <a:gd name="connsiteY24" fmla="*/ 398361 h 493376"/>
                  <a:gd name="connsiteX25" fmla="*/ 1594414 w 5568761"/>
                  <a:gd name="connsiteY25" fmla="*/ 493375 h 493376"/>
                  <a:gd name="connsiteX26" fmla="*/ 1448553 w 5568761"/>
                  <a:gd name="connsiteY26" fmla="*/ 493375 h 493376"/>
                  <a:gd name="connsiteX27" fmla="*/ 1527295 w 5568761"/>
                  <a:gd name="connsiteY27" fmla="*/ 398361 h 493376"/>
                  <a:gd name="connsiteX28" fmla="*/ 757014 w 5568761"/>
                  <a:gd name="connsiteY28" fmla="*/ 0 h 493376"/>
                  <a:gd name="connsiteX29" fmla="*/ 678271 w 5568761"/>
                  <a:gd name="connsiteY29" fmla="*/ 95014 h 493376"/>
                  <a:gd name="connsiteX30" fmla="*/ 532409 w 5568761"/>
                  <a:gd name="connsiteY30" fmla="*/ 95014 h 493376"/>
                  <a:gd name="connsiteX31" fmla="*/ 611151 w 5568761"/>
                  <a:gd name="connsiteY31" fmla="*/ 0 h 493376"/>
                  <a:gd name="connsiteX32" fmla="*/ 1978539 w 5568761"/>
                  <a:gd name="connsiteY32" fmla="*/ 398361 h 493376"/>
                  <a:gd name="connsiteX33" fmla="*/ 1899796 w 5568761"/>
                  <a:gd name="connsiteY33" fmla="*/ 493375 h 493376"/>
                  <a:gd name="connsiteX34" fmla="*/ 1753934 w 5568761"/>
                  <a:gd name="connsiteY34" fmla="*/ 493375 h 493376"/>
                  <a:gd name="connsiteX35" fmla="*/ 1832676 w 5568761"/>
                  <a:gd name="connsiteY35" fmla="*/ 398361 h 493376"/>
                  <a:gd name="connsiteX36" fmla="*/ 1062395 w 5568761"/>
                  <a:gd name="connsiteY36" fmla="*/ 0 h 493376"/>
                  <a:gd name="connsiteX37" fmla="*/ 983652 w 5568761"/>
                  <a:gd name="connsiteY37" fmla="*/ 95014 h 493376"/>
                  <a:gd name="connsiteX38" fmla="*/ 837790 w 5568761"/>
                  <a:gd name="connsiteY38" fmla="*/ 95014 h 493376"/>
                  <a:gd name="connsiteX39" fmla="*/ 916532 w 5568761"/>
                  <a:gd name="connsiteY39" fmla="*/ 0 h 493376"/>
                  <a:gd name="connsiteX40" fmla="*/ 2283920 w 5568761"/>
                  <a:gd name="connsiteY40" fmla="*/ 398361 h 493376"/>
                  <a:gd name="connsiteX41" fmla="*/ 2205177 w 5568761"/>
                  <a:gd name="connsiteY41" fmla="*/ 493376 h 493376"/>
                  <a:gd name="connsiteX42" fmla="*/ 2059315 w 5568761"/>
                  <a:gd name="connsiteY42" fmla="*/ 493375 h 493376"/>
                  <a:gd name="connsiteX43" fmla="*/ 2138057 w 5568761"/>
                  <a:gd name="connsiteY43" fmla="*/ 398362 h 493376"/>
                  <a:gd name="connsiteX44" fmla="*/ 1367776 w 5568761"/>
                  <a:gd name="connsiteY44" fmla="*/ 1 h 493376"/>
                  <a:gd name="connsiteX45" fmla="*/ 1289033 w 5568761"/>
                  <a:gd name="connsiteY45" fmla="*/ 95015 h 493376"/>
                  <a:gd name="connsiteX46" fmla="*/ 1143171 w 5568761"/>
                  <a:gd name="connsiteY46" fmla="*/ 95015 h 493376"/>
                  <a:gd name="connsiteX47" fmla="*/ 1221914 w 5568761"/>
                  <a:gd name="connsiteY47" fmla="*/ 1 h 493376"/>
                  <a:gd name="connsiteX48" fmla="*/ 2589300 w 5568761"/>
                  <a:gd name="connsiteY48" fmla="*/ 398361 h 493376"/>
                  <a:gd name="connsiteX49" fmla="*/ 2510557 w 5568761"/>
                  <a:gd name="connsiteY49" fmla="*/ 493375 h 493376"/>
                  <a:gd name="connsiteX50" fmla="*/ 2364695 w 5568761"/>
                  <a:gd name="connsiteY50" fmla="*/ 493375 h 493376"/>
                  <a:gd name="connsiteX51" fmla="*/ 2443437 w 5568761"/>
                  <a:gd name="connsiteY51" fmla="*/ 398361 h 493376"/>
                  <a:gd name="connsiteX52" fmla="*/ 1673157 w 5568761"/>
                  <a:gd name="connsiteY52" fmla="*/ 0 h 493376"/>
                  <a:gd name="connsiteX53" fmla="*/ 1594415 w 5568761"/>
                  <a:gd name="connsiteY53" fmla="*/ 95014 h 493376"/>
                  <a:gd name="connsiteX54" fmla="*/ 1448553 w 5568761"/>
                  <a:gd name="connsiteY54" fmla="*/ 95014 h 493376"/>
                  <a:gd name="connsiteX55" fmla="*/ 1527294 w 5568761"/>
                  <a:gd name="connsiteY55" fmla="*/ 0 h 493376"/>
                  <a:gd name="connsiteX56" fmla="*/ 2894681 w 5568761"/>
                  <a:gd name="connsiteY56" fmla="*/ 398362 h 493376"/>
                  <a:gd name="connsiteX57" fmla="*/ 2816084 w 5568761"/>
                  <a:gd name="connsiteY57" fmla="*/ 493376 h 493376"/>
                  <a:gd name="connsiteX58" fmla="*/ 2670076 w 5568761"/>
                  <a:gd name="connsiteY58" fmla="*/ 493375 h 493376"/>
                  <a:gd name="connsiteX59" fmla="*/ 2748818 w 5568761"/>
                  <a:gd name="connsiteY59" fmla="*/ 398362 h 493376"/>
                  <a:gd name="connsiteX60" fmla="*/ 1978539 w 5568761"/>
                  <a:gd name="connsiteY60" fmla="*/ 0 h 493376"/>
                  <a:gd name="connsiteX61" fmla="*/ 1899795 w 5568761"/>
                  <a:gd name="connsiteY61" fmla="*/ 95014 h 493376"/>
                  <a:gd name="connsiteX62" fmla="*/ 1753934 w 5568761"/>
                  <a:gd name="connsiteY62" fmla="*/ 95014 h 493376"/>
                  <a:gd name="connsiteX63" fmla="*/ 1832675 w 5568761"/>
                  <a:gd name="connsiteY63" fmla="*/ 0 h 493376"/>
                  <a:gd name="connsiteX64" fmla="*/ 3200062 w 5568761"/>
                  <a:gd name="connsiteY64" fmla="*/ 398361 h 493376"/>
                  <a:gd name="connsiteX65" fmla="*/ 3121320 w 5568761"/>
                  <a:gd name="connsiteY65" fmla="*/ 493375 h 493376"/>
                  <a:gd name="connsiteX66" fmla="*/ 2975603 w 5568761"/>
                  <a:gd name="connsiteY66" fmla="*/ 493375 h 493376"/>
                  <a:gd name="connsiteX67" fmla="*/ 3054200 w 5568761"/>
                  <a:gd name="connsiteY67" fmla="*/ 398362 h 493376"/>
                  <a:gd name="connsiteX68" fmla="*/ 2283920 w 5568761"/>
                  <a:gd name="connsiteY68" fmla="*/ 1 h 493376"/>
                  <a:gd name="connsiteX69" fmla="*/ 2205177 w 5568761"/>
                  <a:gd name="connsiteY69" fmla="*/ 95015 h 493376"/>
                  <a:gd name="connsiteX70" fmla="*/ 2059315 w 5568761"/>
                  <a:gd name="connsiteY70" fmla="*/ 95015 h 493376"/>
                  <a:gd name="connsiteX71" fmla="*/ 2138057 w 5568761"/>
                  <a:gd name="connsiteY71" fmla="*/ 1 h 493376"/>
                  <a:gd name="connsiteX72" fmla="*/ 3505443 w 5568761"/>
                  <a:gd name="connsiteY72" fmla="*/ 398361 h 493376"/>
                  <a:gd name="connsiteX73" fmla="*/ 3426846 w 5568761"/>
                  <a:gd name="connsiteY73" fmla="*/ 493375 h 493376"/>
                  <a:gd name="connsiteX74" fmla="*/ 3280984 w 5568761"/>
                  <a:gd name="connsiteY74" fmla="*/ 493375 h 493376"/>
                  <a:gd name="connsiteX75" fmla="*/ 3359581 w 5568761"/>
                  <a:gd name="connsiteY75" fmla="*/ 398361 h 493376"/>
                  <a:gd name="connsiteX76" fmla="*/ 2589299 w 5568761"/>
                  <a:gd name="connsiteY76" fmla="*/ 0 h 493376"/>
                  <a:gd name="connsiteX77" fmla="*/ 2510557 w 5568761"/>
                  <a:gd name="connsiteY77" fmla="*/ 95014 h 493376"/>
                  <a:gd name="connsiteX78" fmla="*/ 2364695 w 5568761"/>
                  <a:gd name="connsiteY78" fmla="*/ 95014 h 493376"/>
                  <a:gd name="connsiteX79" fmla="*/ 2443437 w 5568761"/>
                  <a:gd name="connsiteY79" fmla="*/ 0 h 493376"/>
                  <a:gd name="connsiteX80" fmla="*/ 3810824 w 5568761"/>
                  <a:gd name="connsiteY80" fmla="*/ 398362 h 493376"/>
                  <a:gd name="connsiteX81" fmla="*/ 3732227 w 5568761"/>
                  <a:gd name="connsiteY81" fmla="*/ 493376 h 493376"/>
                  <a:gd name="connsiteX82" fmla="*/ 3586365 w 5568761"/>
                  <a:gd name="connsiteY82" fmla="*/ 493376 h 493376"/>
                  <a:gd name="connsiteX83" fmla="*/ 3664962 w 5568761"/>
                  <a:gd name="connsiteY83" fmla="*/ 398362 h 493376"/>
                  <a:gd name="connsiteX84" fmla="*/ 2894681 w 5568761"/>
                  <a:gd name="connsiteY84" fmla="*/ 1 h 493376"/>
                  <a:gd name="connsiteX85" fmla="*/ 2816084 w 5568761"/>
                  <a:gd name="connsiteY85" fmla="*/ 95015 h 493376"/>
                  <a:gd name="connsiteX86" fmla="*/ 2670076 w 5568761"/>
                  <a:gd name="connsiteY86" fmla="*/ 95015 h 493376"/>
                  <a:gd name="connsiteX87" fmla="*/ 2748817 w 5568761"/>
                  <a:gd name="connsiteY87" fmla="*/ 1 h 493376"/>
                  <a:gd name="connsiteX88" fmla="*/ 4116206 w 5568761"/>
                  <a:gd name="connsiteY88" fmla="*/ 398362 h 493376"/>
                  <a:gd name="connsiteX89" fmla="*/ 4037608 w 5568761"/>
                  <a:gd name="connsiteY89" fmla="*/ 493376 h 493376"/>
                  <a:gd name="connsiteX90" fmla="*/ 3891746 w 5568761"/>
                  <a:gd name="connsiteY90" fmla="*/ 493376 h 493376"/>
                  <a:gd name="connsiteX91" fmla="*/ 3970343 w 5568761"/>
                  <a:gd name="connsiteY91" fmla="*/ 398362 h 493376"/>
                  <a:gd name="connsiteX92" fmla="*/ 3200061 w 5568761"/>
                  <a:gd name="connsiteY92" fmla="*/ 1 h 493376"/>
                  <a:gd name="connsiteX93" fmla="*/ 3121320 w 5568761"/>
                  <a:gd name="connsiteY93" fmla="*/ 95014 h 493376"/>
                  <a:gd name="connsiteX94" fmla="*/ 2975603 w 5568761"/>
                  <a:gd name="connsiteY94" fmla="*/ 95015 h 493376"/>
                  <a:gd name="connsiteX95" fmla="*/ 3054200 w 5568761"/>
                  <a:gd name="connsiteY95" fmla="*/ 1 h 493376"/>
                  <a:gd name="connsiteX96" fmla="*/ 4421587 w 5568761"/>
                  <a:gd name="connsiteY96" fmla="*/ 398361 h 493376"/>
                  <a:gd name="connsiteX97" fmla="*/ 4342989 w 5568761"/>
                  <a:gd name="connsiteY97" fmla="*/ 493375 h 493376"/>
                  <a:gd name="connsiteX98" fmla="*/ 4197127 w 5568761"/>
                  <a:gd name="connsiteY98" fmla="*/ 493375 h 493376"/>
                  <a:gd name="connsiteX99" fmla="*/ 4275724 w 5568761"/>
                  <a:gd name="connsiteY99" fmla="*/ 398361 h 493376"/>
                  <a:gd name="connsiteX100" fmla="*/ 3505443 w 5568761"/>
                  <a:gd name="connsiteY100" fmla="*/ 0 h 493376"/>
                  <a:gd name="connsiteX101" fmla="*/ 3426846 w 5568761"/>
                  <a:gd name="connsiteY101" fmla="*/ 95014 h 493376"/>
                  <a:gd name="connsiteX102" fmla="*/ 3280984 w 5568761"/>
                  <a:gd name="connsiteY102" fmla="*/ 95014 h 493376"/>
                  <a:gd name="connsiteX103" fmla="*/ 3359581 w 5568761"/>
                  <a:gd name="connsiteY103" fmla="*/ 0 h 493376"/>
                  <a:gd name="connsiteX104" fmla="*/ 4726967 w 5568761"/>
                  <a:gd name="connsiteY104" fmla="*/ 398361 h 493376"/>
                  <a:gd name="connsiteX105" fmla="*/ 4648370 w 5568761"/>
                  <a:gd name="connsiteY105" fmla="*/ 493375 h 493376"/>
                  <a:gd name="connsiteX106" fmla="*/ 4502508 w 5568761"/>
                  <a:gd name="connsiteY106" fmla="*/ 493375 h 493376"/>
                  <a:gd name="connsiteX107" fmla="*/ 4581105 w 5568761"/>
                  <a:gd name="connsiteY107" fmla="*/ 398361 h 493376"/>
                  <a:gd name="connsiteX108" fmla="*/ 3810824 w 5568761"/>
                  <a:gd name="connsiteY108" fmla="*/ 1 h 493376"/>
                  <a:gd name="connsiteX109" fmla="*/ 3732226 w 5568761"/>
                  <a:gd name="connsiteY109" fmla="*/ 95015 h 493376"/>
                  <a:gd name="connsiteX110" fmla="*/ 3586365 w 5568761"/>
                  <a:gd name="connsiteY110" fmla="*/ 95015 h 493376"/>
                  <a:gd name="connsiteX111" fmla="*/ 3664961 w 5568761"/>
                  <a:gd name="connsiteY111" fmla="*/ 1 h 493376"/>
                  <a:gd name="connsiteX112" fmla="*/ 5032349 w 5568761"/>
                  <a:gd name="connsiteY112" fmla="*/ 398361 h 493376"/>
                  <a:gd name="connsiteX113" fmla="*/ 4953751 w 5568761"/>
                  <a:gd name="connsiteY113" fmla="*/ 493375 h 493376"/>
                  <a:gd name="connsiteX114" fmla="*/ 4807889 w 5568761"/>
                  <a:gd name="connsiteY114" fmla="*/ 493375 h 493376"/>
                  <a:gd name="connsiteX115" fmla="*/ 4886486 w 5568761"/>
                  <a:gd name="connsiteY115" fmla="*/ 398361 h 493376"/>
                  <a:gd name="connsiteX116" fmla="*/ 4116206 w 5568761"/>
                  <a:gd name="connsiteY116" fmla="*/ 1 h 493376"/>
                  <a:gd name="connsiteX117" fmla="*/ 4037608 w 5568761"/>
                  <a:gd name="connsiteY117" fmla="*/ 95015 h 493376"/>
                  <a:gd name="connsiteX118" fmla="*/ 3891746 w 5568761"/>
                  <a:gd name="connsiteY118" fmla="*/ 95015 h 493376"/>
                  <a:gd name="connsiteX119" fmla="*/ 3970343 w 5568761"/>
                  <a:gd name="connsiteY119" fmla="*/ 1 h 493376"/>
                  <a:gd name="connsiteX120" fmla="*/ 5337875 w 5568761"/>
                  <a:gd name="connsiteY120" fmla="*/ 398362 h 493376"/>
                  <a:gd name="connsiteX121" fmla="*/ 5259133 w 5568761"/>
                  <a:gd name="connsiteY121" fmla="*/ 493375 h 493376"/>
                  <a:gd name="connsiteX122" fmla="*/ 5113270 w 5568761"/>
                  <a:gd name="connsiteY122" fmla="*/ 493375 h 493376"/>
                  <a:gd name="connsiteX123" fmla="*/ 5191867 w 5568761"/>
                  <a:gd name="connsiteY123" fmla="*/ 398361 h 493376"/>
                  <a:gd name="connsiteX124" fmla="*/ 5459262 w 5568761"/>
                  <a:gd name="connsiteY124" fmla="*/ 444374 h 493376"/>
                  <a:gd name="connsiteX125" fmla="*/ 5568761 w 5568761"/>
                  <a:gd name="connsiteY125" fmla="*/ 488242 h 493376"/>
                  <a:gd name="connsiteX126" fmla="*/ 5564514 w 5568761"/>
                  <a:gd name="connsiteY126" fmla="*/ 493375 h 493376"/>
                  <a:gd name="connsiteX127" fmla="*/ 5418652 w 5568761"/>
                  <a:gd name="connsiteY127" fmla="*/ 493375 h 493376"/>
                  <a:gd name="connsiteX128" fmla="*/ 4523597 w 5568761"/>
                  <a:gd name="connsiteY128" fmla="*/ 69520 h 493376"/>
                  <a:gd name="connsiteX129" fmla="*/ 4587233 w 5568761"/>
                  <a:gd name="connsiteY129" fmla="*/ 95014 h 493376"/>
                  <a:gd name="connsiteX130" fmla="*/ 4502508 w 5568761"/>
                  <a:gd name="connsiteY130" fmla="*/ 95014 h 493376"/>
                  <a:gd name="connsiteX131" fmla="*/ 4350070 w 5568761"/>
                  <a:gd name="connsiteY131" fmla="*/ 0 h 493376"/>
                  <a:gd name="connsiteX132" fmla="*/ 4403785 w 5568761"/>
                  <a:gd name="connsiteY132" fmla="*/ 21520 h 493376"/>
                  <a:gd name="connsiteX133" fmla="*/ 4342988 w 5568761"/>
                  <a:gd name="connsiteY133" fmla="*/ 95014 h 493376"/>
                  <a:gd name="connsiteX134" fmla="*/ 4197127 w 5568761"/>
                  <a:gd name="connsiteY134" fmla="*/ 95014 h 493376"/>
                  <a:gd name="connsiteX135" fmla="*/ 4275723 w 5568761"/>
                  <a:gd name="connsiteY135" fmla="*/ 0 h 49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5568761" h="493376">
                    <a:moveTo>
                      <a:pt x="146253" y="398361"/>
                    </a:moveTo>
                    <a:lnTo>
                      <a:pt x="67510" y="493375"/>
                    </a:lnTo>
                    <a:lnTo>
                      <a:pt x="0" y="493376"/>
                    </a:lnTo>
                    <a:lnTo>
                      <a:pt x="38065" y="398361"/>
                    </a:lnTo>
                    <a:close/>
                    <a:moveTo>
                      <a:pt x="451634" y="398362"/>
                    </a:moveTo>
                    <a:lnTo>
                      <a:pt x="372891" y="493376"/>
                    </a:lnTo>
                    <a:lnTo>
                      <a:pt x="227029" y="493376"/>
                    </a:lnTo>
                    <a:lnTo>
                      <a:pt x="305771" y="398362"/>
                    </a:lnTo>
                    <a:close/>
                    <a:moveTo>
                      <a:pt x="757014" y="398361"/>
                    </a:moveTo>
                    <a:lnTo>
                      <a:pt x="678271" y="493375"/>
                    </a:lnTo>
                    <a:lnTo>
                      <a:pt x="532409" y="493375"/>
                    </a:lnTo>
                    <a:lnTo>
                      <a:pt x="611151" y="398361"/>
                    </a:lnTo>
                    <a:close/>
                    <a:moveTo>
                      <a:pt x="1062395" y="398361"/>
                    </a:moveTo>
                    <a:lnTo>
                      <a:pt x="983652" y="493375"/>
                    </a:lnTo>
                    <a:lnTo>
                      <a:pt x="837790" y="493376"/>
                    </a:lnTo>
                    <a:lnTo>
                      <a:pt x="916532" y="398362"/>
                    </a:lnTo>
                    <a:close/>
                    <a:moveTo>
                      <a:pt x="1367776" y="398362"/>
                    </a:moveTo>
                    <a:lnTo>
                      <a:pt x="1289033" y="493376"/>
                    </a:lnTo>
                    <a:lnTo>
                      <a:pt x="1143171" y="493376"/>
                    </a:lnTo>
                    <a:lnTo>
                      <a:pt x="1221914" y="398362"/>
                    </a:lnTo>
                    <a:close/>
                    <a:moveTo>
                      <a:pt x="451634" y="1"/>
                    </a:moveTo>
                    <a:lnTo>
                      <a:pt x="372891" y="95015"/>
                    </a:lnTo>
                    <a:lnTo>
                      <a:pt x="227029" y="95015"/>
                    </a:lnTo>
                    <a:lnTo>
                      <a:pt x="305771" y="1"/>
                    </a:lnTo>
                    <a:close/>
                    <a:moveTo>
                      <a:pt x="1673157" y="398361"/>
                    </a:moveTo>
                    <a:lnTo>
                      <a:pt x="1594414" y="493375"/>
                    </a:lnTo>
                    <a:lnTo>
                      <a:pt x="1448553" y="493375"/>
                    </a:lnTo>
                    <a:lnTo>
                      <a:pt x="1527295" y="398361"/>
                    </a:lnTo>
                    <a:close/>
                    <a:moveTo>
                      <a:pt x="757014" y="0"/>
                    </a:moveTo>
                    <a:lnTo>
                      <a:pt x="678271" y="95014"/>
                    </a:lnTo>
                    <a:lnTo>
                      <a:pt x="532409" y="95014"/>
                    </a:lnTo>
                    <a:lnTo>
                      <a:pt x="611151" y="0"/>
                    </a:lnTo>
                    <a:close/>
                    <a:moveTo>
                      <a:pt x="1978539" y="398361"/>
                    </a:moveTo>
                    <a:lnTo>
                      <a:pt x="1899796" y="493375"/>
                    </a:lnTo>
                    <a:lnTo>
                      <a:pt x="1753934" y="493375"/>
                    </a:lnTo>
                    <a:lnTo>
                      <a:pt x="1832676" y="398361"/>
                    </a:lnTo>
                    <a:close/>
                    <a:moveTo>
                      <a:pt x="1062395" y="0"/>
                    </a:moveTo>
                    <a:lnTo>
                      <a:pt x="983652" y="95014"/>
                    </a:lnTo>
                    <a:lnTo>
                      <a:pt x="837790" y="95014"/>
                    </a:lnTo>
                    <a:lnTo>
                      <a:pt x="916532" y="0"/>
                    </a:lnTo>
                    <a:close/>
                    <a:moveTo>
                      <a:pt x="2283920" y="398361"/>
                    </a:moveTo>
                    <a:lnTo>
                      <a:pt x="2205177" y="493376"/>
                    </a:lnTo>
                    <a:lnTo>
                      <a:pt x="2059315" y="493375"/>
                    </a:lnTo>
                    <a:lnTo>
                      <a:pt x="2138057" y="398362"/>
                    </a:lnTo>
                    <a:close/>
                    <a:moveTo>
                      <a:pt x="1367776" y="1"/>
                    </a:moveTo>
                    <a:lnTo>
                      <a:pt x="1289033" y="95015"/>
                    </a:lnTo>
                    <a:lnTo>
                      <a:pt x="1143171" y="95015"/>
                    </a:lnTo>
                    <a:lnTo>
                      <a:pt x="1221914" y="1"/>
                    </a:lnTo>
                    <a:close/>
                    <a:moveTo>
                      <a:pt x="2589300" y="398361"/>
                    </a:moveTo>
                    <a:lnTo>
                      <a:pt x="2510557" y="493375"/>
                    </a:lnTo>
                    <a:lnTo>
                      <a:pt x="2364695" y="493375"/>
                    </a:lnTo>
                    <a:lnTo>
                      <a:pt x="2443437" y="398361"/>
                    </a:lnTo>
                    <a:close/>
                    <a:moveTo>
                      <a:pt x="1673157" y="0"/>
                    </a:moveTo>
                    <a:lnTo>
                      <a:pt x="1594415" y="95014"/>
                    </a:lnTo>
                    <a:lnTo>
                      <a:pt x="1448553" y="95014"/>
                    </a:lnTo>
                    <a:lnTo>
                      <a:pt x="1527294" y="0"/>
                    </a:lnTo>
                    <a:close/>
                    <a:moveTo>
                      <a:pt x="2894681" y="398362"/>
                    </a:moveTo>
                    <a:lnTo>
                      <a:pt x="2816084" y="493376"/>
                    </a:lnTo>
                    <a:lnTo>
                      <a:pt x="2670076" y="493375"/>
                    </a:lnTo>
                    <a:lnTo>
                      <a:pt x="2748818" y="398362"/>
                    </a:lnTo>
                    <a:close/>
                    <a:moveTo>
                      <a:pt x="1978539" y="0"/>
                    </a:moveTo>
                    <a:lnTo>
                      <a:pt x="1899795" y="95014"/>
                    </a:lnTo>
                    <a:lnTo>
                      <a:pt x="1753934" y="95014"/>
                    </a:lnTo>
                    <a:lnTo>
                      <a:pt x="1832675" y="0"/>
                    </a:lnTo>
                    <a:close/>
                    <a:moveTo>
                      <a:pt x="3200062" y="398361"/>
                    </a:moveTo>
                    <a:lnTo>
                      <a:pt x="3121320" y="493375"/>
                    </a:lnTo>
                    <a:lnTo>
                      <a:pt x="2975603" y="493375"/>
                    </a:lnTo>
                    <a:lnTo>
                      <a:pt x="3054200" y="398362"/>
                    </a:lnTo>
                    <a:close/>
                    <a:moveTo>
                      <a:pt x="2283920" y="1"/>
                    </a:moveTo>
                    <a:lnTo>
                      <a:pt x="2205177" y="95015"/>
                    </a:lnTo>
                    <a:lnTo>
                      <a:pt x="2059315" y="95015"/>
                    </a:lnTo>
                    <a:lnTo>
                      <a:pt x="2138057" y="1"/>
                    </a:lnTo>
                    <a:close/>
                    <a:moveTo>
                      <a:pt x="3505443" y="398361"/>
                    </a:moveTo>
                    <a:lnTo>
                      <a:pt x="3426846" y="493375"/>
                    </a:lnTo>
                    <a:lnTo>
                      <a:pt x="3280984" y="493375"/>
                    </a:lnTo>
                    <a:lnTo>
                      <a:pt x="3359581" y="398361"/>
                    </a:lnTo>
                    <a:close/>
                    <a:moveTo>
                      <a:pt x="2589299" y="0"/>
                    </a:moveTo>
                    <a:lnTo>
                      <a:pt x="2510557" y="95014"/>
                    </a:lnTo>
                    <a:lnTo>
                      <a:pt x="2364695" y="95014"/>
                    </a:lnTo>
                    <a:lnTo>
                      <a:pt x="2443437" y="0"/>
                    </a:lnTo>
                    <a:close/>
                    <a:moveTo>
                      <a:pt x="3810824" y="398362"/>
                    </a:moveTo>
                    <a:lnTo>
                      <a:pt x="3732227" y="493376"/>
                    </a:lnTo>
                    <a:lnTo>
                      <a:pt x="3586365" y="493376"/>
                    </a:lnTo>
                    <a:lnTo>
                      <a:pt x="3664962" y="398362"/>
                    </a:lnTo>
                    <a:close/>
                    <a:moveTo>
                      <a:pt x="2894681" y="1"/>
                    </a:moveTo>
                    <a:lnTo>
                      <a:pt x="2816084" y="95015"/>
                    </a:lnTo>
                    <a:lnTo>
                      <a:pt x="2670076" y="95015"/>
                    </a:lnTo>
                    <a:lnTo>
                      <a:pt x="2748817" y="1"/>
                    </a:lnTo>
                    <a:close/>
                    <a:moveTo>
                      <a:pt x="4116206" y="398362"/>
                    </a:moveTo>
                    <a:lnTo>
                      <a:pt x="4037608" y="493376"/>
                    </a:lnTo>
                    <a:lnTo>
                      <a:pt x="3891746" y="493376"/>
                    </a:lnTo>
                    <a:lnTo>
                      <a:pt x="3970343" y="398362"/>
                    </a:lnTo>
                    <a:close/>
                    <a:moveTo>
                      <a:pt x="3200061" y="1"/>
                    </a:moveTo>
                    <a:lnTo>
                      <a:pt x="3121320" y="95014"/>
                    </a:lnTo>
                    <a:lnTo>
                      <a:pt x="2975603" y="95015"/>
                    </a:lnTo>
                    <a:lnTo>
                      <a:pt x="3054200" y="1"/>
                    </a:lnTo>
                    <a:close/>
                    <a:moveTo>
                      <a:pt x="4421587" y="398361"/>
                    </a:moveTo>
                    <a:lnTo>
                      <a:pt x="4342989" y="493375"/>
                    </a:lnTo>
                    <a:lnTo>
                      <a:pt x="4197127" y="493375"/>
                    </a:lnTo>
                    <a:lnTo>
                      <a:pt x="4275724" y="398361"/>
                    </a:lnTo>
                    <a:close/>
                    <a:moveTo>
                      <a:pt x="3505443" y="0"/>
                    </a:moveTo>
                    <a:lnTo>
                      <a:pt x="3426846" y="95014"/>
                    </a:lnTo>
                    <a:lnTo>
                      <a:pt x="3280984" y="95014"/>
                    </a:lnTo>
                    <a:lnTo>
                      <a:pt x="3359581" y="0"/>
                    </a:lnTo>
                    <a:close/>
                    <a:moveTo>
                      <a:pt x="4726967" y="398361"/>
                    </a:moveTo>
                    <a:lnTo>
                      <a:pt x="4648370" y="493375"/>
                    </a:lnTo>
                    <a:lnTo>
                      <a:pt x="4502508" y="493375"/>
                    </a:lnTo>
                    <a:lnTo>
                      <a:pt x="4581105" y="398361"/>
                    </a:lnTo>
                    <a:close/>
                    <a:moveTo>
                      <a:pt x="3810824" y="1"/>
                    </a:moveTo>
                    <a:lnTo>
                      <a:pt x="3732226" y="95015"/>
                    </a:lnTo>
                    <a:lnTo>
                      <a:pt x="3586365" y="95015"/>
                    </a:lnTo>
                    <a:lnTo>
                      <a:pt x="3664961" y="1"/>
                    </a:lnTo>
                    <a:close/>
                    <a:moveTo>
                      <a:pt x="5032349" y="398361"/>
                    </a:moveTo>
                    <a:lnTo>
                      <a:pt x="4953751" y="493375"/>
                    </a:lnTo>
                    <a:lnTo>
                      <a:pt x="4807889" y="493375"/>
                    </a:lnTo>
                    <a:lnTo>
                      <a:pt x="4886486" y="398361"/>
                    </a:lnTo>
                    <a:close/>
                    <a:moveTo>
                      <a:pt x="4116206" y="1"/>
                    </a:moveTo>
                    <a:lnTo>
                      <a:pt x="4037608" y="95015"/>
                    </a:lnTo>
                    <a:lnTo>
                      <a:pt x="3891746" y="95015"/>
                    </a:lnTo>
                    <a:lnTo>
                      <a:pt x="3970343" y="1"/>
                    </a:lnTo>
                    <a:close/>
                    <a:moveTo>
                      <a:pt x="5337875" y="398362"/>
                    </a:moveTo>
                    <a:lnTo>
                      <a:pt x="5259133" y="493375"/>
                    </a:lnTo>
                    <a:lnTo>
                      <a:pt x="5113270" y="493375"/>
                    </a:lnTo>
                    <a:lnTo>
                      <a:pt x="5191867" y="398361"/>
                    </a:lnTo>
                    <a:close/>
                    <a:moveTo>
                      <a:pt x="5459262" y="444374"/>
                    </a:moveTo>
                    <a:lnTo>
                      <a:pt x="5568761" y="488242"/>
                    </a:lnTo>
                    <a:lnTo>
                      <a:pt x="5564514" y="493375"/>
                    </a:lnTo>
                    <a:lnTo>
                      <a:pt x="5418652" y="493375"/>
                    </a:lnTo>
                    <a:close/>
                    <a:moveTo>
                      <a:pt x="4523597" y="69520"/>
                    </a:moveTo>
                    <a:lnTo>
                      <a:pt x="4587233" y="95014"/>
                    </a:lnTo>
                    <a:lnTo>
                      <a:pt x="4502508" y="95014"/>
                    </a:lnTo>
                    <a:close/>
                    <a:moveTo>
                      <a:pt x="4350070" y="0"/>
                    </a:moveTo>
                    <a:lnTo>
                      <a:pt x="4403785" y="21520"/>
                    </a:lnTo>
                    <a:lnTo>
                      <a:pt x="4342988" y="95014"/>
                    </a:lnTo>
                    <a:lnTo>
                      <a:pt x="4197127" y="95014"/>
                    </a:lnTo>
                    <a:lnTo>
                      <a:pt x="4275723" y="0"/>
                    </a:lnTo>
                    <a:close/>
                  </a:path>
                </a:pathLst>
              </a:custGeom>
              <a:solidFill>
                <a:srgbClr val="231F20"/>
              </a:solidFill>
              <a:ln w="14523" cap="flat">
                <a:noFill/>
                <a:prstDash val="solid"/>
                <a:miter/>
              </a:ln>
            </p:spPr>
            <p:txBody>
              <a:bodyPr rtlCol="0" anchor="ctr"/>
              <a:lstStyle/>
              <a:p>
                <a:endParaRPr lang="en-US"/>
              </a:p>
            </p:txBody>
          </p:sp>
        </p:grpSp>
        <p:grpSp>
          <p:nvGrpSpPr>
            <p:cNvPr id="70" name="Group 69">
              <a:extLst>
                <a:ext uri="{FF2B5EF4-FFF2-40B4-BE49-F238E27FC236}">
                  <a16:creationId xmlns:a16="http://schemas.microsoft.com/office/drawing/2014/main" id="{0874A94F-0A1E-DDD3-ABE2-7BB2A6C4C56F}"/>
                </a:ext>
              </a:extLst>
            </p:cNvPr>
            <p:cNvGrpSpPr/>
            <p:nvPr userDrawn="1"/>
          </p:nvGrpSpPr>
          <p:grpSpPr>
            <a:xfrm>
              <a:off x="-746061" y="5154752"/>
              <a:ext cx="4568377" cy="699171"/>
              <a:chOff x="-746061" y="5154752"/>
              <a:chExt cx="4568377" cy="699171"/>
            </a:xfrm>
            <a:effectLst>
              <a:outerShdw blurRad="63500" sx="102000" sy="102000" algn="ctr" rotWithShape="0">
                <a:prstClr val="black">
                  <a:alpha val="40000"/>
                </a:prstClr>
              </a:outerShdw>
            </a:effectLst>
          </p:grpSpPr>
          <p:sp>
            <p:nvSpPr>
              <p:cNvPr id="69" name="Freeform: Shape 68">
                <a:extLst>
                  <a:ext uri="{FF2B5EF4-FFF2-40B4-BE49-F238E27FC236}">
                    <a16:creationId xmlns:a16="http://schemas.microsoft.com/office/drawing/2014/main" id="{1C7E9060-09C3-25B3-38E5-670FA2A6CD62}"/>
                  </a:ext>
                </a:extLst>
              </p:cNvPr>
              <p:cNvSpPr/>
              <p:nvPr/>
            </p:nvSpPr>
            <p:spPr bwMode="auto">
              <a:xfrm rot="2461262">
                <a:off x="-746061" y="5289515"/>
                <a:ext cx="4568377" cy="564408"/>
              </a:xfrm>
              <a:custGeom>
                <a:avLst/>
                <a:gdLst>
                  <a:gd name="connsiteX0" fmla="*/ 0 w 4568377"/>
                  <a:gd name="connsiteY0" fmla="*/ 0 h 564408"/>
                  <a:gd name="connsiteX1" fmla="*/ 4568377 w 4568377"/>
                  <a:gd name="connsiteY1" fmla="*/ 0 h 564408"/>
                  <a:gd name="connsiteX2" fmla="*/ 3919581 w 4568377"/>
                  <a:gd name="connsiteY2" fmla="*/ 564408 h 564408"/>
                  <a:gd name="connsiteX3" fmla="*/ 490996 w 4568377"/>
                  <a:gd name="connsiteY3" fmla="*/ 564408 h 564408"/>
                </a:gdLst>
                <a:ahLst/>
                <a:cxnLst>
                  <a:cxn ang="0">
                    <a:pos x="connsiteX0" y="connsiteY0"/>
                  </a:cxn>
                  <a:cxn ang="0">
                    <a:pos x="connsiteX1" y="connsiteY1"/>
                  </a:cxn>
                  <a:cxn ang="0">
                    <a:pos x="connsiteX2" y="connsiteY2"/>
                  </a:cxn>
                  <a:cxn ang="0">
                    <a:pos x="connsiteX3" y="connsiteY3"/>
                  </a:cxn>
                </a:cxnLst>
                <a:rect l="l" t="t" r="r" b="b"/>
                <a:pathLst>
                  <a:path w="4568377" h="564408">
                    <a:moveTo>
                      <a:pt x="0" y="0"/>
                    </a:moveTo>
                    <a:lnTo>
                      <a:pt x="4568377" y="0"/>
                    </a:lnTo>
                    <a:lnTo>
                      <a:pt x="3919581" y="564408"/>
                    </a:lnTo>
                    <a:lnTo>
                      <a:pt x="490996" y="564408"/>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7" name="Freeform: Shape 66">
                <a:extLst>
                  <a:ext uri="{FF2B5EF4-FFF2-40B4-BE49-F238E27FC236}">
                    <a16:creationId xmlns:a16="http://schemas.microsoft.com/office/drawing/2014/main" id="{4C162819-185C-3F2A-7118-15A77D11DF15}"/>
                  </a:ext>
                </a:extLst>
              </p:cNvPr>
              <p:cNvSpPr/>
              <p:nvPr/>
            </p:nvSpPr>
            <p:spPr bwMode="auto">
              <a:xfrm rot="2461262">
                <a:off x="-582194" y="5154752"/>
                <a:ext cx="3930815" cy="564407"/>
              </a:xfrm>
              <a:custGeom>
                <a:avLst/>
                <a:gdLst>
                  <a:gd name="connsiteX0" fmla="*/ 3245809 w 3930815"/>
                  <a:gd name="connsiteY0" fmla="*/ 0 h 564407"/>
                  <a:gd name="connsiteX1" fmla="*/ 3534313 w 3930815"/>
                  <a:gd name="connsiteY1" fmla="*/ 0 h 564407"/>
                  <a:gd name="connsiteX2" fmla="*/ 3930815 w 3930815"/>
                  <a:gd name="connsiteY2" fmla="*/ 282204 h 564407"/>
                  <a:gd name="connsiteX3" fmla="*/ 3534313 w 3930815"/>
                  <a:gd name="connsiteY3" fmla="*/ 564407 h 564407"/>
                  <a:gd name="connsiteX4" fmla="*/ 3245809 w 3930815"/>
                  <a:gd name="connsiteY4" fmla="*/ 564407 h 564407"/>
                  <a:gd name="connsiteX5" fmla="*/ 3642311 w 3930815"/>
                  <a:gd name="connsiteY5" fmla="*/ 282204 h 564407"/>
                  <a:gd name="connsiteX6" fmla="*/ 2537709 w 3930815"/>
                  <a:gd name="connsiteY6" fmla="*/ 0 h 564407"/>
                  <a:gd name="connsiteX7" fmla="*/ 2826213 w 3930815"/>
                  <a:gd name="connsiteY7" fmla="*/ 0 h 564407"/>
                  <a:gd name="connsiteX8" fmla="*/ 3222715 w 3930815"/>
                  <a:gd name="connsiteY8" fmla="*/ 282204 h 564407"/>
                  <a:gd name="connsiteX9" fmla="*/ 2826213 w 3930815"/>
                  <a:gd name="connsiteY9" fmla="*/ 564407 h 564407"/>
                  <a:gd name="connsiteX10" fmla="*/ 2537709 w 3930815"/>
                  <a:gd name="connsiteY10" fmla="*/ 564407 h 564407"/>
                  <a:gd name="connsiteX11" fmla="*/ 2934211 w 3930815"/>
                  <a:gd name="connsiteY11" fmla="*/ 282204 h 564407"/>
                  <a:gd name="connsiteX12" fmla="*/ 0 w 3930815"/>
                  <a:gd name="connsiteY12" fmla="*/ 130416 h 564407"/>
                  <a:gd name="connsiteX13" fmla="*/ 213265 w 3930815"/>
                  <a:gd name="connsiteY13" fmla="*/ 282204 h 564407"/>
                  <a:gd name="connsiteX14" fmla="*/ 163103 w 3930815"/>
                  <a:gd name="connsiteY14" fmla="*/ 317906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0815" h="564407">
                    <a:moveTo>
                      <a:pt x="3245809" y="0"/>
                    </a:moveTo>
                    <a:lnTo>
                      <a:pt x="3534313" y="0"/>
                    </a:lnTo>
                    <a:lnTo>
                      <a:pt x="3930815" y="282204"/>
                    </a:lnTo>
                    <a:lnTo>
                      <a:pt x="3534313" y="564407"/>
                    </a:lnTo>
                    <a:lnTo>
                      <a:pt x="3245809" y="564407"/>
                    </a:lnTo>
                    <a:lnTo>
                      <a:pt x="3642311" y="282204"/>
                    </a:lnTo>
                    <a:close/>
                    <a:moveTo>
                      <a:pt x="2537709" y="0"/>
                    </a:moveTo>
                    <a:lnTo>
                      <a:pt x="2826213" y="0"/>
                    </a:lnTo>
                    <a:lnTo>
                      <a:pt x="3222715" y="282204"/>
                    </a:lnTo>
                    <a:lnTo>
                      <a:pt x="2826213" y="564407"/>
                    </a:lnTo>
                    <a:lnTo>
                      <a:pt x="2537709" y="564407"/>
                    </a:lnTo>
                    <a:lnTo>
                      <a:pt x="2934211" y="282204"/>
                    </a:lnTo>
                    <a:close/>
                    <a:moveTo>
                      <a:pt x="0" y="130416"/>
                    </a:moveTo>
                    <a:lnTo>
                      <a:pt x="213265" y="282204"/>
                    </a:lnTo>
                    <a:lnTo>
                      <a:pt x="163103" y="317906"/>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8" name="Group 57">
              <a:extLst>
                <a:ext uri="{FF2B5EF4-FFF2-40B4-BE49-F238E27FC236}">
                  <a16:creationId xmlns:a16="http://schemas.microsoft.com/office/drawing/2014/main" id="{53DCA4B4-B514-5AA8-0068-6F67C092B4C9}"/>
                </a:ext>
              </a:extLst>
            </p:cNvPr>
            <p:cNvGrpSpPr/>
            <p:nvPr userDrawn="1"/>
          </p:nvGrpSpPr>
          <p:grpSpPr>
            <a:xfrm>
              <a:off x="6233862" y="6315045"/>
              <a:ext cx="6047280" cy="499294"/>
              <a:chOff x="6233862" y="6315045"/>
              <a:chExt cx="6047280" cy="499294"/>
            </a:xfrm>
            <a:effectLst>
              <a:outerShdw blurRad="63500" sx="102000" sy="102000" algn="ctr" rotWithShape="0">
                <a:prstClr val="black">
                  <a:alpha val="40000"/>
                </a:prstClr>
              </a:outerShdw>
            </a:effectLst>
          </p:grpSpPr>
          <p:sp>
            <p:nvSpPr>
              <p:cNvPr id="57" name="Freeform: Shape 56">
                <a:extLst>
                  <a:ext uri="{FF2B5EF4-FFF2-40B4-BE49-F238E27FC236}">
                    <a16:creationId xmlns:a16="http://schemas.microsoft.com/office/drawing/2014/main" id="{ADE9EC23-29EA-D8B3-5C24-8289F78CE663}"/>
                  </a:ext>
                </a:extLst>
              </p:cNvPr>
              <p:cNvSpPr/>
              <p:nvPr/>
            </p:nvSpPr>
            <p:spPr>
              <a:xfrm rot="20983922">
                <a:off x="6233862" y="6315045"/>
                <a:ext cx="6047280" cy="497646"/>
              </a:xfrm>
              <a:custGeom>
                <a:avLst/>
                <a:gdLst>
                  <a:gd name="connsiteX0" fmla="*/ 6047280 w 6047280"/>
                  <a:gd name="connsiteY0" fmla="*/ 3690 h 497646"/>
                  <a:gd name="connsiteX1" fmla="*/ 5957798 w 6047280"/>
                  <a:gd name="connsiteY1" fmla="*/ 497646 h 497646"/>
                  <a:gd name="connsiteX2" fmla="*/ 4607450 w 6047280"/>
                  <a:gd name="connsiteY2" fmla="*/ 497646 h 497646"/>
                  <a:gd name="connsiteX3" fmla="*/ 4607450 w 6047280"/>
                  <a:gd name="connsiteY3" fmla="*/ 493956 h 497646"/>
                  <a:gd name="connsiteX4" fmla="*/ 2726729 w 6047280"/>
                  <a:gd name="connsiteY4" fmla="*/ 493956 h 497646"/>
                  <a:gd name="connsiteX5" fmla="*/ 0 w 6047280"/>
                  <a:gd name="connsiteY5" fmla="*/ 0 h 497646"/>
                  <a:gd name="connsiteX6" fmla="*/ 4982045 w 6047280"/>
                  <a:gd name="connsiteY6" fmla="*/ 0 h 497646"/>
                  <a:gd name="connsiteX7" fmla="*/ 4982045 w 6047280"/>
                  <a:gd name="connsiteY7" fmla="*/ 3690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7280" h="497646">
                    <a:moveTo>
                      <a:pt x="6047280" y="3690"/>
                    </a:moveTo>
                    <a:lnTo>
                      <a:pt x="5957798" y="497646"/>
                    </a:lnTo>
                    <a:lnTo>
                      <a:pt x="4607450" y="497646"/>
                    </a:lnTo>
                    <a:lnTo>
                      <a:pt x="4607450" y="493956"/>
                    </a:lnTo>
                    <a:lnTo>
                      <a:pt x="2726729" y="493956"/>
                    </a:lnTo>
                    <a:lnTo>
                      <a:pt x="0" y="0"/>
                    </a:lnTo>
                    <a:lnTo>
                      <a:pt x="4982045" y="0"/>
                    </a:lnTo>
                    <a:lnTo>
                      <a:pt x="4982045" y="3690"/>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37BF31DB-2D52-900F-05F4-BB6AE70B8B6D}"/>
                  </a:ext>
                </a:extLst>
              </p:cNvPr>
              <p:cNvSpPr/>
              <p:nvPr/>
            </p:nvSpPr>
            <p:spPr>
              <a:xfrm rot="20983922">
                <a:off x="6271543" y="6317273"/>
                <a:ext cx="5953772" cy="497066"/>
              </a:xfrm>
              <a:custGeom>
                <a:avLst/>
                <a:gdLst>
                  <a:gd name="connsiteX0" fmla="*/ 2288676 w 5953772"/>
                  <a:gd name="connsiteY0" fmla="*/ 398361 h 497066"/>
                  <a:gd name="connsiteX1" fmla="*/ 2272498 w 5953772"/>
                  <a:gd name="connsiteY1" fmla="*/ 417881 h 497066"/>
                  <a:gd name="connsiteX2" fmla="*/ 2164750 w 5953772"/>
                  <a:gd name="connsiteY2" fmla="*/ 398362 h 497066"/>
                  <a:gd name="connsiteX3" fmla="*/ 151010 w 5953772"/>
                  <a:gd name="connsiteY3" fmla="*/ 0 h 497066"/>
                  <a:gd name="connsiteX4" fmla="*/ 126822 w 5953772"/>
                  <a:gd name="connsiteY4" fmla="*/ 29185 h 497066"/>
                  <a:gd name="connsiteX5" fmla="*/ 0 w 5953772"/>
                  <a:gd name="connsiteY5" fmla="*/ 6210 h 497066"/>
                  <a:gd name="connsiteX6" fmla="*/ 5146 w 5953772"/>
                  <a:gd name="connsiteY6" fmla="*/ 0 h 497066"/>
                  <a:gd name="connsiteX7" fmla="*/ 2594056 w 5953772"/>
                  <a:gd name="connsiteY7" fmla="*/ 398361 h 497066"/>
                  <a:gd name="connsiteX8" fmla="*/ 2538107 w 5953772"/>
                  <a:gd name="connsiteY8" fmla="*/ 465997 h 497066"/>
                  <a:gd name="connsiteX9" fmla="*/ 2411254 w 5953772"/>
                  <a:gd name="connsiteY9" fmla="*/ 443017 h 497066"/>
                  <a:gd name="connsiteX10" fmla="*/ 2448194 w 5953772"/>
                  <a:gd name="connsiteY10" fmla="*/ 398361 h 497066"/>
                  <a:gd name="connsiteX11" fmla="*/ 456391 w 5953772"/>
                  <a:gd name="connsiteY11" fmla="*/ 1 h 497066"/>
                  <a:gd name="connsiteX12" fmla="*/ 392341 w 5953772"/>
                  <a:gd name="connsiteY12" fmla="*/ 77284 h 497066"/>
                  <a:gd name="connsiteX13" fmla="*/ 265520 w 5953772"/>
                  <a:gd name="connsiteY13" fmla="*/ 54310 h 497066"/>
                  <a:gd name="connsiteX14" fmla="*/ 310528 w 5953772"/>
                  <a:gd name="connsiteY14" fmla="*/ 1 h 497066"/>
                  <a:gd name="connsiteX15" fmla="*/ 2899438 w 5953772"/>
                  <a:gd name="connsiteY15" fmla="*/ 398362 h 497066"/>
                  <a:gd name="connsiteX16" fmla="*/ 2820841 w 5953772"/>
                  <a:gd name="connsiteY16" fmla="*/ 493376 h 497066"/>
                  <a:gd name="connsiteX17" fmla="*/ 2689245 w 5953772"/>
                  <a:gd name="connsiteY17" fmla="*/ 493376 h 497066"/>
                  <a:gd name="connsiteX18" fmla="*/ 2676838 w 5953772"/>
                  <a:gd name="connsiteY18" fmla="*/ 491128 h 497066"/>
                  <a:gd name="connsiteX19" fmla="*/ 2753576 w 5953772"/>
                  <a:gd name="connsiteY19" fmla="*/ 398362 h 497066"/>
                  <a:gd name="connsiteX20" fmla="*/ 761771 w 5953772"/>
                  <a:gd name="connsiteY20" fmla="*/ 0 h 497066"/>
                  <a:gd name="connsiteX21" fmla="*/ 683029 w 5953772"/>
                  <a:gd name="connsiteY21" fmla="*/ 95014 h 497066"/>
                  <a:gd name="connsiteX22" fmla="*/ 537167 w 5953772"/>
                  <a:gd name="connsiteY22" fmla="*/ 95014 h 497066"/>
                  <a:gd name="connsiteX23" fmla="*/ 615908 w 5953772"/>
                  <a:gd name="connsiteY23" fmla="*/ 0 h 497066"/>
                  <a:gd name="connsiteX24" fmla="*/ 3204820 w 5953772"/>
                  <a:gd name="connsiteY24" fmla="*/ 398362 h 497066"/>
                  <a:gd name="connsiteX25" fmla="*/ 3126222 w 5953772"/>
                  <a:gd name="connsiteY25" fmla="*/ 493376 h 497066"/>
                  <a:gd name="connsiteX26" fmla="*/ 2980359 w 5953772"/>
                  <a:gd name="connsiteY26" fmla="*/ 493376 h 497066"/>
                  <a:gd name="connsiteX27" fmla="*/ 3058957 w 5953772"/>
                  <a:gd name="connsiteY27" fmla="*/ 398362 h 497066"/>
                  <a:gd name="connsiteX28" fmla="*/ 1067153 w 5953772"/>
                  <a:gd name="connsiteY28" fmla="*/ 0 h 497066"/>
                  <a:gd name="connsiteX29" fmla="*/ 988409 w 5953772"/>
                  <a:gd name="connsiteY29" fmla="*/ 95014 h 497066"/>
                  <a:gd name="connsiteX30" fmla="*/ 842548 w 5953772"/>
                  <a:gd name="connsiteY30" fmla="*/ 95014 h 497066"/>
                  <a:gd name="connsiteX31" fmla="*/ 921290 w 5953772"/>
                  <a:gd name="connsiteY31" fmla="*/ 0 h 497066"/>
                  <a:gd name="connsiteX32" fmla="*/ 3510201 w 5953772"/>
                  <a:gd name="connsiteY32" fmla="*/ 398361 h 497066"/>
                  <a:gd name="connsiteX33" fmla="*/ 3431602 w 5953772"/>
                  <a:gd name="connsiteY33" fmla="*/ 493375 h 497066"/>
                  <a:gd name="connsiteX34" fmla="*/ 3285740 w 5953772"/>
                  <a:gd name="connsiteY34" fmla="*/ 493375 h 497066"/>
                  <a:gd name="connsiteX35" fmla="*/ 3364338 w 5953772"/>
                  <a:gd name="connsiteY35" fmla="*/ 398361 h 497066"/>
                  <a:gd name="connsiteX36" fmla="*/ 1372534 w 5953772"/>
                  <a:gd name="connsiteY36" fmla="*/ 1 h 497066"/>
                  <a:gd name="connsiteX37" fmla="*/ 1293792 w 5953772"/>
                  <a:gd name="connsiteY37" fmla="*/ 95015 h 497066"/>
                  <a:gd name="connsiteX38" fmla="*/ 1147928 w 5953772"/>
                  <a:gd name="connsiteY38" fmla="*/ 95015 h 497066"/>
                  <a:gd name="connsiteX39" fmla="*/ 1226672 w 5953772"/>
                  <a:gd name="connsiteY39" fmla="*/ 1 h 497066"/>
                  <a:gd name="connsiteX40" fmla="*/ 3815580 w 5953772"/>
                  <a:gd name="connsiteY40" fmla="*/ 398361 h 497066"/>
                  <a:gd name="connsiteX41" fmla="*/ 3736984 w 5953772"/>
                  <a:gd name="connsiteY41" fmla="*/ 493375 h 497066"/>
                  <a:gd name="connsiteX42" fmla="*/ 3591122 w 5953772"/>
                  <a:gd name="connsiteY42" fmla="*/ 493375 h 497066"/>
                  <a:gd name="connsiteX43" fmla="*/ 3669718 w 5953772"/>
                  <a:gd name="connsiteY43" fmla="*/ 398361 h 497066"/>
                  <a:gd name="connsiteX44" fmla="*/ 1677912 w 5953772"/>
                  <a:gd name="connsiteY44" fmla="*/ 0 h 497066"/>
                  <a:gd name="connsiteX45" fmla="*/ 1599172 w 5953772"/>
                  <a:gd name="connsiteY45" fmla="*/ 95014 h 497066"/>
                  <a:gd name="connsiteX46" fmla="*/ 1453308 w 5953772"/>
                  <a:gd name="connsiteY46" fmla="*/ 95014 h 497066"/>
                  <a:gd name="connsiteX47" fmla="*/ 1532051 w 5953772"/>
                  <a:gd name="connsiteY47" fmla="*/ 0 h 497066"/>
                  <a:gd name="connsiteX48" fmla="*/ 4120963 w 5953772"/>
                  <a:gd name="connsiteY48" fmla="*/ 398361 h 497066"/>
                  <a:gd name="connsiteX49" fmla="*/ 4042365 w 5953772"/>
                  <a:gd name="connsiteY49" fmla="*/ 493375 h 497066"/>
                  <a:gd name="connsiteX50" fmla="*/ 3896503 w 5953772"/>
                  <a:gd name="connsiteY50" fmla="*/ 493375 h 497066"/>
                  <a:gd name="connsiteX51" fmla="*/ 3975100 w 5953772"/>
                  <a:gd name="connsiteY51" fmla="*/ 398361 h 497066"/>
                  <a:gd name="connsiteX52" fmla="*/ 1983294 w 5953772"/>
                  <a:gd name="connsiteY52" fmla="*/ 1 h 497066"/>
                  <a:gd name="connsiteX53" fmla="*/ 1904699 w 5953772"/>
                  <a:gd name="connsiteY53" fmla="*/ 95015 h 497066"/>
                  <a:gd name="connsiteX54" fmla="*/ 1758690 w 5953772"/>
                  <a:gd name="connsiteY54" fmla="*/ 95015 h 497066"/>
                  <a:gd name="connsiteX55" fmla="*/ 1837431 w 5953772"/>
                  <a:gd name="connsiteY55" fmla="*/ 1 h 497066"/>
                  <a:gd name="connsiteX56" fmla="*/ 4426489 w 5953772"/>
                  <a:gd name="connsiteY56" fmla="*/ 398362 h 497066"/>
                  <a:gd name="connsiteX57" fmla="*/ 4347746 w 5953772"/>
                  <a:gd name="connsiteY57" fmla="*/ 493375 h 497066"/>
                  <a:gd name="connsiteX58" fmla="*/ 4201884 w 5953772"/>
                  <a:gd name="connsiteY58" fmla="*/ 493375 h 497066"/>
                  <a:gd name="connsiteX59" fmla="*/ 4280481 w 5953772"/>
                  <a:gd name="connsiteY59" fmla="*/ 398361 h 497066"/>
                  <a:gd name="connsiteX60" fmla="*/ 2288674 w 5953772"/>
                  <a:gd name="connsiteY60" fmla="*/ 1 h 497066"/>
                  <a:gd name="connsiteX61" fmla="*/ 2209934 w 5953772"/>
                  <a:gd name="connsiteY61" fmla="*/ 95014 h 497066"/>
                  <a:gd name="connsiteX62" fmla="*/ 2064217 w 5953772"/>
                  <a:gd name="connsiteY62" fmla="*/ 95015 h 497066"/>
                  <a:gd name="connsiteX63" fmla="*/ 2142814 w 5953772"/>
                  <a:gd name="connsiteY63" fmla="*/ 1 h 497066"/>
                  <a:gd name="connsiteX64" fmla="*/ 4731724 w 5953772"/>
                  <a:gd name="connsiteY64" fmla="*/ 398361 h 497066"/>
                  <a:gd name="connsiteX65" fmla="*/ 4728672 w 5953772"/>
                  <a:gd name="connsiteY65" fmla="*/ 402051 h 497066"/>
                  <a:gd name="connsiteX66" fmla="*/ 4732248 w 5953772"/>
                  <a:gd name="connsiteY66" fmla="*/ 402051 h 497066"/>
                  <a:gd name="connsiteX67" fmla="*/ 4653506 w 5953772"/>
                  <a:gd name="connsiteY67" fmla="*/ 497065 h 497066"/>
                  <a:gd name="connsiteX68" fmla="*/ 4569969 w 5953772"/>
                  <a:gd name="connsiteY68" fmla="*/ 497065 h 497066"/>
                  <a:gd name="connsiteX69" fmla="*/ 4569970 w 5953772"/>
                  <a:gd name="connsiteY69" fmla="*/ 493375 h 497066"/>
                  <a:gd name="connsiteX70" fmla="*/ 4507265 w 5953772"/>
                  <a:gd name="connsiteY70" fmla="*/ 493375 h 497066"/>
                  <a:gd name="connsiteX71" fmla="*/ 4586008 w 5953772"/>
                  <a:gd name="connsiteY71" fmla="*/ 398361 h 497066"/>
                  <a:gd name="connsiteX72" fmla="*/ 2594057 w 5953772"/>
                  <a:gd name="connsiteY72" fmla="*/ 0 h 497066"/>
                  <a:gd name="connsiteX73" fmla="*/ 2515460 w 5953772"/>
                  <a:gd name="connsiteY73" fmla="*/ 95014 h 497066"/>
                  <a:gd name="connsiteX74" fmla="*/ 2369598 w 5953772"/>
                  <a:gd name="connsiteY74" fmla="*/ 95014 h 497066"/>
                  <a:gd name="connsiteX75" fmla="*/ 2448195 w 5953772"/>
                  <a:gd name="connsiteY75" fmla="*/ 0 h 497066"/>
                  <a:gd name="connsiteX76" fmla="*/ 5037630 w 5953772"/>
                  <a:gd name="connsiteY76" fmla="*/ 402051 h 497066"/>
                  <a:gd name="connsiteX77" fmla="*/ 4958887 w 5953772"/>
                  <a:gd name="connsiteY77" fmla="*/ 497065 h 497066"/>
                  <a:gd name="connsiteX78" fmla="*/ 4813025 w 5953772"/>
                  <a:gd name="connsiteY78" fmla="*/ 497066 h 497066"/>
                  <a:gd name="connsiteX79" fmla="*/ 4816084 w 5953772"/>
                  <a:gd name="connsiteY79" fmla="*/ 493375 h 497066"/>
                  <a:gd name="connsiteX80" fmla="*/ 4812647 w 5953772"/>
                  <a:gd name="connsiteY80" fmla="*/ 493375 h 497066"/>
                  <a:gd name="connsiteX81" fmla="*/ 4891391 w 5953772"/>
                  <a:gd name="connsiteY81" fmla="*/ 398361 h 497066"/>
                  <a:gd name="connsiteX82" fmla="*/ 4946450 w 5953772"/>
                  <a:gd name="connsiteY82" fmla="*/ 398361 h 497066"/>
                  <a:gd name="connsiteX83" fmla="*/ 4946451 w 5953772"/>
                  <a:gd name="connsiteY83" fmla="*/ 402051 h 497066"/>
                  <a:gd name="connsiteX84" fmla="*/ 2899438 w 5953772"/>
                  <a:gd name="connsiteY84" fmla="*/ 1 h 497066"/>
                  <a:gd name="connsiteX85" fmla="*/ 2820839 w 5953772"/>
                  <a:gd name="connsiteY85" fmla="*/ 95015 h 497066"/>
                  <a:gd name="connsiteX86" fmla="*/ 2674978 w 5953772"/>
                  <a:gd name="connsiteY86" fmla="*/ 95015 h 497066"/>
                  <a:gd name="connsiteX87" fmla="*/ 2753575 w 5953772"/>
                  <a:gd name="connsiteY87" fmla="*/ 1 h 497066"/>
                  <a:gd name="connsiteX88" fmla="*/ 5343011 w 5953772"/>
                  <a:gd name="connsiteY88" fmla="*/ 402052 h 497066"/>
                  <a:gd name="connsiteX89" fmla="*/ 5264268 w 5953772"/>
                  <a:gd name="connsiteY89" fmla="*/ 497066 h 497066"/>
                  <a:gd name="connsiteX90" fmla="*/ 5118406 w 5953772"/>
                  <a:gd name="connsiteY90" fmla="*/ 497066 h 497066"/>
                  <a:gd name="connsiteX91" fmla="*/ 5197148 w 5953772"/>
                  <a:gd name="connsiteY91" fmla="*/ 402052 h 497066"/>
                  <a:gd name="connsiteX92" fmla="*/ 3204819 w 5953772"/>
                  <a:gd name="connsiteY92" fmla="*/ 1 h 497066"/>
                  <a:gd name="connsiteX93" fmla="*/ 3126221 w 5953772"/>
                  <a:gd name="connsiteY93" fmla="*/ 95015 h 497066"/>
                  <a:gd name="connsiteX94" fmla="*/ 2980359 w 5953772"/>
                  <a:gd name="connsiteY94" fmla="*/ 95015 h 497066"/>
                  <a:gd name="connsiteX95" fmla="*/ 3058956 w 5953772"/>
                  <a:gd name="connsiteY95" fmla="*/ 1 h 497066"/>
                  <a:gd name="connsiteX96" fmla="*/ 5648392 w 5953772"/>
                  <a:gd name="connsiteY96" fmla="*/ 402051 h 497066"/>
                  <a:gd name="connsiteX97" fmla="*/ 5569648 w 5953772"/>
                  <a:gd name="connsiteY97" fmla="*/ 497065 h 497066"/>
                  <a:gd name="connsiteX98" fmla="*/ 5423786 w 5953772"/>
                  <a:gd name="connsiteY98" fmla="*/ 497065 h 497066"/>
                  <a:gd name="connsiteX99" fmla="*/ 5502528 w 5953772"/>
                  <a:gd name="connsiteY99" fmla="*/ 402051 h 497066"/>
                  <a:gd name="connsiteX100" fmla="*/ 3510200 w 5953772"/>
                  <a:gd name="connsiteY100" fmla="*/ 0 h 497066"/>
                  <a:gd name="connsiteX101" fmla="*/ 3431602 w 5953772"/>
                  <a:gd name="connsiteY101" fmla="*/ 95014 h 497066"/>
                  <a:gd name="connsiteX102" fmla="*/ 3285741 w 5953772"/>
                  <a:gd name="connsiteY102" fmla="*/ 95014 h 497066"/>
                  <a:gd name="connsiteX103" fmla="*/ 3364336 w 5953772"/>
                  <a:gd name="connsiteY103" fmla="*/ 0 h 497066"/>
                  <a:gd name="connsiteX104" fmla="*/ 5937530 w 5953772"/>
                  <a:gd name="connsiteY104" fmla="*/ 402051 h 497066"/>
                  <a:gd name="connsiteX105" fmla="*/ 5932987 w 5953772"/>
                  <a:gd name="connsiteY105" fmla="*/ 427132 h 497066"/>
                  <a:gd name="connsiteX106" fmla="*/ 5875029 w 5953772"/>
                  <a:gd name="connsiteY106" fmla="*/ 497065 h 497066"/>
                  <a:gd name="connsiteX107" fmla="*/ 5729167 w 5953772"/>
                  <a:gd name="connsiteY107" fmla="*/ 497066 h 497066"/>
                  <a:gd name="connsiteX108" fmla="*/ 5807909 w 5953772"/>
                  <a:gd name="connsiteY108" fmla="*/ 402052 h 497066"/>
                  <a:gd name="connsiteX109" fmla="*/ 3815580 w 5953772"/>
                  <a:gd name="connsiteY109" fmla="*/ 0 h 497066"/>
                  <a:gd name="connsiteX110" fmla="*/ 3736984 w 5953772"/>
                  <a:gd name="connsiteY110" fmla="*/ 95014 h 497066"/>
                  <a:gd name="connsiteX111" fmla="*/ 3591122 w 5953772"/>
                  <a:gd name="connsiteY111" fmla="*/ 95014 h 497066"/>
                  <a:gd name="connsiteX112" fmla="*/ 3669719 w 5953772"/>
                  <a:gd name="connsiteY112" fmla="*/ 0 h 497066"/>
                  <a:gd name="connsiteX113" fmla="*/ 4120963 w 5953772"/>
                  <a:gd name="connsiteY113" fmla="*/ 0 h 497066"/>
                  <a:gd name="connsiteX114" fmla="*/ 4042363 w 5953772"/>
                  <a:gd name="connsiteY114" fmla="*/ 95014 h 497066"/>
                  <a:gd name="connsiteX115" fmla="*/ 3896504 w 5953772"/>
                  <a:gd name="connsiteY115" fmla="*/ 95014 h 497066"/>
                  <a:gd name="connsiteX116" fmla="*/ 3975099 w 5953772"/>
                  <a:gd name="connsiteY116" fmla="*/ 0 h 497066"/>
                  <a:gd name="connsiteX117" fmla="*/ 4426489 w 5953772"/>
                  <a:gd name="connsiteY117" fmla="*/ 0 h 497066"/>
                  <a:gd name="connsiteX118" fmla="*/ 4347745 w 5953772"/>
                  <a:gd name="connsiteY118" fmla="*/ 95014 h 497066"/>
                  <a:gd name="connsiteX119" fmla="*/ 4201883 w 5953772"/>
                  <a:gd name="connsiteY119" fmla="*/ 95014 h 497066"/>
                  <a:gd name="connsiteX120" fmla="*/ 4280480 w 5953772"/>
                  <a:gd name="connsiteY120" fmla="*/ 0 h 497066"/>
                  <a:gd name="connsiteX121" fmla="*/ 4731723 w 5953772"/>
                  <a:gd name="connsiteY121" fmla="*/ 0 h 497066"/>
                  <a:gd name="connsiteX122" fmla="*/ 4728671 w 5953772"/>
                  <a:gd name="connsiteY122" fmla="*/ 3690 h 497066"/>
                  <a:gd name="connsiteX123" fmla="*/ 4732248 w 5953772"/>
                  <a:gd name="connsiteY123" fmla="*/ 3690 h 497066"/>
                  <a:gd name="connsiteX124" fmla="*/ 4653507 w 5953772"/>
                  <a:gd name="connsiteY124" fmla="*/ 98704 h 497066"/>
                  <a:gd name="connsiteX125" fmla="*/ 4569969 w 5953772"/>
                  <a:gd name="connsiteY125" fmla="*/ 98704 h 497066"/>
                  <a:gd name="connsiteX126" fmla="*/ 4569969 w 5953772"/>
                  <a:gd name="connsiteY126" fmla="*/ 95014 h 497066"/>
                  <a:gd name="connsiteX127" fmla="*/ 4507266 w 5953772"/>
                  <a:gd name="connsiteY127" fmla="*/ 95014 h 497066"/>
                  <a:gd name="connsiteX128" fmla="*/ 4586006 w 5953772"/>
                  <a:gd name="connsiteY128" fmla="*/ 0 h 497066"/>
                  <a:gd name="connsiteX129" fmla="*/ 5037630 w 5953772"/>
                  <a:gd name="connsiteY129" fmla="*/ 3690 h 497066"/>
                  <a:gd name="connsiteX130" fmla="*/ 4958887 w 5953772"/>
                  <a:gd name="connsiteY130" fmla="*/ 98704 h 497066"/>
                  <a:gd name="connsiteX131" fmla="*/ 4813025 w 5953772"/>
                  <a:gd name="connsiteY131" fmla="*/ 98704 h 497066"/>
                  <a:gd name="connsiteX132" fmla="*/ 4816083 w 5953772"/>
                  <a:gd name="connsiteY132" fmla="*/ 95014 h 497066"/>
                  <a:gd name="connsiteX133" fmla="*/ 4812646 w 5953772"/>
                  <a:gd name="connsiteY133" fmla="*/ 95014 h 497066"/>
                  <a:gd name="connsiteX134" fmla="*/ 4891389 w 5953772"/>
                  <a:gd name="connsiteY134" fmla="*/ 0 h 497066"/>
                  <a:gd name="connsiteX135" fmla="*/ 4946451 w 5953772"/>
                  <a:gd name="connsiteY135" fmla="*/ 0 h 497066"/>
                  <a:gd name="connsiteX136" fmla="*/ 4946451 w 5953772"/>
                  <a:gd name="connsiteY136" fmla="*/ 3690 h 497066"/>
                  <a:gd name="connsiteX137" fmla="*/ 5343011 w 5953772"/>
                  <a:gd name="connsiteY137" fmla="*/ 3691 h 497066"/>
                  <a:gd name="connsiteX138" fmla="*/ 5264268 w 5953772"/>
                  <a:gd name="connsiteY138" fmla="*/ 98705 h 497066"/>
                  <a:gd name="connsiteX139" fmla="*/ 5118406 w 5953772"/>
                  <a:gd name="connsiteY139" fmla="*/ 98705 h 497066"/>
                  <a:gd name="connsiteX140" fmla="*/ 5197148 w 5953772"/>
                  <a:gd name="connsiteY140" fmla="*/ 3691 h 497066"/>
                  <a:gd name="connsiteX141" fmla="*/ 5648391 w 5953772"/>
                  <a:gd name="connsiteY141" fmla="*/ 3690 h 497066"/>
                  <a:gd name="connsiteX142" fmla="*/ 5569648 w 5953772"/>
                  <a:gd name="connsiteY142" fmla="*/ 98704 h 497066"/>
                  <a:gd name="connsiteX143" fmla="*/ 5423786 w 5953772"/>
                  <a:gd name="connsiteY143" fmla="*/ 98704 h 497066"/>
                  <a:gd name="connsiteX144" fmla="*/ 5502528 w 5953772"/>
                  <a:gd name="connsiteY144" fmla="*/ 3690 h 497066"/>
                  <a:gd name="connsiteX145" fmla="*/ 5953772 w 5953772"/>
                  <a:gd name="connsiteY145" fmla="*/ 3690 h 497066"/>
                  <a:gd name="connsiteX146" fmla="*/ 5875029 w 5953772"/>
                  <a:gd name="connsiteY146" fmla="*/ 98704 h 497066"/>
                  <a:gd name="connsiteX147" fmla="*/ 5729167 w 5953772"/>
                  <a:gd name="connsiteY147" fmla="*/ 98704 h 497066"/>
                  <a:gd name="connsiteX148" fmla="*/ 5807909 w 5953772"/>
                  <a:gd name="connsiteY148" fmla="*/ 3690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5953772" h="497066">
                    <a:moveTo>
                      <a:pt x="2288676" y="398361"/>
                    </a:moveTo>
                    <a:lnTo>
                      <a:pt x="2272498" y="417881"/>
                    </a:lnTo>
                    <a:lnTo>
                      <a:pt x="2164750" y="398362"/>
                    </a:lnTo>
                    <a:close/>
                    <a:moveTo>
                      <a:pt x="151010" y="0"/>
                    </a:moveTo>
                    <a:lnTo>
                      <a:pt x="126822" y="29185"/>
                    </a:lnTo>
                    <a:lnTo>
                      <a:pt x="0" y="6210"/>
                    </a:lnTo>
                    <a:lnTo>
                      <a:pt x="5146" y="0"/>
                    </a:lnTo>
                    <a:close/>
                    <a:moveTo>
                      <a:pt x="2594056" y="398361"/>
                    </a:moveTo>
                    <a:lnTo>
                      <a:pt x="2538107" y="465997"/>
                    </a:lnTo>
                    <a:lnTo>
                      <a:pt x="2411254" y="443017"/>
                    </a:lnTo>
                    <a:lnTo>
                      <a:pt x="2448194" y="398361"/>
                    </a:lnTo>
                    <a:close/>
                    <a:moveTo>
                      <a:pt x="456391" y="1"/>
                    </a:moveTo>
                    <a:lnTo>
                      <a:pt x="392341" y="77284"/>
                    </a:lnTo>
                    <a:lnTo>
                      <a:pt x="265520" y="54310"/>
                    </a:lnTo>
                    <a:lnTo>
                      <a:pt x="310528" y="1"/>
                    </a:lnTo>
                    <a:close/>
                    <a:moveTo>
                      <a:pt x="2899438" y="398362"/>
                    </a:moveTo>
                    <a:lnTo>
                      <a:pt x="2820841" y="493376"/>
                    </a:lnTo>
                    <a:lnTo>
                      <a:pt x="2689245" y="493376"/>
                    </a:lnTo>
                    <a:lnTo>
                      <a:pt x="2676838" y="491128"/>
                    </a:lnTo>
                    <a:lnTo>
                      <a:pt x="2753576" y="398362"/>
                    </a:lnTo>
                    <a:close/>
                    <a:moveTo>
                      <a:pt x="761771" y="0"/>
                    </a:moveTo>
                    <a:lnTo>
                      <a:pt x="683029" y="95014"/>
                    </a:lnTo>
                    <a:lnTo>
                      <a:pt x="537167" y="95014"/>
                    </a:lnTo>
                    <a:lnTo>
                      <a:pt x="615908" y="0"/>
                    </a:lnTo>
                    <a:close/>
                    <a:moveTo>
                      <a:pt x="3204820" y="398362"/>
                    </a:moveTo>
                    <a:lnTo>
                      <a:pt x="3126222" y="493376"/>
                    </a:lnTo>
                    <a:lnTo>
                      <a:pt x="2980359" y="493376"/>
                    </a:lnTo>
                    <a:lnTo>
                      <a:pt x="3058957" y="398362"/>
                    </a:lnTo>
                    <a:close/>
                    <a:moveTo>
                      <a:pt x="1067153" y="0"/>
                    </a:moveTo>
                    <a:lnTo>
                      <a:pt x="988409" y="95014"/>
                    </a:lnTo>
                    <a:lnTo>
                      <a:pt x="842548" y="95014"/>
                    </a:lnTo>
                    <a:lnTo>
                      <a:pt x="921290" y="0"/>
                    </a:lnTo>
                    <a:close/>
                    <a:moveTo>
                      <a:pt x="3510201" y="398361"/>
                    </a:moveTo>
                    <a:lnTo>
                      <a:pt x="3431602" y="493375"/>
                    </a:lnTo>
                    <a:lnTo>
                      <a:pt x="3285740" y="493375"/>
                    </a:lnTo>
                    <a:lnTo>
                      <a:pt x="3364338" y="398361"/>
                    </a:lnTo>
                    <a:close/>
                    <a:moveTo>
                      <a:pt x="1372534" y="1"/>
                    </a:moveTo>
                    <a:lnTo>
                      <a:pt x="1293792" y="95015"/>
                    </a:lnTo>
                    <a:lnTo>
                      <a:pt x="1147928" y="95015"/>
                    </a:lnTo>
                    <a:lnTo>
                      <a:pt x="1226672" y="1"/>
                    </a:lnTo>
                    <a:close/>
                    <a:moveTo>
                      <a:pt x="3815580" y="398361"/>
                    </a:moveTo>
                    <a:lnTo>
                      <a:pt x="3736984" y="493375"/>
                    </a:lnTo>
                    <a:lnTo>
                      <a:pt x="3591122" y="493375"/>
                    </a:lnTo>
                    <a:lnTo>
                      <a:pt x="3669718" y="398361"/>
                    </a:lnTo>
                    <a:close/>
                    <a:moveTo>
                      <a:pt x="1677912" y="0"/>
                    </a:moveTo>
                    <a:lnTo>
                      <a:pt x="1599172" y="95014"/>
                    </a:lnTo>
                    <a:lnTo>
                      <a:pt x="1453308" y="95014"/>
                    </a:lnTo>
                    <a:lnTo>
                      <a:pt x="1532051" y="0"/>
                    </a:lnTo>
                    <a:close/>
                    <a:moveTo>
                      <a:pt x="4120963" y="398361"/>
                    </a:moveTo>
                    <a:lnTo>
                      <a:pt x="4042365" y="493375"/>
                    </a:lnTo>
                    <a:lnTo>
                      <a:pt x="3896503" y="493375"/>
                    </a:lnTo>
                    <a:lnTo>
                      <a:pt x="3975100" y="398361"/>
                    </a:lnTo>
                    <a:close/>
                    <a:moveTo>
                      <a:pt x="1983294" y="1"/>
                    </a:moveTo>
                    <a:lnTo>
                      <a:pt x="1904699" y="95015"/>
                    </a:lnTo>
                    <a:lnTo>
                      <a:pt x="1758690" y="95015"/>
                    </a:lnTo>
                    <a:lnTo>
                      <a:pt x="1837431" y="1"/>
                    </a:lnTo>
                    <a:close/>
                    <a:moveTo>
                      <a:pt x="4426489" y="398362"/>
                    </a:moveTo>
                    <a:lnTo>
                      <a:pt x="4347746" y="493375"/>
                    </a:lnTo>
                    <a:lnTo>
                      <a:pt x="4201884" y="493375"/>
                    </a:lnTo>
                    <a:lnTo>
                      <a:pt x="4280481" y="398361"/>
                    </a:lnTo>
                    <a:close/>
                    <a:moveTo>
                      <a:pt x="2288674" y="1"/>
                    </a:moveTo>
                    <a:lnTo>
                      <a:pt x="2209934" y="95014"/>
                    </a:lnTo>
                    <a:lnTo>
                      <a:pt x="2064217" y="95015"/>
                    </a:lnTo>
                    <a:lnTo>
                      <a:pt x="2142814" y="1"/>
                    </a:lnTo>
                    <a:close/>
                    <a:moveTo>
                      <a:pt x="4731724" y="398361"/>
                    </a:moveTo>
                    <a:lnTo>
                      <a:pt x="4728672" y="402051"/>
                    </a:lnTo>
                    <a:lnTo>
                      <a:pt x="4732248" y="402051"/>
                    </a:lnTo>
                    <a:lnTo>
                      <a:pt x="4653506" y="497065"/>
                    </a:lnTo>
                    <a:lnTo>
                      <a:pt x="4569969" y="497065"/>
                    </a:lnTo>
                    <a:lnTo>
                      <a:pt x="4569970" y="493375"/>
                    </a:lnTo>
                    <a:lnTo>
                      <a:pt x="4507265" y="493375"/>
                    </a:lnTo>
                    <a:lnTo>
                      <a:pt x="4586008" y="398361"/>
                    </a:lnTo>
                    <a:close/>
                    <a:moveTo>
                      <a:pt x="2594057" y="0"/>
                    </a:moveTo>
                    <a:lnTo>
                      <a:pt x="2515460" y="95014"/>
                    </a:lnTo>
                    <a:lnTo>
                      <a:pt x="2369598" y="95014"/>
                    </a:lnTo>
                    <a:lnTo>
                      <a:pt x="2448195" y="0"/>
                    </a:lnTo>
                    <a:close/>
                    <a:moveTo>
                      <a:pt x="5037630" y="402051"/>
                    </a:moveTo>
                    <a:lnTo>
                      <a:pt x="4958887" y="497065"/>
                    </a:lnTo>
                    <a:lnTo>
                      <a:pt x="4813025" y="497066"/>
                    </a:lnTo>
                    <a:lnTo>
                      <a:pt x="4816084" y="493375"/>
                    </a:lnTo>
                    <a:lnTo>
                      <a:pt x="4812647" y="493375"/>
                    </a:lnTo>
                    <a:lnTo>
                      <a:pt x="4891391" y="398361"/>
                    </a:lnTo>
                    <a:lnTo>
                      <a:pt x="4946450" y="398361"/>
                    </a:lnTo>
                    <a:lnTo>
                      <a:pt x="4946451" y="402051"/>
                    </a:lnTo>
                    <a:close/>
                    <a:moveTo>
                      <a:pt x="2899438" y="1"/>
                    </a:moveTo>
                    <a:lnTo>
                      <a:pt x="2820839" y="95015"/>
                    </a:lnTo>
                    <a:lnTo>
                      <a:pt x="2674978" y="95015"/>
                    </a:lnTo>
                    <a:lnTo>
                      <a:pt x="2753575" y="1"/>
                    </a:lnTo>
                    <a:close/>
                    <a:moveTo>
                      <a:pt x="5343011" y="402052"/>
                    </a:moveTo>
                    <a:lnTo>
                      <a:pt x="5264268" y="497066"/>
                    </a:lnTo>
                    <a:lnTo>
                      <a:pt x="5118406" y="497066"/>
                    </a:lnTo>
                    <a:lnTo>
                      <a:pt x="5197148" y="402052"/>
                    </a:lnTo>
                    <a:close/>
                    <a:moveTo>
                      <a:pt x="3204819" y="1"/>
                    </a:moveTo>
                    <a:lnTo>
                      <a:pt x="3126221" y="95015"/>
                    </a:lnTo>
                    <a:lnTo>
                      <a:pt x="2980359" y="95015"/>
                    </a:lnTo>
                    <a:lnTo>
                      <a:pt x="3058956" y="1"/>
                    </a:lnTo>
                    <a:close/>
                    <a:moveTo>
                      <a:pt x="5648392" y="402051"/>
                    </a:moveTo>
                    <a:lnTo>
                      <a:pt x="5569648" y="497065"/>
                    </a:lnTo>
                    <a:lnTo>
                      <a:pt x="5423786" y="497065"/>
                    </a:lnTo>
                    <a:lnTo>
                      <a:pt x="5502528" y="402051"/>
                    </a:lnTo>
                    <a:close/>
                    <a:moveTo>
                      <a:pt x="3510200" y="0"/>
                    </a:moveTo>
                    <a:lnTo>
                      <a:pt x="3431602" y="95014"/>
                    </a:lnTo>
                    <a:lnTo>
                      <a:pt x="3285741" y="95014"/>
                    </a:lnTo>
                    <a:lnTo>
                      <a:pt x="3364336" y="0"/>
                    </a:lnTo>
                    <a:close/>
                    <a:moveTo>
                      <a:pt x="5937530" y="402051"/>
                    </a:moveTo>
                    <a:lnTo>
                      <a:pt x="5932987" y="427132"/>
                    </a:lnTo>
                    <a:lnTo>
                      <a:pt x="5875029" y="497065"/>
                    </a:lnTo>
                    <a:lnTo>
                      <a:pt x="5729167" y="497066"/>
                    </a:lnTo>
                    <a:lnTo>
                      <a:pt x="5807909" y="402052"/>
                    </a:lnTo>
                    <a:close/>
                    <a:moveTo>
                      <a:pt x="3815580" y="0"/>
                    </a:moveTo>
                    <a:lnTo>
                      <a:pt x="3736984" y="95014"/>
                    </a:lnTo>
                    <a:lnTo>
                      <a:pt x="3591122" y="95014"/>
                    </a:lnTo>
                    <a:lnTo>
                      <a:pt x="3669719" y="0"/>
                    </a:lnTo>
                    <a:close/>
                    <a:moveTo>
                      <a:pt x="4120963" y="0"/>
                    </a:moveTo>
                    <a:lnTo>
                      <a:pt x="4042363" y="95014"/>
                    </a:lnTo>
                    <a:lnTo>
                      <a:pt x="3896504" y="95014"/>
                    </a:lnTo>
                    <a:lnTo>
                      <a:pt x="3975099" y="0"/>
                    </a:lnTo>
                    <a:close/>
                    <a:moveTo>
                      <a:pt x="4426489" y="0"/>
                    </a:moveTo>
                    <a:lnTo>
                      <a:pt x="4347745" y="95014"/>
                    </a:lnTo>
                    <a:lnTo>
                      <a:pt x="4201883" y="95014"/>
                    </a:lnTo>
                    <a:lnTo>
                      <a:pt x="4280480" y="0"/>
                    </a:lnTo>
                    <a:close/>
                    <a:moveTo>
                      <a:pt x="4731723" y="0"/>
                    </a:moveTo>
                    <a:lnTo>
                      <a:pt x="4728671" y="3690"/>
                    </a:lnTo>
                    <a:lnTo>
                      <a:pt x="4732248" y="3690"/>
                    </a:lnTo>
                    <a:lnTo>
                      <a:pt x="4653507" y="98704"/>
                    </a:lnTo>
                    <a:lnTo>
                      <a:pt x="4569969" y="98704"/>
                    </a:lnTo>
                    <a:lnTo>
                      <a:pt x="4569969" y="95014"/>
                    </a:lnTo>
                    <a:lnTo>
                      <a:pt x="4507266" y="95014"/>
                    </a:lnTo>
                    <a:lnTo>
                      <a:pt x="4586006" y="0"/>
                    </a:lnTo>
                    <a:close/>
                    <a:moveTo>
                      <a:pt x="5037630" y="3690"/>
                    </a:moveTo>
                    <a:lnTo>
                      <a:pt x="4958887" y="98704"/>
                    </a:lnTo>
                    <a:lnTo>
                      <a:pt x="4813025" y="98704"/>
                    </a:lnTo>
                    <a:lnTo>
                      <a:pt x="4816083" y="95014"/>
                    </a:lnTo>
                    <a:lnTo>
                      <a:pt x="4812646" y="95014"/>
                    </a:lnTo>
                    <a:lnTo>
                      <a:pt x="4891389" y="0"/>
                    </a:lnTo>
                    <a:lnTo>
                      <a:pt x="4946451" y="0"/>
                    </a:lnTo>
                    <a:lnTo>
                      <a:pt x="4946451" y="3690"/>
                    </a:lnTo>
                    <a:close/>
                    <a:moveTo>
                      <a:pt x="5343011" y="3691"/>
                    </a:moveTo>
                    <a:lnTo>
                      <a:pt x="5264268" y="98705"/>
                    </a:lnTo>
                    <a:lnTo>
                      <a:pt x="5118406" y="98705"/>
                    </a:lnTo>
                    <a:lnTo>
                      <a:pt x="5197148" y="3691"/>
                    </a:lnTo>
                    <a:close/>
                    <a:moveTo>
                      <a:pt x="5648391" y="3690"/>
                    </a:moveTo>
                    <a:lnTo>
                      <a:pt x="5569648" y="98704"/>
                    </a:lnTo>
                    <a:lnTo>
                      <a:pt x="5423786" y="98704"/>
                    </a:lnTo>
                    <a:lnTo>
                      <a:pt x="5502528" y="3690"/>
                    </a:lnTo>
                    <a:close/>
                    <a:moveTo>
                      <a:pt x="5953772" y="3690"/>
                    </a:moveTo>
                    <a:lnTo>
                      <a:pt x="5875029" y="98704"/>
                    </a:lnTo>
                    <a:lnTo>
                      <a:pt x="5729167" y="98704"/>
                    </a:lnTo>
                    <a:lnTo>
                      <a:pt x="5807909" y="3690"/>
                    </a:lnTo>
                    <a:close/>
                  </a:path>
                </a:pathLst>
              </a:custGeom>
              <a:solidFill>
                <a:srgbClr val="231F20"/>
              </a:solidFill>
              <a:ln w="14523" cap="flat">
                <a:noFill/>
                <a:prstDash val="solid"/>
                <a:miter/>
              </a:ln>
            </p:spPr>
            <p:txBody>
              <a:bodyPr rtlCol="0" anchor="ctr"/>
              <a:lstStyle/>
              <a:p>
                <a:endParaRPr lang="en-US"/>
              </a:p>
            </p:txBody>
          </p:sp>
        </p:grpSp>
        <p:grpSp>
          <p:nvGrpSpPr>
            <p:cNvPr id="71" name="Group 70">
              <a:extLst>
                <a:ext uri="{FF2B5EF4-FFF2-40B4-BE49-F238E27FC236}">
                  <a16:creationId xmlns:a16="http://schemas.microsoft.com/office/drawing/2014/main" id="{A5494F69-0585-7491-ACAB-1BB8D0A4C03D}"/>
                </a:ext>
              </a:extLst>
            </p:cNvPr>
            <p:cNvGrpSpPr/>
            <p:nvPr userDrawn="1"/>
          </p:nvGrpSpPr>
          <p:grpSpPr>
            <a:xfrm>
              <a:off x="-358829" y="5572258"/>
              <a:ext cx="6356180" cy="500150"/>
              <a:chOff x="-358829" y="5572258"/>
              <a:chExt cx="6356180" cy="500150"/>
            </a:xfrm>
            <a:effectLst>
              <a:outerShdw blurRad="63500" sx="102000" sy="102000" algn="ctr" rotWithShape="0">
                <a:prstClr val="black">
                  <a:alpha val="40000"/>
                </a:prstClr>
              </a:outerShdw>
            </a:effectLst>
          </p:grpSpPr>
          <p:sp>
            <p:nvSpPr>
              <p:cNvPr id="65" name="Freeform: Shape 64">
                <a:extLst>
                  <a:ext uri="{FF2B5EF4-FFF2-40B4-BE49-F238E27FC236}">
                    <a16:creationId xmlns:a16="http://schemas.microsoft.com/office/drawing/2014/main" id="{C56FDE8A-D559-7DE4-49C2-6783327C24B2}"/>
                  </a:ext>
                </a:extLst>
              </p:cNvPr>
              <p:cNvSpPr/>
              <p:nvPr userDrawn="1"/>
            </p:nvSpPr>
            <p:spPr>
              <a:xfrm rot="1400825">
                <a:off x="-358829" y="5574762"/>
                <a:ext cx="6356180" cy="497646"/>
              </a:xfrm>
              <a:custGeom>
                <a:avLst/>
                <a:gdLst>
                  <a:gd name="connsiteX0" fmla="*/ 0 w 6356180"/>
                  <a:gd name="connsiteY0" fmla="*/ 0 h 497646"/>
                  <a:gd name="connsiteX1" fmla="*/ 4087753 w 6356180"/>
                  <a:gd name="connsiteY1" fmla="*/ 0 h 497646"/>
                  <a:gd name="connsiteX2" fmla="*/ 4087753 w 6356180"/>
                  <a:gd name="connsiteY2" fmla="*/ 3690 h 497646"/>
                  <a:gd name="connsiteX3" fmla="*/ 6356180 w 6356180"/>
                  <a:gd name="connsiteY3" fmla="*/ 3690 h 497646"/>
                  <a:gd name="connsiteX4" fmla="*/ 5211817 w 6356180"/>
                  <a:gd name="connsiteY4" fmla="*/ 497646 h 497646"/>
                  <a:gd name="connsiteX5" fmla="*/ 3713159 w 6356180"/>
                  <a:gd name="connsiteY5" fmla="*/ 497646 h 497646"/>
                  <a:gd name="connsiteX6" fmla="*/ 3713159 w 6356180"/>
                  <a:gd name="connsiteY6" fmla="*/ 493956 h 497646"/>
                  <a:gd name="connsiteX7" fmla="*/ 213213 w 6356180"/>
                  <a:gd name="connsiteY7" fmla="*/ 493956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56180" h="497646">
                    <a:moveTo>
                      <a:pt x="0" y="0"/>
                    </a:moveTo>
                    <a:lnTo>
                      <a:pt x="4087753" y="0"/>
                    </a:lnTo>
                    <a:lnTo>
                      <a:pt x="4087753" y="3690"/>
                    </a:lnTo>
                    <a:lnTo>
                      <a:pt x="6356180" y="3690"/>
                    </a:lnTo>
                    <a:lnTo>
                      <a:pt x="5211817" y="497646"/>
                    </a:lnTo>
                    <a:lnTo>
                      <a:pt x="3713159" y="497646"/>
                    </a:lnTo>
                    <a:lnTo>
                      <a:pt x="3713159" y="493956"/>
                    </a:lnTo>
                    <a:lnTo>
                      <a:pt x="213213" y="493956"/>
                    </a:lnTo>
                    <a:close/>
                  </a:path>
                </a:pathLst>
              </a:custGeom>
              <a:gradFill>
                <a:gsLst>
                  <a:gs pos="19000">
                    <a:schemeClr val="accent1"/>
                  </a:gs>
                  <a:gs pos="4587">
                    <a:schemeClr val="accent1"/>
                  </a:gs>
                  <a:gs pos="100000">
                    <a:schemeClr val="accent1"/>
                  </a:gs>
                  <a:gs pos="33000">
                    <a:schemeClr val="accent1">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2" name="Freeform: Shape 61">
                <a:extLst>
                  <a:ext uri="{FF2B5EF4-FFF2-40B4-BE49-F238E27FC236}">
                    <a16:creationId xmlns:a16="http://schemas.microsoft.com/office/drawing/2014/main" id="{3FC9B594-A4CE-B370-E4F6-822CF5AC698B}"/>
                  </a:ext>
                </a:extLst>
              </p:cNvPr>
              <p:cNvSpPr/>
              <p:nvPr userDrawn="1"/>
            </p:nvSpPr>
            <p:spPr>
              <a:xfrm rot="1400825">
                <a:off x="-336064" y="5572258"/>
                <a:ext cx="6296240" cy="497066"/>
              </a:xfrm>
              <a:custGeom>
                <a:avLst/>
                <a:gdLst>
                  <a:gd name="connsiteX0" fmla="*/ 5234234 w 6296240"/>
                  <a:gd name="connsiteY0" fmla="*/ 402052 h 497066"/>
                  <a:gd name="connsiteX1" fmla="*/ 5380096 w 6296240"/>
                  <a:gd name="connsiteY1" fmla="*/ 402052 h 497066"/>
                  <a:gd name="connsiteX2" fmla="*/ 5363613 w 6296240"/>
                  <a:gd name="connsiteY2" fmla="*/ 421940 h 497066"/>
                  <a:gd name="connsiteX3" fmla="*/ 5189568 w 6296240"/>
                  <a:gd name="connsiteY3" fmla="*/ 497066 h 497066"/>
                  <a:gd name="connsiteX4" fmla="*/ 5155491 w 6296240"/>
                  <a:gd name="connsiteY4" fmla="*/ 497066 h 497066"/>
                  <a:gd name="connsiteX5" fmla="*/ 6150377 w 6296240"/>
                  <a:gd name="connsiteY5" fmla="*/ 3691 h 497066"/>
                  <a:gd name="connsiteX6" fmla="*/ 6296240 w 6296240"/>
                  <a:gd name="connsiteY6" fmla="*/ 3691 h 497066"/>
                  <a:gd name="connsiteX7" fmla="*/ 6275997 w 6296240"/>
                  <a:gd name="connsiteY7" fmla="*/ 28117 h 497066"/>
                  <a:gd name="connsiteX8" fmla="*/ 6112463 w 6296240"/>
                  <a:gd name="connsiteY8" fmla="*/ 98705 h 497066"/>
                  <a:gd name="connsiteX9" fmla="*/ 6071635 w 6296240"/>
                  <a:gd name="connsiteY9" fmla="*/ 98705 h 497066"/>
                  <a:gd name="connsiteX10" fmla="*/ 4928852 w 6296240"/>
                  <a:gd name="connsiteY10" fmla="*/ 402052 h 497066"/>
                  <a:gd name="connsiteX11" fmla="*/ 5074714 w 6296240"/>
                  <a:gd name="connsiteY11" fmla="*/ 402051 h 497066"/>
                  <a:gd name="connsiteX12" fmla="*/ 4995972 w 6296240"/>
                  <a:gd name="connsiteY12" fmla="*/ 497065 h 497066"/>
                  <a:gd name="connsiteX13" fmla="*/ 4850110 w 6296240"/>
                  <a:gd name="connsiteY13" fmla="*/ 497066 h 497066"/>
                  <a:gd name="connsiteX14" fmla="*/ 5844995 w 6296240"/>
                  <a:gd name="connsiteY14" fmla="*/ 3690 h 497066"/>
                  <a:gd name="connsiteX15" fmla="*/ 5990859 w 6296240"/>
                  <a:gd name="connsiteY15" fmla="*/ 3690 h 497066"/>
                  <a:gd name="connsiteX16" fmla="*/ 5912115 w 6296240"/>
                  <a:gd name="connsiteY16" fmla="*/ 98704 h 497066"/>
                  <a:gd name="connsiteX17" fmla="*/ 5766254 w 6296240"/>
                  <a:gd name="connsiteY17" fmla="*/ 98704 h 497066"/>
                  <a:gd name="connsiteX18" fmla="*/ 4623471 w 6296240"/>
                  <a:gd name="connsiteY18" fmla="*/ 402051 h 497066"/>
                  <a:gd name="connsiteX19" fmla="*/ 4769334 w 6296240"/>
                  <a:gd name="connsiteY19" fmla="*/ 402051 h 497066"/>
                  <a:gd name="connsiteX20" fmla="*/ 4690591 w 6296240"/>
                  <a:gd name="connsiteY20" fmla="*/ 497065 h 497066"/>
                  <a:gd name="connsiteX21" fmla="*/ 4544729 w 6296240"/>
                  <a:gd name="connsiteY21" fmla="*/ 497065 h 497066"/>
                  <a:gd name="connsiteX22" fmla="*/ 5539614 w 6296240"/>
                  <a:gd name="connsiteY22" fmla="*/ 3690 h 497066"/>
                  <a:gd name="connsiteX23" fmla="*/ 5685477 w 6296240"/>
                  <a:gd name="connsiteY23" fmla="*/ 3690 h 497066"/>
                  <a:gd name="connsiteX24" fmla="*/ 5606735 w 6296240"/>
                  <a:gd name="connsiteY24" fmla="*/ 98704 h 497066"/>
                  <a:gd name="connsiteX25" fmla="*/ 5460873 w 6296240"/>
                  <a:gd name="connsiteY25" fmla="*/ 98704 h 497066"/>
                  <a:gd name="connsiteX26" fmla="*/ 4318091 w 6296240"/>
                  <a:gd name="connsiteY26" fmla="*/ 402052 h 497066"/>
                  <a:gd name="connsiteX27" fmla="*/ 4463954 w 6296240"/>
                  <a:gd name="connsiteY27" fmla="*/ 402052 h 497066"/>
                  <a:gd name="connsiteX28" fmla="*/ 4385211 w 6296240"/>
                  <a:gd name="connsiteY28" fmla="*/ 497066 h 497066"/>
                  <a:gd name="connsiteX29" fmla="*/ 4239349 w 6296240"/>
                  <a:gd name="connsiteY29" fmla="*/ 497066 h 497066"/>
                  <a:gd name="connsiteX30" fmla="*/ 5234234 w 6296240"/>
                  <a:gd name="connsiteY30" fmla="*/ 3691 h 497066"/>
                  <a:gd name="connsiteX31" fmla="*/ 5380096 w 6296240"/>
                  <a:gd name="connsiteY31" fmla="*/ 3691 h 497066"/>
                  <a:gd name="connsiteX32" fmla="*/ 5301353 w 6296240"/>
                  <a:gd name="connsiteY32" fmla="*/ 98705 h 497066"/>
                  <a:gd name="connsiteX33" fmla="*/ 5155491 w 6296240"/>
                  <a:gd name="connsiteY33" fmla="*/ 98705 h 497066"/>
                  <a:gd name="connsiteX34" fmla="*/ 4928852 w 6296240"/>
                  <a:gd name="connsiteY34" fmla="*/ 3690 h 497066"/>
                  <a:gd name="connsiteX35" fmla="*/ 5074715 w 6296240"/>
                  <a:gd name="connsiteY35" fmla="*/ 3690 h 497066"/>
                  <a:gd name="connsiteX36" fmla="*/ 4995972 w 6296240"/>
                  <a:gd name="connsiteY36" fmla="*/ 98704 h 497066"/>
                  <a:gd name="connsiteX37" fmla="*/ 4850110 w 6296240"/>
                  <a:gd name="connsiteY37" fmla="*/ 98704 h 497066"/>
                  <a:gd name="connsiteX38" fmla="*/ 4012333 w 6296240"/>
                  <a:gd name="connsiteY38" fmla="*/ 398361 h 497066"/>
                  <a:gd name="connsiteX39" fmla="*/ 4067393 w 6296240"/>
                  <a:gd name="connsiteY39" fmla="*/ 398361 h 497066"/>
                  <a:gd name="connsiteX40" fmla="*/ 4067393 w 6296240"/>
                  <a:gd name="connsiteY40" fmla="*/ 402051 h 497066"/>
                  <a:gd name="connsiteX41" fmla="*/ 4158573 w 6296240"/>
                  <a:gd name="connsiteY41" fmla="*/ 402051 h 497066"/>
                  <a:gd name="connsiteX42" fmla="*/ 4079830 w 6296240"/>
                  <a:gd name="connsiteY42" fmla="*/ 497065 h 497066"/>
                  <a:gd name="connsiteX43" fmla="*/ 3933968 w 6296240"/>
                  <a:gd name="connsiteY43" fmla="*/ 497066 h 497066"/>
                  <a:gd name="connsiteX44" fmla="*/ 3937027 w 6296240"/>
                  <a:gd name="connsiteY44" fmla="*/ 493375 h 497066"/>
                  <a:gd name="connsiteX45" fmla="*/ 3933589 w 6296240"/>
                  <a:gd name="connsiteY45" fmla="*/ 493375 h 497066"/>
                  <a:gd name="connsiteX46" fmla="*/ 4623472 w 6296240"/>
                  <a:gd name="connsiteY46" fmla="*/ 3690 h 497066"/>
                  <a:gd name="connsiteX47" fmla="*/ 4769334 w 6296240"/>
                  <a:gd name="connsiteY47" fmla="*/ 3690 h 497066"/>
                  <a:gd name="connsiteX48" fmla="*/ 4690591 w 6296240"/>
                  <a:gd name="connsiteY48" fmla="*/ 98704 h 497066"/>
                  <a:gd name="connsiteX49" fmla="*/ 4544729 w 6296240"/>
                  <a:gd name="connsiteY49" fmla="*/ 98704 h 497066"/>
                  <a:gd name="connsiteX50" fmla="*/ 3706950 w 6296240"/>
                  <a:gd name="connsiteY50" fmla="*/ 398361 h 497066"/>
                  <a:gd name="connsiteX51" fmla="*/ 3852667 w 6296240"/>
                  <a:gd name="connsiteY51" fmla="*/ 398361 h 497066"/>
                  <a:gd name="connsiteX52" fmla="*/ 3849615 w 6296240"/>
                  <a:gd name="connsiteY52" fmla="*/ 402051 h 497066"/>
                  <a:gd name="connsiteX53" fmla="*/ 3853191 w 6296240"/>
                  <a:gd name="connsiteY53" fmla="*/ 402051 h 497066"/>
                  <a:gd name="connsiteX54" fmla="*/ 3774449 w 6296240"/>
                  <a:gd name="connsiteY54" fmla="*/ 497065 h 497066"/>
                  <a:gd name="connsiteX55" fmla="*/ 3690912 w 6296240"/>
                  <a:gd name="connsiteY55" fmla="*/ 497065 h 497066"/>
                  <a:gd name="connsiteX56" fmla="*/ 3690912 w 6296240"/>
                  <a:gd name="connsiteY56" fmla="*/ 493375 h 497066"/>
                  <a:gd name="connsiteX57" fmla="*/ 3628208 w 6296240"/>
                  <a:gd name="connsiteY57" fmla="*/ 493375 h 497066"/>
                  <a:gd name="connsiteX58" fmla="*/ 4318091 w 6296240"/>
                  <a:gd name="connsiteY58" fmla="*/ 3691 h 497066"/>
                  <a:gd name="connsiteX59" fmla="*/ 4463954 w 6296240"/>
                  <a:gd name="connsiteY59" fmla="*/ 3691 h 497066"/>
                  <a:gd name="connsiteX60" fmla="*/ 4385211 w 6296240"/>
                  <a:gd name="connsiteY60" fmla="*/ 98705 h 497066"/>
                  <a:gd name="connsiteX61" fmla="*/ 4239349 w 6296240"/>
                  <a:gd name="connsiteY61" fmla="*/ 98705 h 497066"/>
                  <a:gd name="connsiteX62" fmla="*/ 3401423 w 6296240"/>
                  <a:gd name="connsiteY62" fmla="*/ 398361 h 497066"/>
                  <a:gd name="connsiteX63" fmla="*/ 3547431 w 6296240"/>
                  <a:gd name="connsiteY63" fmla="*/ 398362 h 497066"/>
                  <a:gd name="connsiteX64" fmla="*/ 3468688 w 6296240"/>
                  <a:gd name="connsiteY64" fmla="*/ 493375 h 497066"/>
                  <a:gd name="connsiteX65" fmla="*/ 3322826 w 6296240"/>
                  <a:gd name="connsiteY65" fmla="*/ 493375 h 497066"/>
                  <a:gd name="connsiteX66" fmla="*/ 3096042 w 6296240"/>
                  <a:gd name="connsiteY66" fmla="*/ 398361 h 497066"/>
                  <a:gd name="connsiteX67" fmla="*/ 3241905 w 6296240"/>
                  <a:gd name="connsiteY67" fmla="*/ 398361 h 497066"/>
                  <a:gd name="connsiteX68" fmla="*/ 3163307 w 6296240"/>
                  <a:gd name="connsiteY68" fmla="*/ 493375 h 497066"/>
                  <a:gd name="connsiteX69" fmla="*/ 3017445 w 6296240"/>
                  <a:gd name="connsiteY69" fmla="*/ 493375 h 497066"/>
                  <a:gd name="connsiteX70" fmla="*/ 4012332 w 6296240"/>
                  <a:gd name="connsiteY70" fmla="*/ 0 h 497066"/>
                  <a:gd name="connsiteX71" fmla="*/ 4067393 w 6296240"/>
                  <a:gd name="connsiteY71" fmla="*/ 0 h 497066"/>
                  <a:gd name="connsiteX72" fmla="*/ 4067393 w 6296240"/>
                  <a:gd name="connsiteY72" fmla="*/ 3690 h 497066"/>
                  <a:gd name="connsiteX73" fmla="*/ 4158573 w 6296240"/>
                  <a:gd name="connsiteY73" fmla="*/ 3690 h 497066"/>
                  <a:gd name="connsiteX74" fmla="*/ 4079830 w 6296240"/>
                  <a:gd name="connsiteY74" fmla="*/ 98704 h 497066"/>
                  <a:gd name="connsiteX75" fmla="*/ 3933968 w 6296240"/>
                  <a:gd name="connsiteY75" fmla="*/ 98704 h 497066"/>
                  <a:gd name="connsiteX76" fmla="*/ 3937026 w 6296240"/>
                  <a:gd name="connsiteY76" fmla="*/ 95014 h 497066"/>
                  <a:gd name="connsiteX77" fmla="*/ 3933588 w 6296240"/>
                  <a:gd name="connsiteY77" fmla="*/ 95014 h 497066"/>
                  <a:gd name="connsiteX78" fmla="*/ 2790661 w 6296240"/>
                  <a:gd name="connsiteY78" fmla="*/ 398361 h 497066"/>
                  <a:gd name="connsiteX79" fmla="*/ 2936523 w 6296240"/>
                  <a:gd name="connsiteY79" fmla="*/ 398361 h 497066"/>
                  <a:gd name="connsiteX80" fmla="*/ 2857926 w 6296240"/>
                  <a:gd name="connsiteY80" fmla="*/ 493375 h 497066"/>
                  <a:gd name="connsiteX81" fmla="*/ 2712064 w 6296240"/>
                  <a:gd name="connsiteY81" fmla="*/ 493375 h 497066"/>
                  <a:gd name="connsiteX82" fmla="*/ 3706949 w 6296240"/>
                  <a:gd name="connsiteY82" fmla="*/ 0 h 497066"/>
                  <a:gd name="connsiteX83" fmla="*/ 3852666 w 6296240"/>
                  <a:gd name="connsiteY83" fmla="*/ 0 h 497066"/>
                  <a:gd name="connsiteX84" fmla="*/ 3849614 w 6296240"/>
                  <a:gd name="connsiteY84" fmla="*/ 3690 h 497066"/>
                  <a:gd name="connsiteX85" fmla="*/ 3853191 w 6296240"/>
                  <a:gd name="connsiteY85" fmla="*/ 3690 h 497066"/>
                  <a:gd name="connsiteX86" fmla="*/ 3774449 w 6296240"/>
                  <a:gd name="connsiteY86" fmla="*/ 98704 h 497066"/>
                  <a:gd name="connsiteX87" fmla="*/ 3690912 w 6296240"/>
                  <a:gd name="connsiteY87" fmla="*/ 98704 h 497066"/>
                  <a:gd name="connsiteX88" fmla="*/ 3690912 w 6296240"/>
                  <a:gd name="connsiteY88" fmla="*/ 95014 h 497066"/>
                  <a:gd name="connsiteX89" fmla="*/ 3628208 w 6296240"/>
                  <a:gd name="connsiteY89" fmla="*/ 95014 h 497066"/>
                  <a:gd name="connsiteX90" fmla="*/ 2485280 w 6296240"/>
                  <a:gd name="connsiteY90" fmla="*/ 398361 h 497066"/>
                  <a:gd name="connsiteX91" fmla="*/ 2631143 w 6296240"/>
                  <a:gd name="connsiteY91" fmla="*/ 398361 h 497066"/>
                  <a:gd name="connsiteX92" fmla="*/ 2552545 w 6296240"/>
                  <a:gd name="connsiteY92" fmla="*/ 493375 h 497066"/>
                  <a:gd name="connsiteX93" fmla="*/ 2406683 w 6296240"/>
                  <a:gd name="connsiteY93" fmla="*/ 493375 h 497066"/>
                  <a:gd name="connsiteX94" fmla="*/ 3401423 w 6296240"/>
                  <a:gd name="connsiteY94" fmla="*/ 0 h 497066"/>
                  <a:gd name="connsiteX95" fmla="*/ 3547431 w 6296240"/>
                  <a:gd name="connsiteY95" fmla="*/ 0 h 497066"/>
                  <a:gd name="connsiteX96" fmla="*/ 3468688 w 6296240"/>
                  <a:gd name="connsiteY96" fmla="*/ 95014 h 497066"/>
                  <a:gd name="connsiteX97" fmla="*/ 3322826 w 6296240"/>
                  <a:gd name="connsiteY97" fmla="*/ 95014 h 497066"/>
                  <a:gd name="connsiteX98" fmla="*/ 2179899 w 6296240"/>
                  <a:gd name="connsiteY98" fmla="*/ 398362 h 497066"/>
                  <a:gd name="connsiteX99" fmla="*/ 2325762 w 6296240"/>
                  <a:gd name="connsiteY99" fmla="*/ 398362 h 497066"/>
                  <a:gd name="connsiteX100" fmla="*/ 2247164 w 6296240"/>
                  <a:gd name="connsiteY100" fmla="*/ 493376 h 497066"/>
                  <a:gd name="connsiteX101" fmla="*/ 2101302 w 6296240"/>
                  <a:gd name="connsiteY101" fmla="*/ 493376 h 497066"/>
                  <a:gd name="connsiteX102" fmla="*/ 3096041 w 6296240"/>
                  <a:gd name="connsiteY102" fmla="*/ 0 h 497066"/>
                  <a:gd name="connsiteX103" fmla="*/ 3241905 w 6296240"/>
                  <a:gd name="connsiteY103" fmla="*/ 0 h 497066"/>
                  <a:gd name="connsiteX104" fmla="*/ 3163306 w 6296240"/>
                  <a:gd name="connsiteY104" fmla="*/ 95014 h 497066"/>
                  <a:gd name="connsiteX105" fmla="*/ 3017446 w 6296240"/>
                  <a:gd name="connsiteY105" fmla="*/ 95014 h 497066"/>
                  <a:gd name="connsiteX106" fmla="*/ 1874518 w 6296240"/>
                  <a:gd name="connsiteY106" fmla="*/ 398362 h 497066"/>
                  <a:gd name="connsiteX107" fmla="*/ 2020380 w 6296240"/>
                  <a:gd name="connsiteY107" fmla="*/ 398362 h 497066"/>
                  <a:gd name="connsiteX108" fmla="*/ 1941783 w 6296240"/>
                  <a:gd name="connsiteY108" fmla="*/ 493376 h 497066"/>
                  <a:gd name="connsiteX109" fmla="*/ 1795921 w 6296240"/>
                  <a:gd name="connsiteY109" fmla="*/ 493376 h 497066"/>
                  <a:gd name="connsiteX110" fmla="*/ 2790661 w 6296240"/>
                  <a:gd name="connsiteY110" fmla="*/ 0 h 497066"/>
                  <a:gd name="connsiteX111" fmla="*/ 2936522 w 6296240"/>
                  <a:gd name="connsiteY111" fmla="*/ 0 h 497066"/>
                  <a:gd name="connsiteX112" fmla="*/ 2857926 w 6296240"/>
                  <a:gd name="connsiteY112" fmla="*/ 95014 h 497066"/>
                  <a:gd name="connsiteX113" fmla="*/ 2712064 w 6296240"/>
                  <a:gd name="connsiteY113" fmla="*/ 95014 h 497066"/>
                  <a:gd name="connsiteX114" fmla="*/ 1569137 w 6296240"/>
                  <a:gd name="connsiteY114" fmla="*/ 398361 h 497066"/>
                  <a:gd name="connsiteX115" fmla="*/ 1714999 w 6296240"/>
                  <a:gd name="connsiteY115" fmla="*/ 398361 h 497066"/>
                  <a:gd name="connsiteX116" fmla="*/ 1636402 w 6296240"/>
                  <a:gd name="connsiteY116" fmla="*/ 493375 h 497066"/>
                  <a:gd name="connsiteX117" fmla="*/ 1490540 w 6296240"/>
                  <a:gd name="connsiteY117" fmla="*/ 493375 h 497066"/>
                  <a:gd name="connsiteX118" fmla="*/ 2485279 w 6296240"/>
                  <a:gd name="connsiteY118" fmla="*/ 0 h 497066"/>
                  <a:gd name="connsiteX119" fmla="*/ 2631143 w 6296240"/>
                  <a:gd name="connsiteY119" fmla="*/ 0 h 497066"/>
                  <a:gd name="connsiteX120" fmla="*/ 2552544 w 6296240"/>
                  <a:gd name="connsiteY120" fmla="*/ 95014 h 497066"/>
                  <a:gd name="connsiteX121" fmla="*/ 2406683 w 6296240"/>
                  <a:gd name="connsiteY121" fmla="*/ 95014 h 497066"/>
                  <a:gd name="connsiteX122" fmla="*/ 1263756 w 6296240"/>
                  <a:gd name="connsiteY122" fmla="*/ 398362 h 497066"/>
                  <a:gd name="connsiteX123" fmla="*/ 1409618 w 6296240"/>
                  <a:gd name="connsiteY123" fmla="*/ 398361 h 497066"/>
                  <a:gd name="connsiteX124" fmla="*/ 1330876 w 6296240"/>
                  <a:gd name="connsiteY124" fmla="*/ 493375 h 497066"/>
                  <a:gd name="connsiteX125" fmla="*/ 1185159 w 6296240"/>
                  <a:gd name="connsiteY125" fmla="*/ 493375 h 497066"/>
                  <a:gd name="connsiteX126" fmla="*/ 2179899 w 6296240"/>
                  <a:gd name="connsiteY126" fmla="*/ 1 h 497066"/>
                  <a:gd name="connsiteX127" fmla="*/ 2325762 w 6296240"/>
                  <a:gd name="connsiteY127" fmla="*/ 1 h 497066"/>
                  <a:gd name="connsiteX128" fmla="*/ 2247164 w 6296240"/>
                  <a:gd name="connsiteY128" fmla="*/ 95015 h 497066"/>
                  <a:gd name="connsiteX129" fmla="*/ 2101302 w 6296240"/>
                  <a:gd name="connsiteY129" fmla="*/ 95015 h 497066"/>
                  <a:gd name="connsiteX130" fmla="*/ 958374 w 6296240"/>
                  <a:gd name="connsiteY130" fmla="*/ 398362 h 497066"/>
                  <a:gd name="connsiteX131" fmla="*/ 1104237 w 6296240"/>
                  <a:gd name="connsiteY131" fmla="*/ 398362 h 497066"/>
                  <a:gd name="connsiteX132" fmla="*/ 1025640 w 6296240"/>
                  <a:gd name="connsiteY132" fmla="*/ 493376 h 497066"/>
                  <a:gd name="connsiteX133" fmla="*/ 879632 w 6296240"/>
                  <a:gd name="connsiteY133" fmla="*/ 493375 h 497066"/>
                  <a:gd name="connsiteX134" fmla="*/ 1874517 w 6296240"/>
                  <a:gd name="connsiteY134" fmla="*/ 1 h 497066"/>
                  <a:gd name="connsiteX135" fmla="*/ 2020380 w 6296240"/>
                  <a:gd name="connsiteY135" fmla="*/ 1 h 497066"/>
                  <a:gd name="connsiteX136" fmla="*/ 1941782 w 6296240"/>
                  <a:gd name="connsiteY136" fmla="*/ 95015 h 497066"/>
                  <a:gd name="connsiteX137" fmla="*/ 1795921 w 6296240"/>
                  <a:gd name="connsiteY137" fmla="*/ 95015 h 497066"/>
                  <a:gd name="connsiteX138" fmla="*/ 652993 w 6296240"/>
                  <a:gd name="connsiteY138" fmla="*/ 398361 h 497066"/>
                  <a:gd name="connsiteX139" fmla="*/ 798856 w 6296240"/>
                  <a:gd name="connsiteY139" fmla="*/ 398361 h 497066"/>
                  <a:gd name="connsiteX140" fmla="*/ 720113 w 6296240"/>
                  <a:gd name="connsiteY140" fmla="*/ 493375 h 497066"/>
                  <a:gd name="connsiteX141" fmla="*/ 574251 w 6296240"/>
                  <a:gd name="connsiteY141" fmla="*/ 493375 h 497066"/>
                  <a:gd name="connsiteX142" fmla="*/ 1569137 w 6296240"/>
                  <a:gd name="connsiteY142" fmla="*/ 0 h 497066"/>
                  <a:gd name="connsiteX143" fmla="*/ 1714999 w 6296240"/>
                  <a:gd name="connsiteY143" fmla="*/ 0 h 497066"/>
                  <a:gd name="connsiteX144" fmla="*/ 1636402 w 6296240"/>
                  <a:gd name="connsiteY144" fmla="*/ 95014 h 497066"/>
                  <a:gd name="connsiteX145" fmla="*/ 1490540 w 6296240"/>
                  <a:gd name="connsiteY145" fmla="*/ 95014 h 497066"/>
                  <a:gd name="connsiteX146" fmla="*/ 347613 w 6296240"/>
                  <a:gd name="connsiteY146" fmla="*/ 398362 h 497066"/>
                  <a:gd name="connsiteX147" fmla="*/ 493476 w 6296240"/>
                  <a:gd name="connsiteY147" fmla="*/ 398361 h 497066"/>
                  <a:gd name="connsiteX148" fmla="*/ 414733 w 6296240"/>
                  <a:gd name="connsiteY148" fmla="*/ 493376 h 497066"/>
                  <a:gd name="connsiteX149" fmla="*/ 268871 w 6296240"/>
                  <a:gd name="connsiteY149" fmla="*/ 493375 h 497066"/>
                  <a:gd name="connsiteX150" fmla="*/ 1263756 w 6296240"/>
                  <a:gd name="connsiteY150" fmla="*/ 1 h 497066"/>
                  <a:gd name="connsiteX151" fmla="*/ 1409617 w 6296240"/>
                  <a:gd name="connsiteY151" fmla="*/ 1 h 497066"/>
                  <a:gd name="connsiteX152" fmla="*/ 1330876 w 6296240"/>
                  <a:gd name="connsiteY152" fmla="*/ 95014 h 497066"/>
                  <a:gd name="connsiteX153" fmla="*/ 1185159 w 6296240"/>
                  <a:gd name="connsiteY153" fmla="*/ 95015 h 497066"/>
                  <a:gd name="connsiteX154" fmla="*/ 149953 w 6296240"/>
                  <a:gd name="connsiteY154" fmla="*/ 398360 h 497066"/>
                  <a:gd name="connsiteX155" fmla="*/ 188095 w 6296240"/>
                  <a:gd name="connsiteY155" fmla="*/ 398361 h 497066"/>
                  <a:gd name="connsiteX156" fmla="*/ 163015 w 6296240"/>
                  <a:gd name="connsiteY156" fmla="*/ 428623 h 497066"/>
                  <a:gd name="connsiteX157" fmla="*/ 958373 w 6296240"/>
                  <a:gd name="connsiteY157" fmla="*/ 1 h 497066"/>
                  <a:gd name="connsiteX158" fmla="*/ 1104237 w 6296240"/>
                  <a:gd name="connsiteY158" fmla="*/ 1 h 497066"/>
                  <a:gd name="connsiteX159" fmla="*/ 1025640 w 6296240"/>
                  <a:gd name="connsiteY159" fmla="*/ 95015 h 497066"/>
                  <a:gd name="connsiteX160" fmla="*/ 879632 w 6296240"/>
                  <a:gd name="connsiteY160" fmla="*/ 95015 h 497066"/>
                  <a:gd name="connsiteX161" fmla="*/ 652993 w 6296240"/>
                  <a:gd name="connsiteY161" fmla="*/ 0 h 497066"/>
                  <a:gd name="connsiteX162" fmla="*/ 798855 w 6296240"/>
                  <a:gd name="connsiteY162" fmla="*/ 0 h 497066"/>
                  <a:gd name="connsiteX163" fmla="*/ 720113 w 6296240"/>
                  <a:gd name="connsiteY163" fmla="*/ 95014 h 497066"/>
                  <a:gd name="connsiteX164" fmla="*/ 574251 w 6296240"/>
                  <a:gd name="connsiteY164" fmla="*/ 95014 h 497066"/>
                  <a:gd name="connsiteX165" fmla="*/ 347613 w 6296240"/>
                  <a:gd name="connsiteY165" fmla="*/ 1 h 497066"/>
                  <a:gd name="connsiteX166" fmla="*/ 493476 w 6296240"/>
                  <a:gd name="connsiteY166" fmla="*/ 1 h 497066"/>
                  <a:gd name="connsiteX167" fmla="*/ 414733 w 6296240"/>
                  <a:gd name="connsiteY167" fmla="*/ 95015 h 497066"/>
                  <a:gd name="connsiteX168" fmla="*/ 268871 w 6296240"/>
                  <a:gd name="connsiteY168" fmla="*/ 95015 h 497066"/>
                  <a:gd name="connsiteX169" fmla="*/ 42231 w 6296240"/>
                  <a:gd name="connsiteY169" fmla="*/ 0 h 497066"/>
                  <a:gd name="connsiteX170" fmla="*/ 188095 w 6296240"/>
                  <a:gd name="connsiteY170" fmla="*/ 0 h 497066"/>
                  <a:gd name="connsiteX171" fmla="*/ 109351 w 6296240"/>
                  <a:gd name="connsiteY171" fmla="*/ 95014 h 497066"/>
                  <a:gd name="connsiteX172" fmla="*/ 19015 w 6296240"/>
                  <a:gd name="connsiteY172" fmla="*/ 95014 h 497066"/>
                  <a:gd name="connsiteX173" fmla="*/ 0 w 6296240"/>
                  <a:gd name="connsiteY173" fmla="*/ 50959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6296240" h="497066">
                    <a:moveTo>
                      <a:pt x="5234234" y="402052"/>
                    </a:moveTo>
                    <a:lnTo>
                      <a:pt x="5380096" y="402052"/>
                    </a:lnTo>
                    <a:lnTo>
                      <a:pt x="5363613" y="421940"/>
                    </a:lnTo>
                    <a:lnTo>
                      <a:pt x="5189568" y="497066"/>
                    </a:lnTo>
                    <a:lnTo>
                      <a:pt x="5155491" y="497066"/>
                    </a:lnTo>
                    <a:close/>
                    <a:moveTo>
                      <a:pt x="6150377" y="3691"/>
                    </a:moveTo>
                    <a:lnTo>
                      <a:pt x="6296240" y="3691"/>
                    </a:lnTo>
                    <a:lnTo>
                      <a:pt x="6275997" y="28117"/>
                    </a:lnTo>
                    <a:lnTo>
                      <a:pt x="6112463" y="98705"/>
                    </a:lnTo>
                    <a:lnTo>
                      <a:pt x="6071635" y="98705"/>
                    </a:lnTo>
                    <a:close/>
                    <a:moveTo>
                      <a:pt x="4928852" y="402052"/>
                    </a:moveTo>
                    <a:lnTo>
                      <a:pt x="5074714" y="402051"/>
                    </a:lnTo>
                    <a:lnTo>
                      <a:pt x="4995972" y="497065"/>
                    </a:lnTo>
                    <a:lnTo>
                      <a:pt x="4850110" y="497066"/>
                    </a:lnTo>
                    <a:close/>
                    <a:moveTo>
                      <a:pt x="5844995" y="3690"/>
                    </a:moveTo>
                    <a:lnTo>
                      <a:pt x="5990859" y="3690"/>
                    </a:lnTo>
                    <a:lnTo>
                      <a:pt x="5912115" y="98704"/>
                    </a:lnTo>
                    <a:lnTo>
                      <a:pt x="5766254" y="98704"/>
                    </a:lnTo>
                    <a:close/>
                    <a:moveTo>
                      <a:pt x="4623471" y="402051"/>
                    </a:moveTo>
                    <a:lnTo>
                      <a:pt x="4769334" y="402051"/>
                    </a:lnTo>
                    <a:lnTo>
                      <a:pt x="4690591" y="497065"/>
                    </a:lnTo>
                    <a:lnTo>
                      <a:pt x="4544729" y="497065"/>
                    </a:lnTo>
                    <a:close/>
                    <a:moveTo>
                      <a:pt x="5539614" y="3690"/>
                    </a:moveTo>
                    <a:lnTo>
                      <a:pt x="5685477" y="3690"/>
                    </a:lnTo>
                    <a:lnTo>
                      <a:pt x="5606735" y="98704"/>
                    </a:lnTo>
                    <a:lnTo>
                      <a:pt x="5460873" y="98704"/>
                    </a:lnTo>
                    <a:close/>
                    <a:moveTo>
                      <a:pt x="4318091" y="402052"/>
                    </a:moveTo>
                    <a:lnTo>
                      <a:pt x="4463954" y="402052"/>
                    </a:lnTo>
                    <a:lnTo>
                      <a:pt x="4385211" y="497066"/>
                    </a:lnTo>
                    <a:lnTo>
                      <a:pt x="4239349" y="497066"/>
                    </a:lnTo>
                    <a:close/>
                    <a:moveTo>
                      <a:pt x="5234234" y="3691"/>
                    </a:moveTo>
                    <a:lnTo>
                      <a:pt x="5380096" y="3691"/>
                    </a:lnTo>
                    <a:lnTo>
                      <a:pt x="5301353" y="98705"/>
                    </a:lnTo>
                    <a:lnTo>
                      <a:pt x="5155491" y="98705"/>
                    </a:lnTo>
                    <a:close/>
                    <a:moveTo>
                      <a:pt x="4928852" y="3690"/>
                    </a:moveTo>
                    <a:lnTo>
                      <a:pt x="5074715" y="3690"/>
                    </a:lnTo>
                    <a:lnTo>
                      <a:pt x="4995972" y="98704"/>
                    </a:lnTo>
                    <a:lnTo>
                      <a:pt x="4850110" y="98704"/>
                    </a:lnTo>
                    <a:close/>
                    <a:moveTo>
                      <a:pt x="4012333" y="398361"/>
                    </a:moveTo>
                    <a:lnTo>
                      <a:pt x="4067393" y="398361"/>
                    </a:lnTo>
                    <a:lnTo>
                      <a:pt x="4067393" y="402051"/>
                    </a:lnTo>
                    <a:lnTo>
                      <a:pt x="4158573" y="402051"/>
                    </a:lnTo>
                    <a:lnTo>
                      <a:pt x="4079830" y="497065"/>
                    </a:lnTo>
                    <a:lnTo>
                      <a:pt x="3933968" y="497066"/>
                    </a:lnTo>
                    <a:lnTo>
                      <a:pt x="3937027" y="493375"/>
                    </a:lnTo>
                    <a:lnTo>
                      <a:pt x="3933589" y="493375"/>
                    </a:lnTo>
                    <a:close/>
                    <a:moveTo>
                      <a:pt x="4623472" y="3690"/>
                    </a:moveTo>
                    <a:lnTo>
                      <a:pt x="4769334" y="3690"/>
                    </a:lnTo>
                    <a:lnTo>
                      <a:pt x="4690591" y="98704"/>
                    </a:lnTo>
                    <a:lnTo>
                      <a:pt x="4544729" y="98704"/>
                    </a:lnTo>
                    <a:close/>
                    <a:moveTo>
                      <a:pt x="3706950" y="398361"/>
                    </a:moveTo>
                    <a:lnTo>
                      <a:pt x="3852667" y="398361"/>
                    </a:lnTo>
                    <a:lnTo>
                      <a:pt x="3849615" y="402051"/>
                    </a:lnTo>
                    <a:lnTo>
                      <a:pt x="3853191" y="402051"/>
                    </a:lnTo>
                    <a:lnTo>
                      <a:pt x="3774449" y="497065"/>
                    </a:lnTo>
                    <a:lnTo>
                      <a:pt x="3690912" y="497065"/>
                    </a:lnTo>
                    <a:lnTo>
                      <a:pt x="3690912" y="493375"/>
                    </a:lnTo>
                    <a:lnTo>
                      <a:pt x="3628208" y="493375"/>
                    </a:lnTo>
                    <a:close/>
                    <a:moveTo>
                      <a:pt x="4318091" y="3691"/>
                    </a:moveTo>
                    <a:lnTo>
                      <a:pt x="4463954" y="3691"/>
                    </a:lnTo>
                    <a:lnTo>
                      <a:pt x="4385211" y="98705"/>
                    </a:lnTo>
                    <a:lnTo>
                      <a:pt x="4239349" y="98705"/>
                    </a:lnTo>
                    <a:close/>
                    <a:moveTo>
                      <a:pt x="3401423" y="398361"/>
                    </a:moveTo>
                    <a:lnTo>
                      <a:pt x="3547431" y="398362"/>
                    </a:lnTo>
                    <a:lnTo>
                      <a:pt x="3468688" y="493375"/>
                    </a:lnTo>
                    <a:lnTo>
                      <a:pt x="3322826" y="493375"/>
                    </a:lnTo>
                    <a:close/>
                    <a:moveTo>
                      <a:pt x="3096042" y="398361"/>
                    </a:moveTo>
                    <a:lnTo>
                      <a:pt x="3241905" y="398361"/>
                    </a:lnTo>
                    <a:lnTo>
                      <a:pt x="3163307" y="493375"/>
                    </a:lnTo>
                    <a:lnTo>
                      <a:pt x="3017445" y="493375"/>
                    </a:lnTo>
                    <a:close/>
                    <a:moveTo>
                      <a:pt x="4012332" y="0"/>
                    </a:moveTo>
                    <a:lnTo>
                      <a:pt x="4067393" y="0"/>
                    </a:lnTo>
                    <a:lnTo>
                      <a:pt x="4067393" y="3690"/>
                    </a:lnTo>
                    <a:lnTo>
                      <a:pt x="4158573" y="3690"/>
                    </a:lnTo>
                    <a:lnTo>
                      <a:pt x="4079830" y="98704"/>
                    </a:lnTo>
                    <a:lnTo>
                      <a:pt x="3933968" y="98704"/>
                    </a:lnTo>
                    <a:lnTo>
                      <a:pt x="3937026" y="95014"/>
                    </a:lnTo>
                    <a:lnTo>
                      <a:pt x="3933588" y="95014"/>
                    </a:lnTo>
                    <a:close/>
                    <a:moveTo>
                      <a:pt x="2790661" y="398361"/>
                    </a:moveTo>
                    <a:lnTo>
                      <a:pt x="2936523" y="398361"/>
                    </a:lnTo>
                    <a:lnTo>
                      <a:pt x="2857926" y="493375"/>
                    </a:lnTo>
                    <a:lnTo>
                      <a:pt x="2712064" y="493375"/>
                    </a:lnTo>
                    <a:close/>
                    <a:moveTo>
                      <a:pt x="3706949" y="0"/>
                    </a:moveTo>
                    <a:lnTo>
                      <a:pt x="3852666" y="0"/>
                    </a:lnTo>
                    <a:lnTo>
                      <a:pt x="3849614" y="3690"/>
                    </a:lnTo>
                    <a:lnTo>
                      <a:pt x="3853191" y="3690"/>
                    </a:lnTo>
                    <a:lnTo>
                      <a:pt x="3774449" y="98704"/>
                    </a:lnTo>
                    <a:lnTo>
                      <a:pt x="3690912" y="98704"/>
                    </a:lnTo>
                    <a:lnTo>
                      <a:pt x="3690912" y="95014"/>
                    </a:lnTo>
                    <a:lnTo>
                      <a:pt x="3628208" y="95014"/>
                    </a:lnTo>
                    <a:close/>
                    <a:moveTo>
                      <a:pt x="2485280" y="398361"/>
                    </a:moveTo>
                    <a:lnTo>
                      <a:pt x="2631143" y="398361"/>
                    </a:lnTo>
                    <a:lnTo>
                      <a:pt x="2552545" y="493375"/>
                    </a:lnTo>
                    <a:lnTo>
                      <a:pt x="2406683" y="493375"/>
                    </a:lnTo>
                    <a:close/>
                    <a:moveTo>
                      <a:pt x="3401423" y="0"/>
                    </a:moveTo>
                    <a:lnTo>
                      <a:pt x="3547431" y="0"/>
                    </a:lnTo>
                    <a:lnTo>
                      <a:pt x="3468688" y="95014"/>
                    </a:lnTo>
                    <a:lnTo>
                      <a:pt x="3322826" y="95014"/>
                    </a:lnTo>
                    <a:close/>
                    <a:moveTo>
                      <a:pt x="2179899" y="398362"/>
                    </a:moveTo>
                    <a:lnTo>
                      <a:pt x="2325762" y="398362"/>
                    </a:lnTo>
                    <a:lnTo>
                      <a:pt x="2247164" y="493376"/>
                    </a:lnTo>
                    <a:lnTo>
                      <a:pt x="2101302" y="493376"/>
                    </a:lnTo>
                    <a:close/>
                    <a:moveTo>
                      <a:pt x="3096041" y="0"/>
                    </a:moveTo>
                    <a:lnTo>
                      <a:pt x="3241905" y="0"/>
                    </a:lnTo>
                    <a:lnTo>
                      <a:pt x="3163306" y="95014"/>
                    </a:lnTo>
                    <a:lnTo>
                      <a:pt x="3017446" y="95014"/>
                    </a:lnTo>
                    <a:close/>
                    <a:moveTo>
                      <a:pt x="1874518" y="398362"/>
                    </a:moveTo>
                    <a:lnTo>
                      <a:pt x="2020380" y="398362"/>
                    </a:lnTo>
                    <a:lnTo>
                      <a:pt x="1941783" y="493376"/>
                    </a:lnTo>
                    <a:lnTo>
                      <a:pt x="1795921" y="493376"/>
                    </a:lnTo>
                    <a:close/>
                    <a:moveTo>
                      <a:pt x="2790661" y="0"/>
                    </a:moveTo>
                    <a:lnTo>
                      <a:pt x="2936522" y="0"/>
                    </a:lnTo>
                    <a:lnTo>
                      <a:pt x="2857926" y="95014"/>
                    </a:lnTo>
                    <a:lnTo>
                      <a:pt x="2712064" y="95014"/>
                    </a:lnTo>
                    <a:close/>
                    <a:moveTo>
                      <a:pt x="1569137" y="398361"/>
                    </a:moveTo>
                    <a:lnTo>
                      <a:pt x="1714999" y="398361"/>
                    </a:lnTo>
                    <a:lnTo>
                      <a:pt x="1636402" y="493375"/>
                    </a:lnTo>
                    <a:lnTo>
                      <a:pt x="1490540" y="493375"/>
                    </a:lnTo>
                    <a:close/>
                    <a:moveTo>
                      <a:pt x="2485279" y="0"/>
                    </a:moveTo>
                    <a:lnTo>
                      <a:pt x="2631143" y="0"/>
                    </a:lnTo>
                    <a:lnTo>
                      <a:pt x="2552544" y="95014"/>
                    </a:lnTo>
                    <a:lnTo>
                      <a:pt x="2406683" y="95014"/>
                    </a:lnTo>
                    <a:close/>
                    <a:moveTo>
                      <a:pt x="1263756" y="398362"/>
                    </a:moveTo>
                    <a:lnTo>
                      <a:pt x="1409618" y="398361"/>
                    </a:lnTo>
                    <a:lnTo>
                      <a:pt x="1330876" y="493375"/>
                    </a:lnTo>
                    <a:lnTo>
                      <a:pt x="1185159" y="493375"/>
                    </a:lnTo>
                    <a:close/>
                    <a:moveTo>
                      <a:pt x="2179899" y="1"/>
                    </a:moveTo>
                    <a:lnTo>
                      <a:pt x="2325762" y="1"/>
                    </a:lnTo>
                    <a:lnTo>
                      <a:pt x="2247164" y="95015"/>
                    </a:lnTo>
                    <a:lnTo>
                      <a:pt x="2101302" y="95015"/>
                    </a:lnTo>
                    <a:close/>
                    <a:moveTo>
                      <a:pt x="958374" y="398362"/>
                    </a:moveTo>
                    <a:lnTo>
                      <a:pt x="1104237" y="398362"/>
                    </a:lnTo>
                    <a:lnTo>
                      <a:pt x="1025640" y="493376"/>
                    </a:lnTo>
                    <a:lnTo>
                      <a:pt x="879632" y="493375"/>
                    </a:lnTo>
                    <a:close/>
                    <a:moveTo>
                      <a:pt x="1874517" y="1"/>
                    </a:moveTo>
                    <a:lnTo>
                      <a:pt x="2020380" y="1"/>
                    </a:lnTo>
                    <a:lnTo>
                      <a:pt x="1941782" y="95015"/>
                    </a:lnTo>
                    <a:lnTo>
                      <a:pt x="1795921" y="95015"/>
                    </a:lnTo>
                    <a:close/>
                    <a:moveTo>
                      <a:pt x="652993" y="398361"/>
                    </a:moveTo>
                    <a:lnTo>
                      <a:pt x="798856" y="398361"/>
                    </a:lnTo>
                    <a:lnTo>
                      <a:pt x="720113" y="493375"/>
                    </a:lnTo>
                    <a:lnTo>
                      <a:pt x="574251" y="493375"/>
                    </a:lnTo>
                    <a:close/>
                    <a:moveTo>
                      <a:pt x="1569137" y="0"/>
                    </a:moveTo>
                    <a:lnTo>
                      <a:pt x="1714999" y="0"/>
                    </a:lnTo>
                    <a:lnTo>
                      <a:pt x="1636402" y="95014"/>
                    </a:lnTo>
                    <a:lnTo>
                      <a:pt x="1490540" y="95014"/>
                    </a:lnTo>
                    <a:close/>
                    <a:moveTo>
                      <a:pt x="347613" y="398362"/>
                    </a:moveTo>
                    <a:lnTo>
                      <a:pt x="493476" y="398361"/>
                    </a:lnTo>
                    <a:lnTo>
                      <a:pt x="414733" y="493376"/>
                    </a:lnTo>
                    <a:lnTo>
                      <a:pt x="268871" y="493375"/>
                    </a:lnTo>
                    <a:close/>
                    <a:moveTo>
                      <a:pt x="1263756" y="1"/>
                    </a:moveTo>
                    <a:lnTo>
                      <a:pt x="1409617" y="1"/>
                    </a:lnTo>
                    <a:lnTo>
                      <a:pt x="1330876" y="95014"/>
                    </a:lnTo>
                    <a:lnTo>
                      <a:pt x="1185159" y="95015"/>
                    </a:lnTo>
                    <a:close/>
                    <a:moveTo>
                      <a:pt x="149953" y="398360"/>
                    </a:moveTo>
                    <a:lnTo>
                      <a:pt x="188095" y="398361"/>
                    </a:lnTo>
                    <a:lnTo>
                      <a:pt x="163015" y="428623"/>
                    </a:lnTo>
                    <a:close/>
                    <a:moveTo>
                      <a:pt x="958373" y="1"/>
                    </a:moveTo>
                    <a:lnTo>
                      <a:pt x="1104237" y="1"/>
                    </a:lnTo>
                    <a:lnTo>
                      <a:pt x="1025640" y="95015"/>
                    </a:lnTo>
                    <a:lnTo>
                      <a:pt x="879632" y="95015"/>
                    </a:lnTo>
                    <a:close/>
                    <a:moveTo>
                      <a:pt x="652993" y="0"/>
                    </a:moveTo>
                    <a:lnTo>
                      <a:pt x="798855" y="0"/>
                    </a:lnTo>
                    <a:lnTo>
                      <a:pt x="720113" y="95014"/>
                    </a:lnTo>
                    <a:lnTo>
                      <a:pt x="574251" y="95014"/>
                    </a:lnTo>
                    <a:close/>
                    <a:moveTo>
                      <a:pt x="347613" y="1"/>
                    </a:moveTo>
                    <a:lnTo>
                      <a:pt x="493476" y="1"/>
                    </a:lnTo>
                    <a:lnTo>
                      <a:pt x="414733" y="95015"/>
                    </a:lnTo>
                    <a:lnTo>
                      <a:pt x="268871" y="95015"/>
                    </a:lnTo>
                    <a:close/>
                    <a:moveTo>
                      <a:pt x="42231" y="0"/>
                    </a:moveTo>
                    <a:lnTo>
                      <a:pt x="188095" y="0"/>
                    </a:lnTo>
                    <a:lnTo>
                      <a:pt x="109351" y="95014"/>
                    </a:lnTo>
                    <a:lnTo>
                      <a:pt x="19015" y="95014"/>
                    </a:lnTo>
                    <a:lnTo>
                      <a:pt x="0" y="50959"/>
                    </a:lnTo>
                    <a:close/>
                  </a:path>
                </a:pathLst>
              </a:custGeom>
              <a:solidFill>
                <a:srgbClr val="231F20"/>
              </a:solidFill>
              <a:ln w="1452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2906972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Element-Slide">
    <p:spTree>
      <p:nvGrpSpPr>
        <p:cNvPr id="1" name=""/>
        <p:cNvGrpSpPr/>
        <p:nvPr/>
      </p:nvGrpSpPr>
      <p:grpSpPr>
        <a:xfrm>
          <a:off x="0" y="0"/>
          <a:ext cx="0" cy="0"/>
          <a:chOff x="0" y="0"/>
          <a:chExt cx="0" cy="0"/>
        </a:xfrm>
      </p:grpSpPr>
      <p:pic>
        <p:nvPicPr>
          <p:cNvPr id="2" name="Picture 1" descr="Red splattered paint on a black background&#10;&#10;AI-generated content may be incorrect.">
            <a:extLst>
              <a:ext uri="{FF2B5EF4-FFF2-40B4-BE49-F238E27FC236}">
                <a16:creationId xmlns:a16="http://schemas.microsoft.com/office/drawing/2014/main" id="{BF401638-2650-C561-83E3-3ED746AC967B}"/>
              </a:ext>
            </a:extLst>
          </p:cNvPr>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1488" y="0"/>
            <a:ext cx="12189023" cy="6858000"/>
          </a:xfrm>
          <a:prstGeom prst="rect">
            <a:avLst/>
          </a:prstGeom>
        </p:spPr>
      </p:pic>
      <p:grpSp>
        <p:nvGrpSpPr>
          <p:cNvPr id="72" name="Group 71">
            <a:extLst>
              <a:ext uri="{FF2B5EF4-FFF2-40B4-BE49-F238E27FC236}">
                <a16:creationId xmlns:a16="http://schemas.microsoft.com/office/drawing/2014/main" id="{70222CB1-6A89-AEA5-EB94-D2D37B95FD2C}"/>
              </a:ext>
            </a:extLst>
          </p:cNvPr>
          <p:cNvGrpSpPr/>
          <p:nvPr userDrawn="1"/>
        </p:nvGrpSpPr>
        <p:grpSpPr>
          <a:xfrm>
            <a:off x="-746061" y="561634"/>
            <a:ext cx="13948482" cy="6252705"/>
            <a:chOff x="-746061" y="561634"/>
            <a:chExt cx="13948482" cy="6252705"/>
          </a:xfrm>
        </p:grpSpPr>
        <p:grpSp>
          <p:nvGrpSpPr>
            <p:cNvPr id="51" name="Group 50">
              <a:extLst>
                <a:ext uri="{FF2B5EF4-FFF2-40B4-BE49-F238E27FC236}">
                  <a16:creationId xmlns:a16="http://schemas.microsoft.com/office/drawing/2014/main" id="{5D5B8E6D-D718-F52B-F478-0DC85F084FA4}"/>
                </a:ext>
              </a:extLst>
            </p:cNvPr>
            <p:cNvGrpSpPr/>
            <p:nvPr userDrawn="1"/>
          </p:nvGrpSpPr>
          <p:grpSpPr>
            <a:xfrm>
              <a:off x="6456410" y="1713531"/>
              <a:ext cx="6746011" cy="569585"/>
              <a:chOff x="6456410" y="1713531"/>
              <a:chExt cx="6746011" cy="569585"/>
            </a:xfrm>
            <a:effectLst>
              <a:outerShdw blurRad="63500" sx="102000" sy="102000" algn="ctr" rotWithShape="0">
                <a:prstClr val="black">
                  <a:alpha val="40000"/>
                </a:prstClr>
              </a:outerShdw>
            </a:effectLst>
          </p:grpSpPr>
          <p:sp>
            <p:nvSpPr>
              <p:cNvPr id="48" name="Freeform: Shape 47">
                <a:extLst>
                  <a:ext uri="{FF2B5EF4-FFF2-40B4-BE49-F238E27FC236}">
                    <a16:creationId xmlns:a16="http://schemas.microsoft.com/office/drawing/2014/main" id="{49A92EF2-D749-2B84-725B-533E32D32372}"/>
                  </a:ext>
                </a:extLst>
              </p:cNvPr>
              <p:cNvSpPr/>
              <p:nvPr/>
            </p:nvSpPr>
            <p:spPr bwMode="auto">
              <a:xfrm rot="2461262">
                <a:off x="6456410" y="1718708"/>
                <a:ext cx="6746011" cy="564408"/>
              </a:xfrm>
              <a:custGeom>
                <a:avLst/>
                <a:gdLst>
                  <a:gd name="connsiteX0" fmla="*/ 0 w 6746011"/>
                  <a:gd name="connsiteY0" fmla="*/ 564408 h 564408"/>
                  <a:gd name="connsiteX1" fmla="*/ 648796 w 6746011"/>
                  <a:gd name="connsiteY1" fmla="*/ 0 h 564408"/>
                  <a:gd name="connsiteX2" fmla="*/ 6255014 w 6746011"/>
                  <a:gd name="connsiteY2" fmla="*/ 0 h 564408"/>
                  <a:gd name="connsiteX3" fmla="*/ 6746011 w 6746011"/>
                  <a:gd name="connsiteY3" fmla="*/ 564408 h 564408"/>
                </a:gdLst>
                <a:ahLst/>
                <a:cxnLst>
                  <a:cxn ang="0">
                    <a:pos x="connsiteX0" y="connsiteY0"/>
                  </a:cxn>
                  <a:cxn ang="0">
                    <a:pos x="connsiteX1" y="connsiteY1"/>
                  </a:cxn>
                  <a:cxn ang="0">
                    <a:pos x="connsiteX2" y="connsiteY2"/>
                  </a:cxn>
                  <a:cxn ang="0">
                    <a:pos x="connsiteX3" y="connsiteY3"/>
                  </a:cxn>
                </a:cxnLst>
                <a:rect l="l" t="t" r="r" b="b"/>
                <a:pathLst>
                  <a:path w="6746011" h="564408">
                    <a:moveTo>
                      <a:pt x="0" y="564408"/>
                    </a:moveTo>
                    <a:lnTo>
                      <a:pt x="648796" y="0"/>
                    </a:lnTo>
                    <a:lnTo>
                      <a:pt x="6255014" y="0"/>
                    </a:lnTo>
                    <a:lnTo>
                      <a:pt x="6746011" y="564408"/>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Freeform: Shape 49">
                <a:extLst>
                  <a:ext uri="{FF2B5EF4-FFF2-40B4-BE49-F238E27FC236}">
                    <a16:creationId xmlns:a16="http://schemas.microsoft.com/office/drawing/2014/main" id="{2196302A-06DD-E03D-5282-00E3C5D2AB87}"/>
                  </a:ext>
                </a:extLst>
              </p:cNvPr>
              <p:cNvSpPr/>
              <p:nvPr/>
            </p:nvSpPr>
            <p:spPr bwMode="auto">
              <a:xfrm rot="2461262">
                <a:off x="6458348" y="1713531"/>
                <a:ext cx="6730234" cy="564407"/>
              </a:xfrm>
              <a:custGeom>
                <a:avLst/>
                <a:gdLst>
                  <a:gd name="connsiteX0" fmla="*/ 6416249 w 6730234"/>
                  <a:gd name="connsiteY0" fmla="*/ 564407 h 564407"/>
                  <a:gd name="connsiteX1" fmla="*/ 6619911 w 6730234"/>
                  <a:gd name="connsiteY1" fmla="*/ 419454 h 564407"/>
                  <a:gd name="connsiteX2" fmla="*/ 6730234 w 6730234"/>
                  <a:gd name="connsiteY2" fmla="*/ 546272 h 564407"/>
                  <a:gd name="connsiteX3" fmla="*/ 6704753 w 6730234"/>
                  <a:gd name="connsiteY3" fmla="*/ 564407 h 564407"/>
                  <a:gd name="connsiteX4" fmla="*/ 5708149 w 6730234"/>
                  <a:gd name="connsiteY4" fmla="*/ 0 h 564407"/>
                  <a:gd name="connsiteX5" fmla="*/ 5996653 w 6730234"/>
                  <a:gd name="connsiteY5" fmla="*/ 0 h 564407"/>
                  <a:gd name="connsiteX6" fmla="*/ 6393155 w 6730234"/>
                  <a:gd name="connsiteY6" fmla="*/ 282204 h 564407"/>
                  <a:gd name="connsiteX7" fmla="*/ 5996653 w 6730234"/>
                  <a:gd name="connsiteY7" fmla="*/ 564407 h 564407"/>
                  <a:gd name="connsiteX8" fmla="*/ 5708149 w 6730234"/>
                  <a:gd name="connsiteY8" fmla="*/ 564407 h 564407"/>
                  <a:gd name="connsiteX9" fmla="*/ 6104651 w 6730234"/>
                  <a:gd name="connsiteY9" fmla="*/ 282204 h 564407"/>
                  <a:gd name="connsiteX10" fmla="*/ 2698699 w 6730234"/>
                  <a:gd name="connsiteY10" fmla="*/ 0 h 564407"/>
                  <a:gd name="connsiteX11" fmla="*/ 2987203 w 6730234"/>
                  <a:gd name="connsiteY11" fmla="*/ 0 h 564407"/>
                  <a:gd name="connsiteX12" fmla="*/ 3383705 w 6730234"/>
                  <a:gd name="connsiteY12" fmla="*/ 282204 h 564407"/>
                  <a:gd name="connsiteX13" fmla="*/ 2987203 w 6730234"/>
                  <a:gd name="connsiteY13" fmla="*/ 564407 h 564407"/>
                  <a:gd name="connsiteX14" fmla="*/ 2698699 w 6730234"/>
                  <a:gd name="connsiteY14" fmla="*/ 564407 h 564407"/>
                  <a:gd name="connsiteX15" fmla="*/ 3095201 w 6730234"/>
                  <a:gd name="connsiteY15" fmla="*/ 282204 h 564407"/>
                  <a:gd name="connsiteX16" fmla="*/ 1990599 w 6730234"/>
                  <a:gd name="connsiteY16" fmla="*/ 0 h 564407"/>
                  <a:gd name="connsiteX17" fmla="*/ 2279103 w 6730234"/>
                  <a:gd name="connsiteY17" fmla="*/ 0 h 564407"/>
                  <a:gd name="connsiteX18" fmla="*/ 2675605 w 6730234"/>
                  <a:gd name="connsiteY18" fmla="*/ 282204 h 564407"/>
                  <a:gd name="connsiteX19" fmla="*/ 2279103 w 6730234"/>
                  <a:gd name="connsiteY19" fmla="*/ 564407 h 564407"/>
                  <a:gd name="connsiteX20" fmla="*/ 1990599 w 6730234"/>
                  <a:gd name="connsiteY20" fmla="*/ 564407 h 564407"/>
                  <a:gd name="connsiteX21" fmla="*/ 2387101 w 6730234"/>
                  <a:gd name="connsiteY21" fmla="*/ 282204 h 564407"/>
                  <a:gd name="connsiteX22" fmla="*/ 0 w 6730234"/>
                  <a:gd name="connsiteY22" fmla="*/ 564407 h 564407"/>
                  <a:gd name="connsiteX23" fmla="*/ 144236 w 6730234"/>
                  <a:gd name="connsiteY23" fmla="*/ 438932 h 564407"/>
                  <a:gd name="connsiteX24" fmla="*/ 364442 w 6730234"/>
                  <a:gd name="connsiteY24" fmla="*/ 282204 h 564407"/>
                  <a:gd name="connsiteX25" fmla="*/ 342417 w 6730234"/>
                  <a:gd name="connsiteY25" fmla="*/ 266528 h 564407"/>
                  <a:gd name="connsiteX26" fmla="*/ 472241 w 6730234"/>
                  <a:gd name="connsiteY26" fmla="*/ 153590 h 564407"/>
                  <a:gd name="connsiteX27" fmla="*/ 652946 w 6730234"/>
                  <a:gd name="connsiteY27" fmla="*/ 282204 h 564407"/>
                  <a:gd name="connsiteX28" fmla="*/ 256444 w 6730234"/>
                  <a:gd name="connsiteY28" fmla="*/ 564407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730234" h="564407">
                    <a:moveTo>
                      <a:pt x="6416249" y="564407"/>
                    </a:moveTo>
                    <a:lnTo>
                      <a:pt x="6619911" y="419454"/>
                    </a:lnTo>
                    <a:lnTo>
                      <a:pt x="6730234" y="546272"/>
                    </a:lnTo>
                    <a:lnTo>
                      <a:pt x="6704753" y="564407"/>
                    </a:lnTo>
                    <a:close/>
                    <a:moveTo>
                      <a:pt x="5708149" y="0"/>
                    </a:moveTo>
                    <a:lnTo>
                      <a:pt x="5996653" y="0"/>
                    </a:lnTo>
                    <a:lnTo>
                      <a:pt x="6393155" y="282204"/>
                    </a:lnTo>
                    <a:lnTo>
                      <a:pt x="5996653" y="564407"/>
                    </a:lnTo>
                    <a:lnTo>
                      <a:pt x="5708149" y="564407"/>
                    </a:lnTo>
                    <a:lnTo>
                      <a:pt x="6104651" y="282204"/>
                    </a:lnTo>
                    <a:close/>
                    <a:moveTo>
                      <a:pt x="2698699" y="0"/>
                    </a:moveTo>
                    <a:lnTo>
                      <a:pt x="2987203" y="0"/>
                    </a:lnTo>
                    <a:lnTo>
                      <a:pt x="3383705" y="282204"/>
                    </a:lnTo>
                    <a:lnTo>
                      <a:pt x="2987203" y="564407"/>
                    </a:lnTo>
                    <a:lnTo>
                      <a:pt x="2698699" y="564407"/>
                    </a:lnTo>
                    <a:lnTo>
                      <a:pt x="3095201" y="282204"/>
                    </a:lnTo>
                    <a:close/>
                    <a:moveTo>
                      <a:pt x="1990599" y="0"/>
                    </a:moveTo>
                    <a:lnTo>
                      <a:pt x="2279103" y="0"/>
                    </a:lnTo>
                    <a:lnTo>
                      <a:pt x="2675605" y="282204"/>
                    </a:lnTo>
                    <a:lnTo>
                      <a:pt x="2279103" y="564407"/>
                    </a:lnTo>
                    <a:lnTo>
                      <a:pt x="1990599" y="564407"/>
                    </a:lnTo>
                    <a:lnTo>
                      <a:pt x="2387101" y="282204"/>
                    </a:lnTo>
                    <a:close/>
                    <a:moveTo>
                      <a:pt x="0" y="564407"/>
                    </a:moveTo>
                    <a:lnTo>
                      <a:pt x="144236" y="438932"/>
                    </a:lnTo>
                    <a:lnTo>
                      <a:pt x="364442" y="282204"/>
                    </a:lnTo>
                    <a:lnTo>
                      <a:pt x="342417" y="266528"/>
                    </a:lnTo>
                    <a:lnTo>
                      <a:pt x="472241" y="153590"/>
                    </a:lnTo>
                    <a:lnTo>
                      <a:pt x="652946" y="282204"/>
                    </a:lnTo>
                    <a:lnTo>
                      <a:pt x="256444" y="564407"/>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46" name="Group 45">
              <a:extLst>
                <a:ext uri="{FF2B5EF4-FFF2-40B4-BE49-F238E27FC236}">
                  <a16:creationId xmlns:a16="http://schemas.microsoft.com/office/drawing/2014/main" id="{653F1509-95D9-BA14-2A4C-E83548E6F726}"/>
                </a:ext>
              </a:extLst>
            </p:cNvPr>
            <p:cNvGrpSpPr/>
            <p:nvPr userDrawn="1"/>
          </p:nvGrpSpPr>
          <p:grpSpPr>
            <a:xfrm>
              <a:off x="-292018" y="561634"/>
              <a:ext cx="5581575" cy="496317"/>
              <a:chOff x="-292018" y="561634"/>
              <a:chExt cx="5581575" cy="496317"/>
            </a:xfrm>
            <a:effectLst>
              <a:outerShdw blurRad="63500" sx="102000" sy="102000" algn="ctr" rotWithShape="0">
                <a:prstClr val="black">
                  <a:alpha val="40000"/>
                </a:prstClr>
              </a:outerShdw>
            </a:effectLst>
          </p:grpSpPr>
          <p:sp>
            <p:nvSpPr>
              <p:cNvPr id="42" name="Freeform: Shape 41">
                <a:extLst>
                  <a:ext uri="{FF2B5EF4-FFF2-40B4-BE49-F238E27FC236}">
                    <a16:creationId xmlns:a16="http://schemas.microsoft.com/office/drawing/2014/main" id="{941145A9-1917-E9C6-9024-73CE405FC11B}"/>
                  </a:ext>
                </a:extLst>
              </p:cNvPr>
              <p:cNvSpPr/>
              <p:nvPr/>
            </p:nvSpPr>
            <p:spPr>
              <a:xfrm rot="20290054">
                <a:off x="-292018" y="561634"/>
                <a:ext cx="5581575" cy="493956"/>
              </a:xfrm>
              <a:custGeom>
                <a:avLst/>
                <a:gdLst>
                  <a:gd name="connsiteX0" fmla="*/ 4348622 w 5581575"/>
                  <a:gd name="connsiteY0" fmla="*/ 0 h 493956"/>
                  <a:gd name="connsiteX1" fmla="*/ 5581575 w 5581575"/>
                  <a:gd name="connsiteY1" fmla="*/ 493956 h 493956"/>
                  <a:gd name="connsiteX2" fmla="*/ 0 w 5581575"/>
                  <a:gd name="connsiteY2" fmla="*/ 493956 h 493956"/>
                  <a:gd name="connsiteX3" fmla="*/ 197892 w 5581575"/>
                  <a:gd name="connsiteY3" fmla="*/ 0 h 493956"/>
                </a:gdLst>
                <a:ahLst/>
                <a:cxnLst>
                  <a:cxn ang="0">
                    <a:pos x="connsiteX0" y="connsiteY0"/>
                  </a:cxn>
                  <a:cxn ang="0">
                    <a:pos x="connsiteX1" y="connsiteY1"/>
                  </a:cxn>
                  <a:cxn ang="0">
                    <a:pos x="connsiteX2" y="connsiteY2"/>
                  </a:cxn>
                  <a:cxn ang="0">
                    <a:pos x="connsiteX3" y="connsiteY3"/>
                  </a:cxn>
                </a:cxnLst>
                <a:rect l="l" t="t" r="r" b="b"/>
                <a:pathLst>
                  <a:path w="5581575" h="493956">
                    <a:moveTo>
                      <a:pt x="4348622" y="0"/>
                    </a:moveTo>
                    <a:lnTo>
                      <a:pt x="5581575" y="493956"/>
                    </a:lnTo>
                    <a:lnTo>
                      <a:pt x="0" y="493956"/>
                    </a:lnTo>
                    <a:lnTo>
                      <a:pt x="197892" y="0"/>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44" name="Freeform: Shape 43">
                <a:extLst>
                  <a:ext uri="{FF2B5EF4-FFF2-40B4-BE49-F238E27FC236}">
                    <a16:creationId xmlns:a16="http://schemas.microsoft.com/office/drawing/2014/main" id="{6B3508A2-AAC3-98C3-CCE5-D1A02FDAC170}"/>
                  </a:ext>
                </a:extLst>
              </p:cNvPr>
              <p:cNvSpPr/>
              <p:nvPr/>
            </p:nvSpPr>
            <p:spPr>
              <a:xfrm rot="20290054">
                <a:off x="-291451" y="564575"/>
                <a:ext cx="5568761" cy="493376"/>
              </a:xfrm>
              <a:custGeom>
                <a:avLst/>
                <a:gdLst>
                  <a:gd name="connsiteX0" fmla="*/ 146253 w 5568761"/>
                  <a:gd name="connsiteY0" fmla="*/ 398361 h 493376"/>
                  <a:gd name="connsiteX1" fmla="*/ 67510 w 5568761"/>
                  <a:gd name="connsiteY1" fmla="*/ 493375 h 493376"/>
                  <a:gd name="connsiteX2" fmla="*/ 0 w 5568761"/>
                  <a:gd name="connsiteY2" fmla="*/ 493376 h 493376"/>
                  <a:gd name="connsiteX3" fmla="*/ 38065 w 5568761"/>
                  <a:gd name="connsiteY3" fmla="*/ 398361 h 493376"/>
                  <a:gd name="connsiteX4" fmla="*/ 451634 w 5568761"/>
                  <a:gd name="connsiteY4" fmla="*/ 398362 h 493376"/>
                  <a:gd name="connsiteX5" fmla="*/ 372891 w 5568761"/>
                  <a:gd name="connsiteY5" fmla="*/ 493376 h 493376"/>
                  <a:gd name="connsiteX6" fmla="*/ 227029 w 5568761"/>
                  <a:gd name="connsiteY6" fmla="*/ 493376 h 493376"/>
                  <a:gd name="connsiteX7" fmla="*/ 305771 w 5568761"/>
                  <a:gd name="connsiteY7" fmla="*/ 398362 h 493376"/>
                  <a:gd name="connsiteX8" fmla="*/ 757014 w 5568761"/>
                  <a:gd name="connsiteY8" fmla="*/ 398361 h 493376"/>
                  <a:gd name="connsiteX9" fmla="*/ 678271 w 5568761"/>
                  <a:gd name="connsiteY9" fmla="*/ 493375 h 493376"/>
                  <a:gd name="connsiteX10" fmla="*/ 532409 w 5568761"/>
                  <a:gd name="connsiteY10" fmla="*/ 493375 h 493376"/>
                  <a:gd name="connsiteX11" fmla="*/ 611151 w 5568761"/>
                  <a:gd name="connsiteY11" fmla="*/ 398361 h 493376"/>
                  <a:gd name="connsiteX12" fmla="*/ 1062395 w 5568761"/>
                  <a:gd name="connsiteY12" fmla="*/ 398361 h 493376"/>
                  <a:gd name="connsiteX13" fmla="*/ 983652 w 5568761"/>
                  <a:gd name="connsiteY13" fmla="*/ 493375 h 493376"/>
                  <a:gd name="connsiteX14" fmla="*/ 837790 w 5568761"/>
                  <a:gd name="connsiteY14" fmla="*/ 493376 h 493376"/>
                  <a:gd name="connsiteX15" fmla="*/ 916532 w 5568761"/>
                  <a:gd name="connsiteY15" fmla="*/ 398362 h 493376"/>
                  <a:gd name="connsiteX16" fmla="*/ 1367776 w 5568761"/>
                  <a:gd name="connsiteY16" fmla="*/ 398362 h 493376"/>
                  <a:gd name="connsiteX17" fmla="*/ 1289033 w 5568761"/>
                  <a:gd name="connsiteY17" fmla="*/ 493376 h 493376"/>
                  <a:gd name="connsiteX18" fmla="*/ 1143171 w 5568761"/>
                  <a:gd name="connsiteY18" fmla="*/ 493376 h 493376"/>
                  <a:gd name="connsiteX19" fmla="*/ 1221914 w 5568761"/>
                  <a:gd name="connsiteY19" fmla="*/ 398362 h 493376"/>
                  <a:gd name="connsiteX20" fmla="*/ 451634 w 5568761"/>
                  <a:gd name="connsiteY20" fmla="*/ 1 h 493376"/>
                  <a:gd name="connsiteX21" fmla="*/ 372891 w 5568761"/>
                  <a:gd name="connsiteY21" fmla="*/ 95015 h 493376"/>
                  <a:gd name="connsiteX22" fmla="*/ 227029 w 5568761"/>
                  <a:gd name="connsiteY22" fmla="*/ 95015 h 493376"/>
                  <a:gd name="connsiteX23" fmla="*/ 305771 w 5568761"/>
                  <a:gd name="connsiteY23" fmla="*/ 1 h 493376"/>
                  <a:gd name="connsiteX24" fmla="*/ 1673157 w 5568761"/>
                  <a:gd name="connsiteY24" fmla="*/ 398361 h 493376"/>
                  <a:gd name="connsiteX25" fmla="*/ 1594414 w 5568761"/>
                  <a:gd name="connsiteY25" fmla="*/ 493375 h 493376"/>
                  <a:gd name="connsiteX26" fmla="*/ 1448553 w 5568761"/>
                  <a:gd name="connsiteY26" fmla="*/ 493375 h 493376"/>
                  <a:gd name="connsiteX27" fmla="*/ 1527295 w 5568761"/>
                  <a:gd name="connsiteY27" fmla="*/ 398361 h 493376"/>
                  <a:gd name="connsiteX28" fmla="*/ 757014 w 5568761"/>
                  <a:gd name="connsiteY28" fmla="*/ 0 h 493376"/>
                  <a:gd name="connsiteX29" fmla="*/ 678271 w 5568761"/>
                  <a:gd name="connsiteY29" fmla="*/ 95014 h 493376"/>
                  <a:gd name="connsiteX30" fmla="*/ 532409 w 5568761"/>
                  <a:gd name="connsiteY30" fmla="*/ 95014 h 493376"/>
                  <a:gd name="connsiteX31" fmla="*/ 611151 w 5568761"/>
                  <a:gd name="connsiteY31" fmla="*/ 0 h 493376"/>
                  <a:gd name="connsiteX32" fmla="*/ 1978539 w 5568761"/>
                  <a:gd name="connsiteY32" fmla="*/ 398361 h 493376"/>
                  <a:gd name="connsiteX33" fmla="*/ 1899796 w 5568761"/>
                  <a:gd name="connsiteY33" fmla="*/ 493375 h 493376"/>
                  <a:gd name="connsiteX34" fmla="*/ 1753934 w 5568761"/>
                  <a:gd name="connsiteY34" fmla="*/ 493375 h 493376"/>
                  <a:gd name="connsiteX35" fmla="*/ 1832676 w 5568761"/>
                  <a:gd name="connsiteY35" fmla="*/ 398361 h 493376"/>
                  <a:gd name="connsiteX36" fmla="*/ 1062395 w 5568761"/>
                  <a:gd name="connsiteY36" fmla="*/ 0 h 493376"/>
                  <a:gd name="connsiteX37" fmla="*/ 983652 w 5568761"/>
                  <a:gd name="connsiteY37" fmla="*/ 95014 h 493376"/>
                  <a:gd name="connsiteX38" fmla="*/ 837790 w 5568761"/>
                  <a:gd name="connsiteY38" fmla="*/ 95014 h 493376"/>
                  <a:gd name="connsiteX39" fmla="*/ 916532 w 5568761"/>
                  <a:gd name="connsiteY39" fmla="*/ 0 h 493376"/>
                  <a:gd name="connsiteX40" fmla="*/ 2283920 w 5568761"/>
                  <a:gd name="connsiteY40" fmla="*/ 398361 h 493376"/>
                  <a:gd name="connsiteX41" fmla="*/ 2205177 w 5568761"/>
                  <a:gd name="connsiteY41" fmla="*/ 493376 h 493376"/>
                  <a:gd name="connsiteX42" fmla="*/ 2059315 w 5568761"/>
                  <a:gd name="connsiteY42" fmla="*/ 493375 h 493376"/>
                  <a:gd name="connsiteX43" fmla="*/ 2138057 w 5568761"/>
                  <a:gd name="connsiteY43" fmla="*/ 398362 h 493376"/>
                  <a:gd name="connsiteX44" fmla="*/ 1367776 w 5568761"/>
                  <a:gd name="connsiteY44" fmla="*/ 1 h 493376"/>
                  <a:gd name="connsiteX45" fmla="*/ 1289033 w 5568761"/>
                  <a:gd name="connsiteY45" fmla="*/ 95015 h 493376"/>
                  <a:gd name="connsiteX46" fmla="*/ 1143171 w 5568761"/>
                  <a:gd name="connsiteY46" fmla="*/ 95015 h 493376"/>
                  <a:gd name="connsiteX47" fmla="*/ 1221914 w 5568761"/>
                  <a:gd name="connsiteY47" fmla="*/ 1 h 493376"/>
                  <a:gd name="connsiteX48" fmla="*/ 2589300 w 5568761"/>
                  <a:gd name="connsiteY48" fmla="*/ 398361 h 493376"/>
                  <a:gd name="connsiteX49" fmla="*/ 2510557 w 5568761"/>
                  <a:gd name="connsiteY49" fmla="*/ 493375 h 493376"/>
                  <a:gd name="connsiteX50" fmla="*/ 2364695 w 5568761"/>
                  <a:gd name="connsiteY50" fmla="*/ 493375 h 493376"/>
                  <a:gd name="connsiteX51" fmla="*/ 2443437 w 5568761"/>
                  <a:gd name="connsiteY51" fmla="*/ 398361 h 493376"/>
                  <a:gd name="connsiteX52" fmla="*/ 1673157 w 5568761"/>
                  <a:gd name="connsiteY52" fmla="*/ 0 h 493376"/>
                  <a:gd name="connsiteX53" fmla="*/ 1594415 w 5568761"/>
                  <a:gd name="connsiteY53" fmla="*/ 95014 h 493376"/>
                  <a:gd name="connsiteX54" fmla="*/ 1448553 w 5568761"/>
                  <a:gd name="connsiteY54" fmla="*/ 95014 h 493376"/>
                  <a:gd name="connsiteX55" fmla="*/ 1527294 w 5568761"/>
                  <a:gd name="connsiteY55" fmla="*/ 0 h 493376"/>
                  <a:gd name="connsiteX56" fmla="*/ 2894681 w 5568761"/>
                  <a:gd name="connsiteY56" fmla="*/ 398362 h 493376"/>
                  <a:gd name="connsiteX57" fmla="*/ 2816084 w 5568761"/>
                  <a:gd name="connsiteY57" fmla="*/ 493376 h 493376"/>
                  <a:gd name="connsiteX58" fmla="*/ 2670076 w 5568761"/>
                  <a:gd name="connsiteY58" fmla="*/ 493375 h 493376"/>
                  <a:gd name="connsiteX59" fmla="*/ 2748818 w 5568761"/>
                  <a:gd name="connsiteY59" fmla="*/ 398362 h 493376"/>
                  <a:gd name="connsiteX60" fmla="*/ 1978539 w 5568761"/>
                  <a:gd name="connsiteY60" fmla="*/ 0 h 493376"/>
                  <a:gd name="connsiteX61" fmla="*/ 1899795 w 5568761"/>
                  <a:gd name="connsiteY61" fmla="*/ 95014 h 493376"/>
                  <a:gd name="connsiteX62" fmla="*/ 1753934 w 5568761"/>
                  <a:gd name="connsiteY62" fmla="*/ 95014 h 493376"/>
                  <a:gd name="connsiteX63" fmla="*/ 1832675 w 5568761"/>
                  <a:gd name="connsiteY63" fmla="*/ 0 h 493376"/>
                  <a:gd name="connsiteX64" fmla="*/ 3200062 w 5568761"/>
                  <a:gd name="connsiteY64" fmla="*/ 398361 h 493376"/>
                  <a:gd name="connsiteX65" fmla="*/ 3121320 w 5568761"/>
                  <a:gd name="connsiteY65" fmla="*/ 493375 h 493376"/>
                  <a:gd name="connsiteX66" fmla="*/ 2975603 w 5568761"/>
                  <a:gd name="connsiteY66" fmla="*/ 493375 h 493376"/>
                  <a:gd name="connsiteX67" fmla="*/ 3054200 w 5568761"/>
                  <a:gd name="connsiteY67" fmla="*/ 398362 h 493376"/>
                  <a:gd name="connsiteX68" fmla="*/ 2283920 w 5568761"/>
                  <a:gd name="connsiteY68" fmla="*/ 1 h 493376"/>
                  <a:gd name="connsiteX69" fmla="*/ 2205177 w 5568761"/>
                  <a:gd name="connsiteY69" fmla="*/ 95015 h 493376"/>
                  <a:gd name="connsiteX70" fmla="*/ 2059315 w 5568761"/>
                  <a:gd name="connsiteY70" fmla="*/ 95015 h 493376"/>
                  <a:gd name="connsiteX71" fmla="*/ 2138057 w 5568761"/>
                  <a:gd name="connsiteY71" fmla="*/ 1 h 493376"/>
                  <a:gd name="connsiteX72" fmla="*/ 3505443 w 5568761"/>
                  <a:gd name="connsiteY72" fmla="*/ 398361 h 493376"/>
                  <a:gd name="connsiteX73" fmla="*/ 3426846 w 5568761"/>
                  <a:gd name="connsiteY73" fmla="*/ 493375 h 493376"/>
                  <a:gd name="connsiteX74" fmla="*/ 3280984 w 5568761"/>
                  <a:gd name="connsiteY74" fmla="*/ 493375 h 493376"/>
                  <a:gd name="connsiteX75" fmla="*/ 3359581 w 5568761"/>
                  <a:gd name="connsiteY75" fmla="*/ 398361 h 493376"/>
                  <a:gd name="connsiteX76" fmla="*/ 2589299 w 5568761"/>
                  <a:gd name="connsiteY76" fmla="*/ 0 h 493376"/>
                  <a:gd name="connsiteX77" fmla="*/ 2510557 w 5568761"/>
                  <a:gd name="connsiteY77" fmla="*/ 95014 h 493376"/>
                  <a:gd name="connsiteX78" fmla="*/ 2364695 w 5568761"/>
                  <a:gd name="connsiteY78" fmla="*/ 95014 h 493376"/>
                  <a:gd name="connsiteX79" fmla="*/ 2443437 w 5568761"/>
                  <a:gd name="connsiteY79" fmla="*/ 0 h 493376"/>
                  <a:gd name="connsiteX80" fmla="*/ 3810824 w 5568761"/>
                  <a:gd name="connsiteY80" fmla="*/ 398362 h 493376"/>
                  <a:gd name="connsiteX81" fmla="*/ 3732227 w 5568761"/>
                  <a:gd name="connsiteY81" fmla="*/ 493376 h 493376"/>
                  <a:gd name="connsiteX82" fmla="*/ 3586365 w 5568761"/>
                  <a:gd name="connsiteY82" fmla="*/ 493376 h 493376"/>
                  <a:gd name="connsiteX83" fmla="*/ 3664962 w 5568761"/>
                  <a:gd name="connsiteY83" fmla="*/ 398362 h 493376"/>
                  <a:gd name="connsiteX84" fmla="*/ 2894681 w 5568761"/>
                  <a:gd name="connsiteY84" fmla="*/ 1 h 493376"/>
                  <a:gd name="connsiteX85" fmla="*/ 2816084 w 5568761"/>
                  <a:gd name="connsiteY85" fmla="*/ 95015 h 493376"/>
                  <a:gd name="connsiteX86" fmla="*/ 2670076 w 5568761"/>
                  <a:gd name="connsiteY86" fmla="*/ 95015 h 493376"/>
                  <a:gd name="connsiteX87" fmla="*/ 2748817 w 5568761"/>
                  <a:gd name="connsiteY87" fmla="*/ 1 h 493376"/>
                  <a:gd name="connsiteX88" fmla="*/ 4116206 w 5568761"/>
                  <a:gd name="connsiteY88" fmla="*/ 398362 h 493376"/>
                  <a:gd name="connsiteX89" fmla="*/ 4037608 w 5568761"/>
                  <a:gd name="connsiteY89" fmla="*/ 493376 h 493376"/>
                  <a:gd name="connsiteX90" fmla="*/ 3891746 w 5568761"/>
                  <a:gd name="connsiteY90" fmla="*/ 493376 h 493376"/>
                  <a:gd name="connsiteX91" fmla="*/ 3970343 w 5568761"/>
                  <a:gd name="connsiteY91" fmla="*/ 398362 h 493376"/>
                  <a:gd name="connsiteX92" fmla="*/ 3200061 w 5568761"/>
                  <a:gd name="connsiteY92" fmla="*/ 1 h 493376"/>
                  <a:gd name="connsiteX93" fmla="*/ 3121320 w 5568761"/>
                  <a:gd name="connsiteY93" fmla="*/ 95014 h 493376"/>
                  <a:gd name="connsiteX94" fmla="*/ 2975603 w 5568761"/>
                  <a:gd name="connsiteY94" fmla="*/ 95015 h 493376"/>
                  <a:gd name="connsiteX95" fmla="*/ 3054200 w 5568761"/>
                  <a:gd name="connsiteY95" fmla="*/ 1 h 493376"/>
                  <a:gd name="connsiteX96" fmla="*/ 4421587 w 5568761"/>
                  <a:gd name="connsiteY96" fmla="*/ 398361 h 493376"/>
                  <a:gd name="connsiteX97" fmla="*/ 4342989 w 5568761"/>
                  <a:gd name="connsiteY97" fmla="*/ 493375 h 493376"/>
                  <a:gd name="connsiteX98" fmla="*/ 4197127 w 5568761"/>
                  <a:gd name="connsiteY98" fmla="*/ 493375 h 493376"/>
                  <a:gd name="connsiteX99" fmla="*/ 4275724 w 5568761"/>
                  <a:gd name="connsiteY99" fmla="*/ 398361 h 493376"/>
                  <a:gd name="connsiteX100" fmla="*/ 3505443 w 5568761"/>
                  <a:gd name="connsiteY100" fmla="*/ 0 h 493376"/>
                  <a:gd name="connsiteX101" fmla="*/ 3426846 w 5568761"/>
                  <a:gd name="connsiteY101" fmla="*/ 95014 h 493376"/>
                  <a:gd name="connsiteX102" fmla="*/ 3280984 w 5568761"/>
                  <a:gd name="connsiteY102" fmla="*/ 95014 h 493376"/>
                  <a:gd name="connsiteX103" fmla="*/ 3359581 w 5568761"/>
                  <a:gd name="connsiteY103" fmla="*/ 0 h 493376"/>
                  <a:gd name="connsiteX104" fmla="*/ 4726967 w 5568761"/>
                  <a:gd name="connsiteY104" fmla="*/ 398361 h 493376"/>
                  <a:gd name="connsiteX105" fmla="*/ 4648370 w 5568761"/>
                  <a:gd name="connsiteY105" fmla="*/ 493375 h 493376"/>
                  <a:gd name="connsiteX106" fmla="*/ 4502508 w 5568761"/>
                  <a:gd name="connsiteY106" fmla="*/ 493375 h 493376"/>
                  <a:gd name="connsiteX107" fmla="*/ 4581105 w 5568761"/>
                  <a:gd name="connsiteY107" fmla="*/ 398361 h 493376"/>
                  <a:gd name="connsiteX108" fmla="*/ 3810824 w 5568761"/>
                  <a:gd name="connsiteY108" fmla="*/ 1 h 493376"/>
                  <a:gd name="connsiteX109" fmla="*/ 3732226 w 5568761"/>
                  <a:gd name="connsiteY109" fmla="*/ 95015 h 493376"/>
                  <a:gd name="connsiteX110" fmla="*/ 3586365 w 5568761"/>
                  <a:gd name="connsiteY110" fmla="*/ 95015 h 493376"/>
                  <a:gd name="connsiteX111" fmla="*/ 3664961 w 5568761"/>
                  <a:gd name="connsiteY111" fmla="*/ 1 h 493376"/>
                  <a:gd name="connsiteX112" fmla="*/ 5032349 w 5568761"/>
                  <a:gd name="connsiteY112" fmla="*/ 398361 h 493376"/>
                  <a:gd name="connsiteX113" fmla="*/ 4953751 w 5568761"/>
                  <a:gd name="connsiteY113" fmla="*/ 493375 h 493376"/>
                  <a:gd name="connsiteX114" fmla="*/ 4807889 w 5568761"/>
                  <a:gd name="connsiteY114" fmla="*/ 493375 h 493376"/>
                  <a:gd name="connsiteX115" fmla="*/ 4886486 w 5568761"/>
                  <a:gd name="connsiteY115" fmla="*/ 398361 h 493376"/>
                  <a:gd name="connsiteX116" fmla="*/ 4116206 w 5568761"/>
                  <a:gd name="connsiteY116" fmla="*/ 1 h 493376"/>
                  <a:gd name="connsiteX117" fmla="*/ 4037608 w 5568761"/>
                  <a:gd name="connsiteY117" fmla="*/ 95015 h 493376"/>
                  <a:gd name="connsiteX118" fmla="*/ 3891746 w 5568761"/>
                  <a:gd name="connsiteY118" fmla="*/ 95015 h 493376"/>
                  <a:gd name="connsiteX119" fmla="*/ 3970343 w 5568761"/>
                  <a:gd name="connsiteY119" fmla="*/ 1 h 493376"/>
                  <a:gd name="connsiteX120" fmla="*/ 5337875 w 5568761"/>
                  <a:gd name="connsiteY120" fmla="*/ 398362 h 493376"/>
                  <a:gd name="connsiteX121" fmla="*/ 5259133 w 5568761"/>
                  <a:gd name="connsiteY121" fmla="*/ 493375 h 493376"/>
                  <a:gd name="connsiteX122" fmla="*/ 5113270 w 5568761"/>
                  <a:gd name="connsiteY122" fmla="*/ 493375 h 493376"/>
                  <a:gd name="connsiteX123" fmla="*/ 5191867 w 5568761"/>
                  <a:gd name="connsiteY123" fmla="*/ 398361 h 493376"/>
                  <a:gd name="connsiteX124" fmla="*/ 5459262 w 5568761"/>
                  <a:gd name="connsiteY124" fmla="*/ 444374 h 493376"/>
                  <a:gd name="connsiteX125" fmla="*/ 5568761 w 5568761"/>
                  <a:gd name="connsiteY125" fmla="*/ 488242 h 493376"/>
                  <a:gd name="connsiteX126" fmla="*/ 5564514 w 5568761"/>
                  <a:gd name="connsiteY126" fmla="*/ 493375 h 493376"/>
                  <a:gd name="connsiteX127" fmla="*/ 5418652 w 5568761"/>
                  <a:gd name="connsiteY127" fmla="*/ 493375 h 493376"/>
                  <a:gd name="connsiteX128" fmla="*/ 4523597 w 5568761"/>
                  <a:gd name="connsiteY128" fmla="*/ 69520 h 493376"/>
                  <a:gd name="connsiteX129" fmla="*/ 4587233 w 5568761"/>
                  <a:gd name="connsiteY129" fmla="*/ 95014 h 493376"/>
                  <a:gd name="connsiteX130" fmla="*/ 4502508 w 5568761"/>
                  <a:gd name="connsiteY130" fmla="*/ 95014 h 493376"/>
                  <a:gd name="connsiteX131" fmla="*/ 4350070 w 5568761"/>
                  <a:gd name="connsiteY131" fmla="*/ 0 h 493376"/>
                  <a:gd name="connsiteX132" fmla="*/ 4403785 w 5568761"/>
                  <a:gd name="connsiteY132" fmla="*/ 21520 h 493376"/>
                  <a:gd name="connsiteX133" fmla="*/ 4342988 w 5568761"/>
                  <a:gd name="connsiteY133" fmla="*/ 95014 h 493376"/>
                  <a:gd name="connsiteX134" fmla="*/ 4197127 w 5568761"/>
                  <a:gd name="connsiteY134" fmla="*/ 95014 h 493376"/>
                  <a:gd name="connsiteX135" fmla="*/ 4275723 w 5568761"/>
                  <a:gd name="connsiteY135" fmla="*/ 0 h 493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5568761" h="493376">
                    <a:moveTo>
                      <a:pt x="146253" y="398361"/>
                    </a:moveTo>
                    <a:lnTo>
                      <a:pt x="67510" y="493375"/>
                    </a:lnTo>
                    <a:lnTo>
                      <a:pt x="0" y="493376"/>
                    </a:lnTo>
                    <a:lnTo>
                      <a:pt x="38065" y="398361"/>
                    </a:lnTo>
                    <a:close/>
                    <a:moveTo>
                      <a:pt x="451634" y="398362"/>
                    </a:moveTo>
                    <a:lnTo>
                      <a:pt x="372891" y="493376"/>
                    </a:lnTo>
                    <a:lnTo>
                      <a:pt x="227029" y="493376"/>
                    </a:lnTo>
                    <a:lnTo>
                      <a:pt x="305771" y="398362"/>
                    </a:lnTo>
                    <a:close/>
                    <a:moveTo>
                      <a:pt x="757014" y="398361"/>
                    </a:moveTo>
                    <a:lnTo>
                      <a:pt x="678271" y="493375"/>
                    </a:lnTo>
                    <a:lnTo>
                      <a:pt x="532409" y="493375"/>
                    </a:lnTo>
                    <a:lnTo>
                      <a:pt x="611151" y="398361"/>
                    </a:lnTo>
                    <a:close/>
                    <a:moveTo>
                      <a:pt x="1062395" y="398361"/>
                    </a:moveTo>
                    <a:lnTo>
                      <a:pt x="983652" y="493375"/>
                    </a:lnTo>
                    <a:lnTo>
                      <a:pt x="837790" y="493376"/>
                    </a:lnTo>
                    <a:lnTo>
                      <a:pt x="916532" y="398362"/>
                    </a:lnTo>
                    <a:close/>
                    <a:moveTo>
                      <a:pt x="1367776" y="398362"/>
                    </a:moveTo>
                    <a:lnTo>
                      <a:pt x="1289033" y="493376"/>
                    </a:lnTo>
                    <a:lnTo>
                      <a:pt x="1143171" y="493376"/>
                    </a:lnTo>
                    <a:lnTo>
                      <a:pt x="1221914" y="398362"/>
                    </a:lnTo>
                    <a:close/>
                    <a:moveTo>
                      <a:pt x="451634" y="1"/>
                    </a:moveTo>
                    <a:lnTo>
                      <a:pt x="372891" y="95015"/>
                    </a:lnTo>
                    <a:lnTo>
                      <a:pt x="227029" y="95015"/>
                    </a:lnTo>
                    <a:lnTo>
                      <a:pt x="305771" y="1"/>
                    </a:lnTo>
                    <a:close/>
                    <a:moveTo>
                      <a:pt x="1673157" y="398361"/>
                    </a:moveTo>
                    <a:lnTo>
                      <a:pt x="1594414" y="493375"/>
                    </a:lnTo>
                    <a:lnTo>
                      <a:pt x="1448553" y="493375"/>
                    </a:lnTo>
                    <a:lnTo>
                      <a:pt x="1527295" y="398361"/>
                    </a:lnTo>
                    <a:close/>
                    <a:moveTo>
                      <a:pt x="757014" y="0"/>
                    </a:moveTo>
                    <a:lnTo>
                      <a:pt x="678271" y="95014"/>
                    </a:lnTo>
                    <a:lnTo>
                      <a:pt x="532409" y="95014"/>
                    </a:lnTo>
                    <a:lnTo>
                      <a:pt x="611151" y="0"/>
                    </a:lnTo>
                    <a:close/>
                    <a:moveTo>
                      <a:pt x="1978539" y="398361"/>
                    </a:moveTo>
                    <a:lnTo>
                      <a:pt x="1899796" y="493375"/>
                    </a:lnTo>
                    <a:lnTo>
                      <a:pt x="1753934" y="493375"/>
                    </a:lnTo>
                    <a:lnTo>
                      <a:pt x="1832676" y="398361"/>
                    </a:lnTo>
                    <a:close/>
                    <a:moveTo>
                      <a:pt x="1062395" y="0"/>
                    </a:moveTo>
                    <a:lnTo>
                      <a:pt x="983652" y="95014"/>
                    </a:lnTo>
                    <a:lnTo>
                      <a:pt x="837790" y="95014"/>
                    </a:lnTo>
                    <a:lnTo>
                      <a:pt x="916532" y="0"/>
                    </a:lnTo>
                    <a:close/>
                    <a:moveTo>
                      <a:pt x="2283920" y="398361"/>
                    </a:moveTo>
                    <a:lnTo>
                      <a:pt x="2205177" y="493376"/>
                    </a:lnTo>
                    <a:lnTo>
                      <a:pt x="2059315" y="493375"/>
                    </a:lnTo>
                    <a:lnTo>
                      <a:pt x="2138057" y="398362"/>
                    </a:lnTo>
                    <a:close/>
                    <a:moveTo>
                      <a:pt x="1367776" y="1"/>
                    </a:moveTo>
                    <a:lnTo>
                      <a:pt x="1289033" y="95015"/>
                    </a:lnTo>
                    <a:lnTo>
                      <a:pt x="1143171" y="95015"/>
                    </a:lnTo>
                    <a:lnTo>
                      <a:pt x="1221914" y="1"/>
                    </a:lnTo>
                    <a:close/>
                    <a:moveTo>
                      <a:pt x="2589300" y="398361"/>
                    </a:moveTo>
                    <a:lnTo>
                      <a:pt x="2510557" y="493375"/>
                    </a:lnTo>
                    <a:lnTo>
                      <a:pt x="2364695" y="493375"/>
                    </a:lnTo>
                    <a:lnTo>
                      <a:pt x="2443437" y="398361"/>
                    </a:lnTo>
                    <a:close/>
                    <a:moveTo>
                      <a:pt x="1673157" y="0"/>
                    </a:moveTo>
                    <a:lnTo>
                      <a:pt x="1594415" y="95014"/>
                    </a:lnTo>
                    <a:lnTo>
                      <a:pt x="1448553" y="95014"/>
                    </a:lnTo>
                    <a:lnTo>
                      <a:pt x="1527294" y="0"/>
                    </a:lnTo>
                    <a:close/>
                    <a:moveTo>
                      <a:pt x="2894681" y="398362"/>
                    </a:moveTo>
                    <a:lnTo>
                      <a:pt x="2816084" y="493376"/>
                    </a:lnTo>
                    <a:lnTo>
                      <a:pt x="2670076" y="493375"/>
                    </a:lnTo>
                    <a:lnTo>
                      <a:pt x="2748818" y="398362"/>
                    </a:lnTo>
                    <a:close/>
                    <a:moveTo>
                      <a:pt x="1978539" y="0"/>
                    </a:moveTo>
                    <a:lnTo>
                      <a:pt x="1899795" y="95014"/>
                    </a:lnTo>
                    <a:lnTo>
                      <a:pt x="1753934" y="95014"/>
                    </a:lnTo>
                    <a:lnTo>
                      <a:pt x="1832675" y="0"/>
                    </a:lnTo>
                    <a:close/>
                    <a:moveTo>
                      <a:pt x="3200062" y="398361"/>
                    </a:moveTo>
                    <a:lnTo>
                      <a:pt x="3121320" y="493375"/>
                    </a:lnTo>
                    <a:lnTo>
                      <a:pt x="2975603" y="493375"/>
                    </a:lnTo>
                    <a:lnTo>
                      <a:pt x="3054200" y="398362"/>
                    </a:lnTo>
                    <a:close/>
                    <a:moveTo>
                      <a:pt x="2283920" y="1"/>
                    </a:moveTo>
                    <a:lnTo>
                      <a:pt x="2205177" y="95015"/>
                    </a:lnTo>
                    <a:lnTo>
                      <a:pt x="2059315" y="95015"/>
                    </a:lnTo>
                    <a:lnTo>
                      <a:pt x="2138057" y="1"/>
                    </a:lnTo>
                    <a:close/>
                    <a:moveTo>
                      <a:pt x="3505443" y="398361"/>
                    </a:moveTo>
                    <a:lnTo>
                      <a:pt x="3426846" y="493375"/>
                    </a:lnTo>
                    <a:lnTo>
                      <a:pt x="3280984" y="493375"/>
                    </a:lnTo>
                    <a:lnTo>
                      <a:pt x="3359581" y="398361"/>
                    </a:lnTo>
                    <a:close/>
                    <a:moveTo>
                      <a:pt x="2589299" y="0"/>
                    </a:moveTo>
                    <a:lnTo>
                      <a:pt x="2510557" y="95014"/>
                    </a:lnTo>
                    <a:lnTo>
                      <a:pt x="2364695" y="95014"/>
                    </a:lnTo>
                    <a:lnTo>
                      <a:pt x="2443437" y="0"/>
                    </a:lnTo>
                    <a:close/>
                    <a:moveTo>
                      <a:pt x="3810824" y="398362"/>
                    </a:moveTo>
                    <a:lnTo>
                      <a:pt x="3732227" y="493376"/>
                    </a:lnTo>
                    <a:lnTo>
                      <a:pt x="3586365" y="493376"/>
                    </a:lnTo>
                    <a:lnTo>
                      <a:pt x="3664962" y="398362"/>
                    </a:lnTo>
                    <a:close/>
                    <a:moveTo>
                      <a:pt x="2894681" y="1"/>
                    </a:moveTo>
                    <a:lnTo>
                      <a:pt x="2816084" y="95015"/>
                    </a:lnTo>
                    <a:lnTo>
                      <a:pt x="2670076" y="95015"/>
                    </a:lnTo>
                    <a:lnTo>
                      <a:pt x="2748817" y="1"/>
                    </a:lnTo>
                    <a:close/>
                    <a:moveTo>
                      <a:pt x="4116206" y="398362"/>
                    </a:moveTo>
                    <a:lnTo>
                      <a:pt x="4037608" y="493376"/>
                    </a:lnTo>
                    <a:lnTo>
                      <a:pt x="3891746" y="493376"/>
                    </a:lnTo>
                    <a:lnTo>
                      <a:pt x="3970343" y="398362"/>
                    </a:lnTo>
                    <a:close/>
                    <a:moveTo>
                      <a:pt x="3200061" y="1"/>
                    </a:moveTo>
                    <a:lnTo>
                      <a:pt x="3121320" y="95014"/>
                    </a:lnTo>
                    <a:lnTo>
                      <a:pt x="2975603" y="95015"/>
                    </a:lnTo>
                    <a:lnTo>
                      <a:pt x="3054200" y="1"/>
                    </a:lnTo>
                    <a:close/>
                    <a:moveTo>
                      <a:pt x="4421587" y="398361"/>
                    </a:moveTo>
                    <a:lnTo>
                      <a:pt x="4342989" y="493375"/>
                    </a:lnTo>
                    <a:lnTo>
                      <a:pt x="4197127" y="493375"/>
                    </a:lnTo>
                    <a:lnTo>
                      <a:pt x="4275724" y="398361"/>
                    </a:lnTo>
                    <a:close/>
                    <a:moveTo>
                      <a:pt x="3505443" y="0"/>
                    </a:moveTo>
                    <a:lnTo>
                      <a:pt x="3426846" y="95014"/>
                    </a:lnTo>
                    <a:lnTo>
                      <a:pt x="3280984" y="95014"/>
                    </a:lnTo>
                    <a:lnTo>
                      <a:pt x="3359581" y="0"/>
                    </a:lnTo>
                    <a:close/>
                    <a:moveTo>
                      <a:pt x="4726967" y="398361"/>
                    </a:moveTo>
                    <a:lnTo>
                      <a:pt x="4648370" y="493375"/>
                    </a:lnTo>
                    <a:lnTo>
                      <a:pt x="4502508" y="493375"/>
                    </a:lnTo>
                    <a:lnTo>
                      <a:pt x="4581105" y="398361"/>
                    </a:lnTo>
                    <a:close/>
                    <a:moveTo>
                      <a:pt x="3810824" y="1"/>
                    </a:moveTo>
                    <a:lnTo>
                      <a:pt x="3732226" y="95015"/>
                    </a:lnTo>
                    <a:lnTo>
                      <a:pt x="3586365" y="95015"/>
                    </a:lnTo>
                    <a:lnTo>
                      <a:pt x="3664961" y="1"/>
                    </a:lnTo>
                    <a:close/>
                    <a:moveTo>
                      <a:pt x="5032349" y="398361"/>
                    </a:moveTo>
                    <a:lnTo>
                      <a:pt x="4953751" y="493375"/>
                    </a:lnTo>
                    <a:lnTo>
                      <a:pt x="4807889" y="493375"/>
                    </a:lnTo>
                    <a:lnTo>
                      <a:pt x="4886486" y="398361"/>
                    </a:lnTo>
                    <a:close/>
                    <a:moveTo>
                      <a:pt x="4116206" y="1"/>
                    </a:moveTo>
                    <a:lnTo>
                      <a:pt x="4037608" y="95015"/>
                    </a:lnTo>
                    <a:lnTo>
                      <a:pt x="3891746" y="95015"/>
                    </a:lnTo>
                    <a:lnTo>
                      <a:pt x="3970343" y="1"/>
                    </a:lnTo>
                    <a:close/>
                    <a:moveTo>
                      <a:pt x="5337875" y="398362"/>
                    </a:moveTo>
                    <a:lnTo>
                      <a:pt x="5259133" y="493375"/>
                    </a:lnTo>
                    <a:lnTo>
                      <a:pt x="5113270" y="493375"/>
                    </a:lnTo>
                    <a:lnTo>
                      <a:pt x="5191867" y="398361"/>
                    </a:lnTo>
                    <a:close/>
                    <a:moveTo>
                      <a:pt x="5459262" y="444374"/>
                    </a:moveTo>
                    <a:lnTo>
                      <a:pt x="5568761" y="488242"/>
                    </a:lnTo>
                    <a:lnTo>
                      <a:pt x="5564514" y="493375"/>
                    </a:lnTo>
                    <a:lnTo>
                      <a:pt x="5418652" y="493375"/>
                    </a:lnTo>
                    <a:close/>
                    <a:moveTo>
                      <a:pt x="4523597" y="69520"/>
                    </a:moveTo>
                    <a:lnTo>
                      <a:pt x="4587233" y="95014"/>
                    </a:lnTo>
                    <a:lnTo>
                      <a:pt x="4502508" y="95014"/>
                    </a:lnTo>
                    <a:close/>
                    <a:moveTo>
                      <a:pt x="4350070" y="0"/>
                    </a:moveTo>
                    <a:lnTo>
                      <a:pt x="4403785" y="21520"/>
                    </a:lnTo>
                    <a:lnTo>
                      <a:pt x="4342988" y="95014"/>
                    </a:lnTo>
                    <a:lnTo>
                      <a:pt x="4197127" y="95014"/>
                    </a:lnTo>
                    <a:lnTo>
                      <a:pt x="4275723" y="0"/>
                    </a:lnTo>
                    <a:close/>
                  </a:path>
                </a:pathLst>
              </a:custGeom>
              <a:solidFill>
                <a:srgbClr val="231F20"/>
              </a:solidFill>
              <a:ln w="14523" cap="flat">
                <a:noFill/>
                <a:prstDash val="solid"/>
                <a:miter/>
              </a:ln>
            </p:spPr>
            <p:txBody>
              <a:bodyPr rtlCol="0" anchor="ctr"/>
              <a:lstStyle/>
              <a:p>
                <a:endParaRPr lang="en-US"/>
              </a:p>
            </p:txBody>
          </p:sp>
        </p:grpSp>
        <p:grpSp>
          <p:nvGrpSpPr>
            <p:cNvPr id="70" name="Group 69">
              <a:extLst>
                <a:ext uri="{FF2B5EF4-FFF2-40B4-BE49-F238E27FC236}">
                  <a16:creationId xmlns:a16="http://schemas.microsoft.com/office/drawing/2014/main" id="{0874A94F-0A1E-DDD3-ABE2-7BB2A6C4C56F}"/>
                </a:ext>
              </a:extLst>
            </p:cNvPr>
            <p:cNvGrpSpPr/>
            <p:nvPr userDrawn="1"/>
          </p:nvGrpSpPr>
          <p:grpSpPr>
            <a:xfrm>
              <a:off x="-746061" y="5154752"/>
              <a:ext cx="4568377" cy="699171"/>
              <a:chOff x="-746061" y="5154752"/>
              <a:chExt cx="4568377" cy="699171"/>
            </a:xfrm>
            <a:effectLst>
              <a:outerShdw blurRad="63500" sx="102000" sy="102000" algn="ctr" rotWithShape="0">
                <a:prstClr val="black">
                  <a:alpha val="40000"/>
                </a:prstClr>
              </a:outerShdw>
            </a:effectLst>
          </p:grpSpPr>
          <p:sp>
            <p:nvSpPr>
              <p:cNvPr id="69" name="Freeform: Shape 68">
                <a:extLst>
                  <a:ext uri="{FF2B5EF4-FFF2-40B4-BE49-F238E27FC236}">
                    <a16:creationId xmlns:a16="http://schemas.microsoft.com/office/drawing/2014/main" id="{1C7E9060-09C3-25B3-38E5-670FA2A6CD62}"/>
                  </a:ext>
                </a:extLst>
              </p:cNvPr>
              <p:cNvSpPr/>
              <p:nvPr/>
            </p:nvSpPr>
            <p:spPr bwMode="auto">
              <a:xfrm rot="2461262">
                <a:off x="-746061" y="5289515"/>
                <a:ext cx="4568377" cy="564408"/>
              </a:xfrm>
              <a:custGeom>
                <a:avLst/>
                <a:gdLst>
                  <a:gd name="connsiteX0" fmla="*/ 0 w 4568377"/>
                  <a:gd name="connsiteY0" fmla="*/ 0 h 564408"/>
                  <a:gd name="connsiteX1" fmla="*/ 4568377 w 4568377"/>
                  <a:gd name="connsiteY1" fmla="*/ 0 h 564408"/>
                  <a:gd name="connsiteX2" fmla="*/ 3919581 w 4568377"/>
                  <a:gd name="connsiteY2" fmla="*/ 564408 h 564408"/>
                  <a:gd name="connsiteX3" fmla="*/ 490996 w 4568377"/>
                  <a:gd name="connsiteY3" fmla="*/ 564408 h 564408"/>
                </a:gdLst>
                <a:ahLst/>
                <a:cxnLst>
                  <a:cxn ang="0">
                    <a:pos x="connsiteX0" y="connsiteY0"/>
                  </a:cxn>
                  <a:cxn ang="0">
                    <a:pos x="connsiteX1" y="connsiteY1"/>
                  </a:cxn>
                  <a:cxn ang="0">
                    <a:pos x="connsiteX2" y="connsiteY2"/>
                  </a:cxn>
                  <a:cxn ang="0">
                    <a:pos x="connsiteX3" y="connsiteY3"/>
                  </a:cxn>
                </a:cxnLst>
                <a:rect l="l" t="t" r="r" b="b"/>
                <a:pathLst>
                  <a:path w="4568377" h="564408">
                    <a:moveTo>
                      <a:pt x="0" y="0"/>
                    </a:moveTo>
                    <a:lnTo>
                      <a:pt x="4568377" y="0"/>
                    </a:lnTo>
                    <a:lnTo>
                      <a:pt x="3919581" y="564408"/>
                    </a:lnTo>
                    <a:lnTo>
                      <a:pt x="490996" y="564408"/>
                    </a:lnTo>
                    <a:close/>
                  </a:path>
                </a:pathLst>
              </a:custGeom>
              <a:gradFill>
                <a:gsLst>
                  <a:gs pos="19000">
                    <a:schemeClr val="accent2"/>
                  </a:gs>
                  <a:gs pos="4587">
                    <a:schemeClr val="accent2"/>
                  </a:gs>
                  <a:gs pos="100000">
                    <a:schemeClr val="accent2"/>
                  </a:gs>
                  <a:gs pos="33000">
                    <a:schemeClr val="accent2">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7" name="Freeform: Shape 66">
                <a:extLst>
                  <a:ext uri="{FF2B5EF4-FFF2-40B4-BE49-F238E27FC236}">
                    <a16:creationId xmlns:a16="http://schemas.microsoft.com/office/drawing/2014/main" id="{4C162819-185C-3F2A-7118-15A77D11DF15}"/>
                  </a:ext>
                </a:extLst>
              </p:cNvPr>
              <p:cNvSpPr/>
              <p:nvPr/>
            </p:nvSpPr>
            <p:spPr bwMode="auto">
              <a:xfrm rot="2461262">
                <a:off x="-582194" y="5154752"/>
                <a:ext cx="3930815" cy="564407"/>
              </a:xfrm>
              <a:custGeom>
                <a:avLst/>
                <a:gdLst>
                  <a:gd name="connsiteX0" fmla="*/ 3245809 w 3930815"/>
                  <a:gd name="connsiteY0" fmla="*/ 0 h 564407"/>
                  <a:gd name="connsiteX1" fmla="*/ 3534313 w 3930815"/>
                  <a:gd name="connsiteY1" fmla="*/ 0 h 564407"/>
                  <a:gd name="connsiteX2" fmla="*/ 3930815 w 3930815"/>
                  <a:gd name="connsiteY2" fmla="*/ 282204 h 564407"/>
                  <a:gd name="connsiteX3" fmla="*/ 3534313 w 3930815"/>
                  <a:gd name="connsiteY3" fmla="*/ 564407 h 564407"/>
                  <a:gd name="connsiteX4" fmla="*/ 3245809 w 3930815"/>
                  <a:gd name="connsiteY4" fmla="*/ 564407 h 564407"/>
                  <a:gd name="connsiteX5" fmla="*/ 3642311 w 3930815"/>
                  <a:gd name="connsiteY5" fmla="*/ 282204 h 564407"/>
                  <a:gd name="connsiteX6" fmla="*/ 2537709 w 3930815"/>
                  <a:gd name="connsiteY6" fmla="*/ 0 h 564407"/>
                  <a:gd name="connsiteX7" fmla="*/ 2826213 w 3930815"/>
                  <a:gd name="connsiteY7" fmla="*/ 0 h 564407"/>
                  <a:gd name="connsiteX8" fmla="*/ 3222715 w 3930815"/>
                  <a:gd name="connsiteY8" fmla="*/ 282204 h 564407"/>
                  <a:gd name="connsiteX9" fmla="*/ 2826213 w 3930815"/>
                  <a:gd name="connsiteY9" fmla="*/ 564407 h 564407"/>
                  <a:gd name="connsiteX10" fmla="*/ 2537709 w 3930815"/>
                  <a:gd name="connsiteY10" fmla="*/ 564407 h 564407"/>
                  <a:gd name="connsiteX11" fmla="*/ 2934211 w 3930815"/>
                  <a:gd name="connsiteY11" fmla="*/ 282204 h 564407"/>
                  <a:gd name="connsiteX12" fmla="*/ 0 w 3930815"/>
                  <a:gd name="connsiteY12" fmla="*/ 130416 h 564407"/>
                  <a:gd name="connsiteX13" fmla="*/ 213265 w 3930815"/>
                  <a:gd name="connsiteY13" fmla="*/ 282204 h 564407"/>
                  <a:gd name="connsiteX14" fmla="*/ 163103 w 3930815"/>
                  <a:gd name="connsiteY14" fmla="*/ 317906 h 564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0815" h="564407">
                    <a:moveTo>
                      <a:pt x="3245809" y="0"/>
                    </a:moveTo>
                    <a:lnTo>
                      <a:pt x="3534313" y="0"/>
                    </a:lnTo>
                    <a:lnTo>
                      <a:pt x="3930815" y="282204"/>
                    </a:lnTo>
                    <a:lnTo>
                      <a:pt x="3534313" y="564407"/>
                    </a:lnTo>
                    <a:lnTo>
                      <a:pt x="3245809" y="564407"/>
                    </a:lnTo>
                    <a:lnTo>
                      <a:pt x="3642311" y="282204"/>
                    </a:lnTo>
                    <a:close/>
                    <a:moveTo>
                      <a:pt x="2537709" y="0"/>
                    </a:moveTo>
                    <a:lnTo>
                      <a:pt x="2826213" y="0"/>
                    </a:lnTo>
                    <a:lnTo>
                      <a:pt x="3222715" y="282204"/>
                    </a:lnTo>
                    <a:lnTo>
                      <a:pt x="2826213" y="564407"/>
                    </a:lnTo>
                    <a:lnTo>
                      <a:pt x="2537709" y="564407"/>
                    </a:lnTo>
                    <a:lnTo>
                      <a:pt x="2934211" y="282204"/>
                    </a:lnTo>
                    <a:close/>
                    <a:moveTo>
                      <a:pt x="0" y="130416"/>
                    </a:moveTo>
                    <a:lnTo>
                      <a:pt x="213265" y="282204"/>
                    </a:lnTo>
                    <a:lnTo>
                      <a:pt x="163103" y="317906"/>
                    </a:lnTo>
                    <a:close/>
                  </a:path>
                </a:pathLst>
              </a:custGeom>
              <a:solidFill>
                <a:schemeClr val="accent1">
                  <a:lumMod val="75000"/>
                </a:schemeClr>
              </a:soli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grpSp>
        <p:grpSp>
          <p:nvGrpSpPr>
            <p:cNvPr id="58" name="Group 57">
              <a:extLst>
                <a:ext uri="{FF2B5EF4-FFF2-40B4-BE49-F238E27FC236}">
                  <a16:creationId xmlns:a16="http://schemas.microsoft.com/office/drawing/2014/main" id="{53DCA4B4-B514-5AA8-0068-6F67C092B4C9}"/>
                </a:ext>
              </a:extLst>
            </p:cNvPr>
            <p:cNvGrpSpPr/>
            <p:nvPr userDrawn="1"/>
          </p:nvGrpSpPr>
          <p:grpSpPr>
            <a:xfrm>
              <a:off x="6233862" y="6315045"/>
              <a:ext cx="6047280" cy="499294"/>
              <a:chOff x="6233862" y="6315045"/>
              <a:chExt cx="6047280" cy="499294"/>
            </a:xfrm>
            <a:effectLst>
              <a:outerShdw blurRad="63500" sx="102000" sy="102000" algn="ctr" rotWithShape="0">
                <a:prstClr val="black">
                  <a:alpha val="40000"/>
                </a:prstClr>
              </a:outerShdw>
            </a:effectLst>
          </p:grpSpPr>
          <p:sp>
            <p:nvSpPr>
              <p:cNvPr id="57" name="Freeform: Shape 56">
                <a:extLst>
                  <a:ext uri="{FF2B5EF4-FFF2-40B4-BE49-F238E27FC236}">
                    <a16:creationId xmlns:a16="http://schemas.microsoft.com/office/drawing/2014/main" id="{ADE9EC23-29EA-D8B3-5C24-8289F78CE663}"/>
                  </a:ext>
                </a:extLst>
              </p:cNvPr>
              <p:cNvSpPr/>
              <p:nvPr/>
            </p:nvSpPr>
            <p:spPr>
              <a:xfrm rot="20983922">
                <a:off x="6233862" y="6315045"/>
                <a:ext cx="6047280" cy="497646"/>
              </a:xfrm>
              <a:custGeom>
                <a:avLst/>
                <a:gdLst>
                  <a:gd name="connsiteX0" fmla="*/ 6047280 w 6047280"/>
                  <a:gd name="connsiteY0" fmla="*/ 3690 h 497646"/>
                  <a:gd name="connsiteX1" fmla="*/ 5957798 w 6047280"/>
                  <a:gd name="connsiteY1" fmla="*/ 497646 h 497646"/>
                  <a:gd name="connsiteX2" fmla="*/ 4607450 w 6047280"/>
                  <a:gd name="connsiteY2" fmla="*/ 497646 h 497646"/>
                  <a:gd name="connsiteX3" fmla="*/ 4607450 w 6047280"/>
                  <a:gd name="connsiteY3" fmla="*/ 493956 h 497646"/>
                  <a:gd name="connsiteX4" fmla="*/ 2726729 w 6047280"/>
                  <a:gd name="connsiteY4" fmla="*/ 493956 h 497646"/>
                  <a:gd name="connsiteX5" fmla="*/ 0 w 6047280"/>
                  <a:gd name="connsiteY5" fmla="*/ 0 h 497646"/>
                  <a:gd name="connsiteX6" fmla="*/ 4982045 w 6047280"/>
                  <a:gd name="connsiteY6" fmla="*/ 0 h 497646"/>
                  <a:gd name="connsiteX7" fmla="*/ 4982045 w 6047280"/>
                  <a:gd name="connsiteY7" fmla="*/ 3690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47280" h="497646">
                    <a:moveTo>
                      <a:pt x="6047280" y="3690"/>
                    </a:moveTo>
                    <a:lnTo>
                      <a:pt x="5957798" y="497646"/>
                    </a:lnTo>
                    <a:lnTo>
                      <a:pt x="4607450" y="497646"/>
                    </a:lnTo>
                    <a:lnTo>
                      <a:pt x="4607450" y="493956"/>
                    </a:lnTo>
                    <a:lnTo>
                      <a:pt x="2726729" y="493956"/>
                    </a:lnTo>
                    <a:lnTo>
                      <a:pt x="0" y="0"/>
                    </a:lnTo>
                    <a:lnTo>
                      <a:pt x="4982045" y="0"/>
                    </a:lnTo>
                    <a:lnTo>
                      <a:pt x="4982045" y="3690"/>
                    </a:lnTo>
                    <a:close/>
                  </a:path>
                </a:pathLst>
              </a:custGeom>
              <a:gradFill>
                <a:gsLst>
                  <a:gs pos="19000">
                    <a:schemeClr val="accent2"/>
                  </a:gs>
                  <a:gs pos="4587">
                    <a:schemeClr val="accent2"/>
                  </a:gs>
                  <a:gs pos="100000">
                    <a:schemeClr val="accent2"/>
                  </a:gs>
                  <a:gs pos="90821">
                    <a:schemeClr val="accent2">
                      <a:lumMod val="60000"/>
                      <a:lumOff val="40000"/>
                    </a:schemeClr>
                  </a:gs>
                  <a:gs pos="33000">
                    <a:schemeClr val="accent2">
                      <a:lumMod val="75000"/>
                    </a:schemeClr>
                  </a:gs>
                </a:gsLst>
                <a:lin ang="5400000" scaled="1"/>
              </a:gradFill>
              <a:ln w="14523"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37BF31DB-2D52-900F-05F4-BB6AE70B8B6D}"/>
                  </a:ext>
                </a:extLst>
              </p:cNvPr>
              <p:cNvSpPr/>
              <p:nvPr/>
            </p:nvSpPr>
            <p:spPr>
              <a:xfrm rot="20983922">
                <a:off x="6271543" y="6317273"/>
                <a:ext cx="5953772" cy="497066"/>
              </a:xfrm>
              <a:custGeom>
                <a:avLst/>
                <a:gdLst>
                  <a:gd name="connsiteX0" fmla="*/ 2288676 w 5953772"/>
                  <a:gd name="connsiteY0" fmla="*/ 398361 h 497066"/>
                  <a:gd name="connsiteX1" fmla="*/ 2272498 w 5953772"/>
                  <a:gd name="connsiteY1" fmla="*/ 417881 h 497066"/>
                  <a:gd name="connsiteX2" fmla="*/ 2164750 w 5953772"/>
                  <a:gd name="connsiteY2" fmla="*/ 398362 h 497066"/>
                  <a:gd name="connsiteX3" fmla="*/ 151010 w 5953772"/>
                  <a:gd name="connsiteY3" fmla="*/ 0 h 497066"/>
                  <a:gd name="connsiteX4" fmla="*/ 126822 w 5953772"/>
                  <a:gd name="connsiteY4" fmla="*/ 29185 h 497066"/>
                  <a:gd name="connsiteX5" fmla="*/ 0 w 5953772"/>
                  <a:gd name="connsiteY5" fmla="*/ 6210 h 497066"/>
                  <a:gd name="connsiteX6" fmla="*/ 5146 w 5953772"/>
                  <a:gd name="connsiteY6" fmla="*/ 0 h 497066"/>
                  <a:gd name="connsiteX7" fmla="*/ 2594056 w 5953772"/>
                  <a:gd name="connsiteY7" fmla="*/ 398361 h 497066"/>
                  <a:gd name="connsiteX8" fmla="*/ 2538107 w 5953772"/>
                  <a:gd name="connsiteY8" fmla="*/ 465997 h 497066"/>
                  <a:gd name="connsiteX9" fmla="*/ 2411254 w 5953772"/>
                  <a:gd name="connsiteY9" fmla="*/ 443017 h 497066"/>
                  <a:gd name="connsiteX10" fmla="*/ 2448194 w 5953772"/>
                  <a:gd name="connsiteY10" fmla="*/ 398361 h 497066"/>
                  <a:gd name="connsiteX11" fmla="*/ 456391 w 5953772"/>
                  <a:gd name="connsiteY11" fmla="*/ 1 h 497066"/>
                  <a:gd name="connsiteX12" fmla="*/ 392341 w 5953772"/>
                  <a:gd name="connsiteY12" fmla="*/ 77284 h 497066"/>
                  <a:gd name="connsiteX13" fmla="*/ 265520 w 5953772"/>
                  <a:gd name="connsiteY13" fmla="*/ 54310 h 497066"/>
                  <a:gd name="connsiteX14" fmla="*/ 310528 w 5953772"/>
                  <a:gd name="connsiteY14" fmla="*/ 1 h 497066"/>
                  <a:gd name="connsiteX15" fmla="*/ 2899438 w 5953772"/>
                  <a:gd name="connsiteY15" fmla="*/ 398362 h 497066"/>
                  <a:gd name="connsiteX16" fmla="*/ 2820841 w 5953772"/>
                  <a:gd name="connsiteY16" fmla="*/ 493376 h 497066"/>
                  <a:gd name="connsiteX17" fmla="*/ 2689245 w 5953772"/>
                  <a:gd name="connsiteY17" fmla="*/ 493376 h 497066"/>
                  <a:gd name="connsiteX18" fmla="*/ 2676838 w 5953772"/>
                  <a:gd name="connsiteY18" fmla="*/ 491128 h 497066"/>
                  <a:gd name="connsiteX19" fmla="*/ 2753576 w 5953772"/>
                  <a:gd name="connsiteY19" fmla="*/ 398362 h 497066"/>
                  <a:gd name="connsiteX20" fmla="*/ 761771 w 5953772"/>
                  <a:gd name="connsiteY20" fmla="*/ 0 h 497066"/>
                  <a:gd name="connsiteX21" fmla="*/ 683029 w 5953772"/>
                  <a:gd name="connsiteY21" fmla="*/ 95014 h 497066"/>
                  <a:gd name="connsiteX22" fmla="*/ 537167 w 5953772"/>
                  <a:gd name="connsiteY22" fmla="*/ 95014 h 497066"/>
                  <a:gd name="connsiteX23" fmla="*/ 615908 w 5953772"/>
                  <a:gd name="connsiteY23" fmla="*/ 0 h 497066"/>
                  <a:gd name="connsiteX24" fmla="*/ 3204820 w 5953772"/>
                  <a:gd name="connsiteY24" fmla="*/ 398362 h 497066"/>
                  <a:gd name="connsiteX25" fmla="*/ 3126222 w 5953772"/>
                  <a:gd name="connsiteY25" fmla="*/ 493376 h 497066"/>
                  <a:gd name="connsiteX26" fmla="*/ 2980359 w 5953772"/>
                  <a:gd name="connsiteY26" fmla="*/ 493376 h 497066"/>
                  <a:gd name="connsiteX27" fmla="*/ 3058957 w 5953772"/>
                  <a:gd name="connsiteY27" fmla="*/ 398362 h 497066"/>
                  <a:gd name="connsiteX28" fmla="*/ 1067153 w 5953772"/>
                  <a:gd name="connsiteY28" fmla="*/ 0 h 497066"/>
                  <a:gd name="connsiteX29" fmla="*/ 988409 w 5953772"/>
                  <a:gd name="connsiteY29" fmla="*/ 95014 h 497066"/>
                  <a:gd name="connsiteX30" fmla="*/ 842548 w 5953772"/>
                  <a:gd name="connsiteY30" fmla="*/ 95014 h 497066"/>
                  <a:gd name="connsiteX31" fmla="*/ 921290 w 5953772"/>
                  <a:gd name="connsiteY31" fmla="*/ 0 h 497066"/>
                  <a:gd name="connsiteX32" fmla="*/ 3510201 w 5953772"/>
                  <a:gd name="connsiteY32" fmla="*/ 398361 h 497066"/>
                  <a:gd name="connsiteX33" fmla="*/ 3431602 w 5953772"/>
                  <a:gd name="connsiteY33" fmla="*/ 493375 h 497066"/>
                  <a:gd name="connsiteX34" fmla="*/ 3285740 w 5953772"/>
                  <a:gd name="connsiteY34" fmla="*/ 493375 h 497066"/>
                  <a:gd name="connsiteX35" fmla="*/ 3364338 w 5953772"/>
                  <a:gd name="connsiteY35" fmla="*/ 398361 h 497066"/>
                  <a:gd name="connsiteX36" fmla="*/ 1372534 w 5953772"/>
                  <a:gd name="connsiteY36" fmla="*/ 1 h 497066"/>
                  <a:gd name="connsiteX37" fmla="*/ 1293792 w 5953772"/>
                  <a:gd name="connsiteY37" fmla="*/ 95015 h 497066"/>
                  <a:gd name="connsiteX38" fmla="*/ 1147928 w 5953772"/>
                  <a:gd name="connsiteY38" fmla="*/ 95015 h 497066"/>
                  <a:gd name="connsiteX39" fmla="*/ 1226672 w 5953772"/>
                  <a:gd name="connsiteY39" fmla="*/ 1 h 497066"/>
                  <a:gd name="connsiteX40" fmla="*/ 3815580 w 5953772"/>
                  <a:gd name="connsiteY40" fmla="*/ 398361 h 497066"/>
                  <a:gd name="connsiteX41" fmla="*/ 3736984 w 5953772"/>
                  <a:gd name="connsiteY41" fmla="*/ 493375 h 497066"/>
                  <a:gd name="connsiteX42" fmla="*/ 3591122 w 5953772"/>
                  <a:gd name="connsiteY42" fmla="*/ 493375 h 497066"/>
                  <a:gd name="connsiteX43" fmla="*/ 3669718 w 5953772"/>
                  <a:gd name="connsiteY43" fmla="*/ 398361 h 497066"/>
                  <a:gd name="connsiteX44" fmla="*/ 1677912 w 5953772"/>
                  <a:gd name="connsiteY44" fmla="*/ 0 h 497066"/>
                  <a:gd name="connsiteX45" fmla="*/ 1599172 w 5953772"/>
                  <a:gd name="connsiteY45" fmla="*/ 95014 h 497066"/>
                  <a:gd name="connsiteX46" fmla="*/ 1453308 w 5953772"/>
                  <a:gd name="connsiteY46" fmla="*/ 95014 h 497066"/>
                  <a:gd name="connsiteX47" fmla="*/ 1532051 w 5953772"/>
                  <a:gd name="connsiteY47" fmla="*/ 0 h 497066"/>
                  <a:gd name="connsiteX48" fmla="*/ 4120963 w 5953772"/>
                  <a:gd name="connsiteY48" fmla="*/ 398361 h 497066"/>
                  <a:gd name="connsiteX49" fmla="*/ 4042365 w 5953772"/>
                  <a:gd name="connsiteY49" fmla="*/ 493375 h 497066"/>
                  <a:gd name="connsiteX50" fmla="*/ 3896503 w 5953772"/>
                  <a:gd name="connsiteY50" fmla="*/ 493375 h 497066"/>
                  <a:gd name="connsiteX51" fmla="*/ 3975100 w 5953772"/>
                  <a:gd name="connsiteY51" fmla="*/ 398361 h 497066"/>
                  <a:gd name="connsiteX52" fmla="*/ 1983294 w 5953772"/>
                  <a:gd name="connsiteY52" fmla="*/ 1 h 497066"/>
                  <a:gd name="connsiteX53" fmla="*/ 1904699 w 5953772"/>
                  <a:gd name="connsiteY53" fmla="*/ 95015 h 497066"/>
                  <a:gd name="connsiteX54" fmla="*/ 1758690 w 5953772"/>
                  <a:gd name="connsiteY54" fmla="*/ 95015 h 497066"/>
                  <a:gd name="connsiteX55" fmla="*/ 1837431 w 5953772"/>
                  <a:gd name="connsiteY55" fmla="*/ 1 h 497066"/>
                  <a:gd name="connsiteX56" fmla="*/ 4426489 w 5953772"/>
                  <a:gd name="connsiteY56" fmla="*/ 398362 h 497066"/>
                  <a:gd name="connsiteX57" fmla="*/ 4347746 w 5953772"/>
                  <a:gd name="connsiteY57" fmla="*/ 493375 h 497066"/>
                  <a:gd name="connsiteX58" fmla="*/ 4201884 w 5953772"/>
                  <a:gd name="connsiteY58" fmla="*/ 493375 h 497066"/>
                  <a:gd name="connsiteX59" fmla="*/ 4280481 w 5953772"/>
                  <a:gd name="connsiteY59" fmla="*/ 398361 h 497066"/>
                  <a:gd name="connsiteX60" fmla="*/ 2288674 w 5953772"/>
                  <a:gd name="connsiteY60" fmla="*/ 1 h 497066"/>
                  <a:gd name="connsiteX61" fmla="*/ 2209934 w 5953772"/>
                  <a:gd name="connsiteY61" fmla="*/ 95014 h 497066"/>
                  <a:gd name="connsiteX62" fmla="*/ 2064217 w 5953772"/>
                  <a:gd name="connsiteY62" fmla="*/ 95015 h 497066"/>
                  <a:gd name="connsiteX63" fmla="*/ 2142814 w 5953772"/>
                  <a:gd name="connsiteY63" fmla="*/ 1 h 497066"/>
                  <a:gd name="connsiteX64" fmla="*/ 4731724 w 5953772"/>
                  <a:gd name="connsiteY64" fmla="*/ 398361 h 497066"/>
                  <a:gd name="connsiteX65" fmla="*/ 4728672 w 5953772"/>
                  <a:gd name="connsiteY65" fmla="*/ 402051 h 497066"/>
                  <a:gd name="connsiteX66" fmla="*/ 4732248 w 5953772"/>
                  <a:gd name="connsiteY66" fmla="*/ 402051 h 497066"/>
                  <a:gd name="connsiteX67" fmla="*/ 4653506 w 5953772"/>
                  <a:gd name="connsiteY67" fmla="*/ 497065 h 497066"/>
                  <a:gd name="connsiteX68" fmla="*/ 4569969 w 5953772"/>
                  <a:gd name="connsiteY68" fmla="*/ 497065 h 497066"/>
                  <a:gd name="connsiteX69" fmla="*/ 4569970 w 5953772"/>
                  <a:gd name="connsiteY69" fmla="*/ 493375 h 497066"/>
                  <a:gd name="connsiteX70" fmla="*/ 4507265 w 5953772"/>
                  <a:gd name="connsiteY70" fmla="*/ 493375 h 497066"/>
                  <a:gd name="connsiteX71" fmla="*/ 4586008 w 5953772"/>
                  <a:gd name="connsiteY71" fmla="*/ 398361 h 497066"/>
                  <a:gd name="connsiteX72" fmla="*/ 2594057 w 5953772"/>
                  <a:gd name="connsiteY72" fmla="*/ 0 h 497066"/>
                  <a:gd name="connsiteX73" fmla="*/ 2515460 w 5953772"/>
                  <a:gd name="connsiteY73" fmla="*/ 95014 h 497066"/>
                  <a:gd name="connsiteX74" fmla="*/ 2369598 w 5953772"/>
                  <a:gd name="connsiteY74" fmla="*/ 95014 h 497066"/>
                  <a:gd name="connsiteX75" fmla="*/ 2448195 w 5953772"/>
                  <a:gd name="connsiteY75" fmla="*/ 0 h 497066"/>
                  <a:gd name="connsiteX76" fmla="*/ 5037630 w 5953772"/>
                  <a:gd name="connsiteY76" fmla="*/ 402051 h 497066"/>
                  <a:gd name="connsiteX77" fmla="*/ 4958887 w 5953772"/>
                  <a:gd name="connsiteY77" fmla="*/ 497065 h 497066"/>
                  <a:gd name="connsiteX78" fmla="*/ 4813025 w 5953772"/>
                  <a:gd name="connsiteY78" fmla="*/ 497066 h 497066"/>
                  <a:gd name="connsiteX79" fmla="*/ 4816084 w 5953772"/>
                  <a:gd name="connsiteY79" fmla="*/ 493375 h 497066"/>
                  <a:gd name="connsiteX80" fmla="*/ 4812647 w 5953772"/>
                  <a:gd name="connsiteY80" fmla="*/ 493375 h 497066"/>
                  <a:gd name="connsiteX81" fmla="*/ 4891391 w 5953772"/>
                  <a:gd name="connsiteY81" fmla="*/ 398361 h 497066"/>
                  <a:gd name="connsiteX82" fmla="*/ 4946450 w 5953772"/>
                  <a:gd name="connsiteY82" fmla="*/ 398361 h 497066"/>
                  <a:gd name="connsiteX83" fmla="*/ 4946451 w 5953772"/>
                  <a:gd name="connsiteY83" fmla="*/ 402051 h 497066"/>
                  <a:gd name="connsiteX84" fmla="*/ 2899438 w 5953772"/>
                  <a:gd name="connsiteY84" fmla="*/ 1 h 497066"/>
                  <a:gd name="connsiteX85" fmla="*/ 2820839 w 5953772"/>
                  <a:gd name="connsiteY85" fmla="*/ 95015 h 497066"/>
                  <a:gd name="connsiteX86" fmla="*/ 2674978 w 5953772"/>
                  <a:gd name="connsiteY86" fmla="*/ 95015 h 497066"/>
                  <a:gd name="connsiteX87" fmla="*/ 2753575 w 5953772"/>
                  <a:gd name="connsiteY87" fmla="*/ 1 h 497066"/>
                  <a:gd name="connsiteX88" fmla="*/ 5343011 w 5953772"/>
                  <a:gd name="connsiteY88" fmla="*/ 402052 h 497066"/>
                  <a:gd name="connsiteX89" fmla="*/ 5264268 w 5953772"/>
                  <a:gd name="connsiteY89" fmla="*/ 497066 h 497066"/>
                  <a:gd name="connsiteX90" fmla="*/ 5118406 w 5953772"/>
                  <a:gd name="connsiteY90" fmla="*/ 497066 h 497066"/>
                  <a:gd name="connsiteX91" fmla="*/ 5197148 w 5953772"/>
                  <a:gd name="connsiteY91" fmla="*/ 402052 h 497066"/>
                  <a:gd name="connsiteX92" fmla="*/ 3204819 w 5953772"/>
                  <a:gd name="connsiteY92" fmla="*/ 1 h 497066"/>
                  <a:gd name="connsiteX93" fmla="*/ 3126221 w 5953772"/>
                  <a:gd name="connsiteY93" fmla="*/ 95015 h 497066"/>
                  <a:gd name="connsiteX94" fmla="*/ 2980359 w 5953772"/>
                  <a:gd name="connsiteY94" fmla="*/ 95015 h 497066"/>
                  <a:gd name="connsiteX95" fmla="*/ 3058956 w 5953772"/>
                  <a:gd name="connsiteY95" fmla="*/ 1 h 497066"/>
                  <a:gd name="connsiteX96" fmla="*/ 5648392 w 5953772"/>
                  <a:gd name="connsiteY96" fmla="*/ 402051 h 497066"/>
                  <a:gd name="connsiteX97" fmla="*/ 5569648 w 5953772"/>
                  <a:gd name="connsiteY97" fmla="*/ 497065 h 497066"/>
                  <a:gd name="connsiteX98" fmla="*/ 5423786 w 5953772"/>
                  <a:gd name="connsiteY98" fmla="*/ 497065 h 497066"/>
                  <a:gd name="connsiteX99" fmla="*/ 5502528 w 5953772"/>
                  <a:gd name="connsiteY99" fmla="*/ 402051 h 497066"/>
                  <a:gd name="connsiteX100" fmla="*/ 3510200 w 5953772"/>
                  <a:gd name="connsiteY100" fmla="*/ 0 h 497066"/>
                  <a:gd name="connsiteX101" fmla="*/ 3431602 w 5953772"/>
                  <a:gd name="connsiteY101" fmla="*/ 95014 h 497066"/>
                  <a:gd name="connsiteX102" fmla="*/ 3285741 w 5953772"/>
                  <a:gd name="connsiteY102" fmla="*/ 95014 h 497066"/>
                  <a:gd name="connsiteX103" fmla="*/ 3364336 w 5953772"/>
                  <a:gd name="connsiteY103" fmla="*/ 0 h 497066"/>
                  <a:gd name="connsiteX104" fmla="*/ 5937530 w 5953772"/>
                  <a:gd name="connsiteY104" fmla="*/ 402051 h 497066"/>
                  <a:gd name="connsiteX105" fmla="*/ 5932987 w 5953772"/>
                  <a:gd name="connsiteY105" fmla="*/ 427132 h 497066"/>
                  <a:gd name="connsiteX106" fmla="*/ 5875029 w 5953772"/>
                  <a:gd name="connsiteY106" fmla="*/ 497065 h 497066"/>
                  <a:gd name="connsiteX107" fmla="*/ 5729167 w 5953772"/>
                  <a:gd name="connsiteY107" fmla="*/ 497066 h 497066"/>
                  <a:gd name="connsiteX108" fmla="*/ 5807909 w 5953772"/>
                  <a:gd name="connsiteY108" fmla="*/ 402052 h 497066"/>
                  <a:gd name="connsiteX109" fmla="*/ 3815580 w 5953772"/>
                  <a:gd name="connsiteY109" fmla="*/ 0 h 497066"/>
                  <a:gd name="connsiteX110" fmla="*/ 3736984 w 5953772"/>
                  <a:gd name="connsiteY110" fmla="*/ 95014 h 497066"/>
                  <a:gd name="connsiteX111" fmla="*/ 3591122 w 5953772"/>
                  <a:gd name="connsiteY111" fmla="*/ 95014 h 497066"/>
                  <a:gd name="connsiteX112" fmla="*/ 3669719 w 5953772"/>
                  <a:gd name="connsiteY112" fmla="*/ 0 h 497066"/>
                  <a:gd name="connsiteX113" fmla="*/ 4120963 w 5953772"/>
                  <a:gd name="connsiteY113" fmla="*/ 0 h 497066"/>
                  <a:gd name="connsiteX114" fmla="*/ 4042363 w 5953772"/>
                  <a:gd name="connsiteY114" fmla="*/ 95014 h 497066"/>
                  <a:gd name="connsiteX115" fmla="*/ 3896504 w 5953772"/>
                  <a:gd name="connsiteY115" fmla="*/ 95014 h 497066"/>
                  <a:gd name="connsiteX116" fmla="*/ 3975099 w 5953772"/>
                  <a:gd name="connsiteY116" fmla="*/ 0 h 497066"/>
                  <a:gd name="connsiteX117" fmla="*/ 4426489 w 5953772"/>
                  <a:gd name="connsiteY117" fmla="*/ 0 h 497066"/>
                  <a:gd name="connsiteX118" fmla="*/ 4347745 w 5953772"/>
                  <a:gd name="connsiteY118" fmla="*/ 95014 h 497066"/>
                  <a:gd name="connsiteX119" fmla="*/ 4201883 w 5953772"/>
                  <a:gd name="connsiteY119" fmla="*/ 95014 h 497066"/>
                  <a:gd name="connsiteX120" fmla="*/ 4280480 w 5953772"/>
                  <a:gd name="connsiteY120" fmla="*/ 0 h 497066"/>
                  <a:gd name="connsiteX121" fmla="*/ 4731723 w 5953772"/>
                  <a:gd name="connsiteY121" fmla="*/ 0 h 497066"/>
                  <a:gd name="connsiteX122" fmla="*/ 4728671 w 5953772"/>
                  <a:gd name="connsiteY122" fmla="*/ 3690 h 497066"/>
                  <a:gd name="connsiteX123" fmla="*/ 4732248 w 5953772"/>
                  <a:gd name="connsiteY123" fmla="*/ 3690 h 497066"/>
                  <a:gd name="connsiteX124" fmla="*/ 4653507 w 5953772"/>
                  <a:gd name="connsiteY124" fmla="*/ 98704 h 497066"/>
                  <a:gd name="connsiteX125" fmla="*/ 4569969 w 5953772"/>
                  <a:gd name="connsiteY125" fmla="*/ 98704 h 497066"/>
                  <a:gd name="connsiteX126" fmla="*/ 4569969 w 5953772"/>
                  <a:gd name="connsiteY126" fmla="*/ 95014 h 497066"/>
                  <a:gd name="connsiteX127" fmla="*/ 4507266 w 5953772"/>
                  <a:gd name="connsiteY127" fmla="*/ 95014 h 497066"/>
                  <a:gd name="connsiteX128" fmla="*/ 4586006 w 5953772"/>
                  <a:gd name="connsiteY128" fmla="*/ 0 h 497066"/>
                  <a:gd name="connsiteX129" fmla="*/ 5037630 w 5953772"/>
                  <a:gd name="connsiteY129" fmla="*/ 3690 h 497066"/>
                  <a:gd name="connsiteX130" fmla="*/ 4958887 w 5953772"/>
                  <a:gd name="connsiteY130" fmla="*/ 98704 h 497066"/>
                  <a:gd name="connsiteX131" fmla="*/ 4813025 w 5953772"/>
                  <a:gd name="connsiteY131" fmla="*/ 98704 h 497066"/>
                  <a:gd name="connsiteX132" fmla="*/ 4816083 w 5953772"/>
                  <a:gd name="connsiteY132" fmla="*/ 95014 h 497066"/>
                  <a:gd name="connsiteX133" fmla="*/ 4812646 w 5953772"/>
                  <a:gd name="connsiteY133" fmla="*/ 95014 h 497066"/>
                  <a:gd name="connsiteX134" fmla="*/ 4891389 w 5953772"/>
                  <a:gd name="connsiteY134" fmla="*/ 0 h 497066"/>
                  <a:gd name="connsiteX135" fmla="*/ 4946451 w 5953772"/>
                  <a:gd name="connsiteY135" fmla="*/ 0 h 497066"/>
                  <a:gd name="connsiteX136" fmla="*/ 4946451 w 5953772"/>
                  <a:gd name="connsiteY136" fmla="*/ 3690 h 497066"/>
                  <a:gd name="connsiteX137" fmla="*/ 5343011 w 5953772"/>
                  <a:gd name="connsiteY137" fmla="*/ 3691 h 497066"/>
                  <a:gd name="connsiteX138" fmla="*/ 5264268 w 5953772"/>
                  <a:gd name="connsiteY138" fmla="*/ 98705 h 497066"/>
                  <a:gd name="connsiteX139" fmla="*/ 5118406 w 5953772"/>
                  <a:gd name="connsiteY139" fmla="*/ 98705 h 497066"/>
                  <a:gd name="connsiteX140" fmla="*/ 5197148 w 5953772"/>
                  <a:gd name="connsiteY140" fmla="*/ 3691 h 497066"/>
                  <a:gd name="connsiteX141" fmla="*/ 5648391 w 5953772"/>
                  <a:gd name="connsiteY141" fmla="*/ 3690 h 497066"/>
                  <a:gd name="connsiteX142" fmla="*/ 5569648 w 5953772"/>
                  <a:gd name="connsiteY142" fmla="*/ 98704 h 497066"/>
                  <a:gd name="connsiteX143" fmla="*/ 5423786 w 5953772"/>
                  <a:gd name="connsiteY143" fmla="*/ 98704 h 497066"/>
                  <a:gd name="connsiteX144" fmla="*/ 5502528 w 5953772"/>
                  <a:gd name="connsiteY144" fmla="*/ 3690 h 497066"/>
                  <a:gd name="connsiteX145" fmla="*/ 5953772 w 5953772"/>
                  <a:gd name="connsiteY145" fmla="*/ 3690 h 497066"/>
                  <a:gd name="connsiteX146" fmla="*/ 5875029 w 5953772"/>
                  <a:gd name="connsiteY146" fmla="*/ 98704 h 497066"/>
                  <a:gd name="connsiteX147" fmla="*/ 5729167 w 5953772"/>
                  <a:gd name="connsiteY147" fmla="*/ 98704 h 497066"/>
                  <a:gd name="connsiteX148" fmla="*/ 5807909 w 5953772"/>
                  <a:gd name="connsiteY148" fmla="*/ 3690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Lst>
                <a:rect l="l" t="t" r="r" b="b"/>
                <a:pathLst>
                  <a:path w="5953772" h="497066">
                    <a:moveTo>
                      <a:pt x="2288676" y="398361"/>
                    </a:moveTo>
                    <a:lnTo>
                      <a:pt x="2272498" y="417881"/>
                    </a:lnTo>
                    <a:lnTo>
                      <a:pt x="2164750" y="398362"/>
                    </a:lnTo>
                    <a:close/>
                    <a:moveTo>
                      <a:pt x="151010" y="0"/>
                    </a:moveTo>
                    <a:lnTo>
                      <a:pt x="126822" y="29185"/>
                    </a:lnTo>
                    <a:lnTo>
                      <a:pt x="0" y="6210"/>
                    </a:lnTo>
                    <a:lnTo>
                      <a:pt x="5146" y="0"/>
                    </a:lnTo>
                    <a:close/>
                    <a:moveTo>
                      <a:pt x="2594056" y="398361"/>
                    </a:moveTo>
                    <a:lnTo>
                      <a:pt x="2538107" y="465997"/>
                    </a:lnTo>
                    <a:lnTo>
                      <a:pt x="2411254" y="443017"/>
                    </a:lnTo>
                    <a:lnTo>
                      <a:pt x="2448194" y="398361"/>
                    </a:lnTo>
                    <a:close/>
                    <a:moveTo>
                      <a:pt x="456391" y="1"/>
                    </a:moveTo>
                    <a:lnTo>
                      <a:pt x="392341" y="77284"/>
                    </a:lnTo>
                    <a:lnTo>
                      <a:pt x="265520" y="54310"/>
                    </a:lnTo>
                    <a:lnTo>
                      <a:pt x="310528" y="1"/>
                    </a:lnTo>
                    <a:close/>
                    <a:moveTo>
                      <a:pt x="2899438" y="398362"/>
                    </a:moveTo>
                    <a:lnTo>
                      <a:pt x="2820841" y="493376"/>
                    </a:lnTo>
                    <a:lnTo>
                      <a:pt x="2689245" y="493376"/>
                    </a:lnTo>
                    <a:lnTo>
                      <a:pt x="2676838" y="491128"/>
                    </a:lnTo>
                    <a:lnTo>
                      <a:pt x="2753576" y="398362"/>
                    </a:lnTo>
                    <a:close/>
                    <a:moveTo>
                      <a:pt x="761771" y="0"/>
                    </a:moveTo>
                    <a:lnTo>
                      <a:pt x="683029" y="95014"/>
                    </a:lnTo>
                    <a:lnTo>
                      <a:pt x="537167" y="95014"/>
                    </a:lnTo>
                    <a:lnTo>
                      <a:pt x="615908" y="0"/>
                    </a:lnTo>
                    <a:close/>
                    <a:moveTo>
                      <a:pt x="3204820" y="398362"/>
                    </a:moveTo>
                    <a:lnTo>
                      <a:pt x="3126222" y="493376"/>
                    </a:lnTo>
                    <a:lnTo>
                      <a:pt x="2980359" y="493376"/>
                    </a:lnTo>
                    <a:lnTo>
                      <a:pt x="3058957" y="398362"/>
                    </a:lnTo>
                    <a:close/>
                    <a:moveTo>
                      <a:pt x="1067153" y="0"/>
                    </a:moveTo>
                    <a:lnTo>
                      <a:pt x="988409" y="95014"/>
                    </a:lnTo>
                    <a:lnTo>
                      <a:pt x="842548" y="95014"/>
                    </a:lnTo>
                    <a:lnTo>
                      <a:pt x="921290" y="0"/>
                    </a:lnTo>
                    <a:close/>
                    <a:moveTo>
                      <a:pt x="3510201" y="398361"/>
                    </a:moveTo>
                    <a:lnTo>
                      <a:pt x="3431602" y="493375"/>
                    </a:lnTo>
                    <a:lnTo>
                      <a:pt x="3285740" y="493375"/>
                    </a:lnTo>
                    <a:lnTo>
                      <a:pt x="3364338" y="398361"/>
                    </a:lnTo>
                    <a:close/>
                    <a:moveTo>
                      <a:pt x="1372534" y="1"/>
                    </a:moveTo>
                    <a:lnTo>
                      <a:pt x="1293792" y="95015"/>
                    </a:lnTo>
                    <a:lnTo>
                      <a:pt x="1147928" y="95015"/>
                    </a:lnTo>
                    <a:lnTo>
                      <a:pt x="1226672" y="1"/>
                    </a:lnTo>
                    <a:close/>
                    <a:moveTo>
                      <a:pt x="3815580" y="398361"/>
                    </a:moveTo>
                    <a:lnTo>
                      <a:pt x="3736984" y="493375"/>
                    </a:lnTo>
                    <a:lnTo>
                      <a:pt x="3591122" y="493375"/>
                    </a:lnTo>
                    <a:lnTo>
                      <a:pt x="3669718" y="398361"/>
                    </a:lnTo>
                    <a:close/>
                    <a:moveTo>
                      <a:pt x="1677912" y="0"/>
                    </a:moveTo>
                    <a:lnTo>
                      <a:pt x="1599172" y="95014"/>
                    </a:lnTo>
                    <a:lnTo>
                      <a:pt x="1453308" y="95014"/>
                    </a:lnTo>
                    <a:lnTo>
                      <a:pt x="1532051" y="0"/>
                    </a:lnTo>
                    <a:close/>
                    <a:moveTo>
                      <a:pt x="4120963" y="398361"/>
                    </a:moveTo>
                    <a:lnTo>
                      <a:pt x="4042365" y="493375"/>
                    </a:lnTo>
                    <a:lnTo>
                      <a:pt x="3896503" y="493375"/>
                    </a:lnTo>
                    <a:lnTo>
                      <a:pt x="3975100" y="398361"/>
                    </a:lnTo>
                    <a:close/>
                    <a:moveTo>
                      <a:pt x="1983294" y="1"/>
                    </a:moveTo>
                    <a:lnTo>
                      <a:pt x="1904699" y="95015"/>
                    </a:lnTo>
                    <a:lnTo>
                      <a:pt x="1758690" y="95015"/>
                    </a:lnTo>
                    <a:lnTo>
                      <a:pt x="1837431" y="1"/>
                    </a:lnTo>
                    <a:close/>
                    <a:moveTo>
                      <a:pt x="4426489" y="398362"/>
                    </a:moveTo>
                    <a:lnTo>
                      <a:pt x="4347746" y="493375"/>
                    </a:lnTo>
                    <a:lnTo>
                      <a:pt x="4201884" y="493375"/>
                    </a:lnTo>
                    <a:lnTo>
                      <a:pt x="4280481" y="398361"/>
                    </a:lnTo>
                    <a:close/>
                    <a:moveTo>
                      <a:pt x="2288674" y="1"/>
                    </a:moveTo>
                    <a:lnTo>
                      <a:pt x="2209934" y="95014"/>
                    </a:lnTo>
                    <a:lnTo>
                      <a:pt x="2064217" y="95015"/>
                    </a:lnTo>
                    <a:lnTo>
                      <a:pt x="2142814" y="1"/>
                    </a:lnTo>
                    <a:close/>
                    <a:moveTo>
                      <a:pt x="4731724" y="398361"/>
                    </a:moveTo>
                    <a:lnTo>
                      <a:pt x="4728672" y="402051"/>
                    </a:lnTo>
                    <a:lnTo>
                      <a:pt x="4732248" y="402051"/>
                    </a:lnTo>
                    <a:lnTo>
                      <a:pt x="4653506" y="497065"/>
                    </a:lnTo>
                    <a:lnTo>
                      <a:pt x="4569969" y="497065"/>
                    </a:lnTo>
                    <a:lnTo>
                      <a:pt x="4569970" y="493375"/>
                    </a:lnTo>
                    <a:lnTo>
                      <a:pt x="4507265" y="493375"/>
                    </a:lnTo>
                    <a:lnTo>
                      <a:pt x="4586008" y="398361"/>
                    </a:lnTo>
                    <a:close/>
                    <a:moveTo>
                      <a:pt x="2594057" y="0"/>
                    </a:moveTo>
                    <a:lnTo>
                      <a:pt x="2515460" y="95014"/>
                    </a:lnTo>
                    <a:lnTo>
                      <a:pt x="2369598" y="95014"/>
                    </a:lnTo>
                    <a:lnTo>
                      <a:pt x="2448195" y="0"/>
                    </a:lnTo>
                    <a:close/>
                    <a:moveTo>
                      <a:pt x="5037630" y="402051"/>
                    </a:moveTo>
                    <a:lnTo>
                      <a:pt x="4958887" y="497065"/>
                    </a:lnTo>
                    <a:lnTo>
                      <a:pt x="4813025" y="497066"/>
                    </a:lnTo>
                    <a:lnTo>
                      <a:pt x="4816084" y="493375"/>
                    </a:lnTo>
                    <a:lnTo>
                      <a:pt x="4812647" y="493375"/>
                    </a:lnTo>
                    <a:lnTo>
                      <a:pt x="4891391" y="398361"/>
                    </a:lnTo>
                    <a:lnTo>
                      <a:pt x="4946450" y="398361"/>
                    </a:lnTo>
                    <a:lnTo>
                      <a:pt x="4946451" y="402051"/>
                    </a:lnTo>
                    <a:close/>
                    <a:moveTo>
                      <a:pt x="2899438" y="1"/>
                    </a:moveTo>
                    <a:lnTo>
                      <a:pt x="2820839" y="95015"/>
                    </a:lnTo>
                    <a:lnTo>
                      <a:pt x="2674978" y="95015"/>
                    </a:lnTo>
                    <a:lnTo>
                      <a:pt x="2753575" y="1"/>
                    </a:lnTo>
                    <a:close/>
                    <a:moveTo>
                      <a:pt x="5343011" y="402052"/>
                    </a:moveTo>
                    <a:lnTo>
                      <a:pt x="5264268" y="497066"/>
                    </a:lnTo>
                    <a:lnTo>
                      <a:pt x="5118406" y="497066"/>
                    </a:lnTo>
                    <a:lnTo>
                      <a:pt x="5197148" y="402052"/>
                    </a:lnTo>
                    <a:close/>
                    <a:moveTo>
                      <a:pt x="3204819" y="1"/>
                    </a:moveTo>
                    <a:lnTo>
                      <a:pt x="3126221" y="95015"/>
                    </a:lnTo>
                    <a:lnTo>
                      <a:pt x="2980359" y="95015"/>
                    </a:lnTo>
                    <a:lnTo>
                      <a:pt x="3058956" y="1"/>
                    </a:lnTo>
                    <a:close/>
                    <a:moveTo>
                      <a:pt x="5648392" y="402051"/>
                    </a:moveTo>
                    <a:lnTo>
                      <a:pt x="5569648" y="497065"/>
                    </a:lnTo>
                    <a:lnTo>
                      <a:pt x="5423786" y="497065"/>
                    </a:lnTo>
                    <a:lnTo>
                      <a:pt x="5502528" y="402051"/>
                    </a:lnTo>
                    <a:close/>
                    <a:moveTo>
                      <a:pt x="3510200" y="0"/>
                    </a:moveTo>
                    <a:lnTo>
                      <a:pt x="3431602" y="95014"/>
                    </a:lnTo>
                    <a:lnTo>
                      <a:pt x="3285741" y="95014"/>
                    </a:lnTo>
                    <a:lnTo>
                      <a:pt x="3364336" y="0"/>
                    </a:lnTo>
                    <a:close/>
                    <a:moveTo>
                      <a:pt x="5937530" y="402051"/>
                    </a:moveTo>
                    <a:lnTo>
                      <a:pt x="5932987" y="427132"/>
                    </a:lnTo>
                    <a:lnTo>
                      <a:pt x="5875029" y="497065"/>
                    </a:lnTo>
                    <a:lnTo>
                      <a:pt x="5729167" y="497066"/>
                    </a:lnTo>
                    <a:lnTo>
                      <a:pt x="5807909" y="402052"/>
                    </a:lnTo>
                    <a:close/>
                    <a:moveTo>
                      <a:pt x="3815580" y="0"/>
                    </a:moveTo>
                    <a:lnTo>
                      <a:pt x="3736984" y="95014"/>
                    </a:lnTo>
                    <a:lnTo>
                      <a:pt x="3591122" y="95014"/>
                    </a:lnTo>
                    <a:lnTo>
                      <a:pt x="3669719" y="0"/>
                    </a:lnTo>
                    <a:close/>
                    <a:moveTo>
                      <a:pt x="4120963" y="0"/>
                    </a:moveTo>
                    <a:lnTo>
                      <a:pt x="4042363" y="95014"/>
                    </a:lnTo>
                    <a:lnTo>
                      <a:pt x="3896504" y="95014"/>
                    </a:lnTo>
                    <a:lnTo>
                      <a:pt x="3975099" y="0"/>
                    </a:lnTo>
                    <a:close/>
                    <a:moveTo>
                      <a:pt x="4426489" y="0"/>
                    </a:moveTo>
                    <a:lnTo>
                      <a:pt x="4347745" y="95014"/>
                    </a:lnTo>
                    <a:lnTo>
                      <a:pt x="4201883" y="95014"/>
                    </a:lnTo>
                    <a:lnTo>
                      <a:pt x="4280480" y="0"/>
                    </a:lnTo>
                    <a:close/>
                    <a:moveTo>
                      <a:pt x="4731723" y="0"/>
                    </a:moveTo>
                    <a:lnTo>
                      <a:pt x="4728671" y="3690"/>
                    </a:lnTo>
                    <a:lnTo>
                      <a:pt x="4732248" y="3690"/>
                    </a:lnTo>
                    <a:lnTo>
                      <a:pt x="4653507" y="98704"/>
                    </a:lnTo>
                    <a:lnTo>
                      <a:pt x="4569969" y="98704"/>
                    </a:lnTo>
                    <a:lnTo>
                      <a:pt x="4569969" y="95014"/>
                    </a:lnTo>
                    <a:lnTo>
                      <a:pt x="4507266" y="95014"/>
                    </a:lnTo>
                    <a:lnTo>
                      <a:pt x="4586006" y="0"/>
                    </a:lnTo>
                    <a:close/>
                    <a:moveTo>
                      <a:pt x="5037630" y="3690"/>
                    </a:moveTo>
                    <a:lnTo>
                      <a:pt x="4958887" y="98704"/>
                    </a:lnTo>
                    <a:lnTo>
                      <a:pt x="4813025" y="98704"/>
                    </a:lnTo>
                    <a:lnTo>
                      <a:pt x="4816083" y="95014"/>
                    </a:lnTo>
                    <a:lnTo>
                      <a:pt x="4812646" y="95014"/>
                    </a:lnTo>
                    <a:lnTo>
                      <a:pt x="4891389" y="0"/>
                    </a:lnTo>
                    <a:lnTo>
                      <a:pt x="4946451" y="0"/>
                    </a:lnTo>
                    <a:lnTo>
                      <a:pt x="4946451" y="3690"/>
                    </a:lnTo>
                    <a:close/>
                    <a:moveTo>
                      <a:pt x="5343011" y="3691"/>
                    </a:moveTo>
                    <a:lnTo>
                      <a:pt x="5264268" y="98705"/>
                    </a:lnTo>
                    <a:lnTo>
                      <a:pt x="5118406" y="98705"/>
                    </a:lnTo>
                    <a:lnTo>
                      <a:pt x="5197148" y="3691"/>
                    </a:lnTo>
                    <a:close/>
                    <a:moveTo>
                      <a:pt x="5648391" y="3690"/>
                    </a:moveTo>
                    <a:lnTo>
                      <a:pt x="5569648" y="98704"/>
                    </a:lnTo>
                    <a:lnTo>
                      <a:pt x="5423786" y="98704"/>
                    </a:lnTo>
                    <a:lnTo>
                      <a:pt x="5502528" y="3690"/>
                    </a:lnTo>
                    <a:close/>
                    <a:moveTo>
                      <a:pt x="5953772" y="3690"/>
                    </a:moveTo>
                    <a:lnTo>
                      <a:pt x="5875029" y="98704"/>
                    </a:lnTo>
                    <a:lnTo>
                      <a:pt x="5729167" y="98704"/>
                    </a:lnTo>
                    <a:lnTo>
                      <a:pt x="5807909" y="3690"/>
                    </a:lnTo>
                    <a:close/>
                  </a:path>
                </a:pathLst>
              </a:custGeom>
              <a:solidFill>
                <a:srgbClr val="231F20"/>
              </a:solidFill>
              <a:ln w="14523" cap="flat">
                <a:noFill/>
                <a:prstDash val="solid"/>
                <a:miter/>
              </a:ln>
            </p:spPr>
            <p:txBody>
              <a:bodyPr rtlCol="0" anchor="ctr"/>
              <a:lstStyle/>
              <a:p>
                <a:endParaRPr lang="en-US"/>
              </a:p>
            </p:txBody>
          </p:sp>
        </p:grpSp>
        <p:grpSp>
          <p:nvGrpSpPr>
            <p:cNvPr id="71" name="Group 70">
              <a:extLst>
                <a:ext uri="{FF2B5EF4-FFF2-40B4-BE49-F238E27FC236}">
                  <a16:creationId xmlns:a16="http://schemas.microsoft.com/office/drawing/2014/main" id="{A5494F69-0585-7491-ACAB-1BB8D0A4C03D}"/>
                </a:ext>
              </a:extLst>
            </p:cNvPr>
            <p:cNvGrpSpPr/>
            <p:nvPr userDrawn="1"/>
          </p:nvGrpSpPr>
          <p:grpSpPr>
            <a:xfrm>
              <a:off x="-358829" y="5572258"/>
              <a:ext cx="6356180" cy="500150"/>
              <a:chOff x="-358829" y="5572258"/>
              <a:chExt cx="6356180" cy="500150"/>
            </a:xfrm>
            <a:effectLst>
              <a:outerShdw blurRad="63500" sx="102000" sy="102000" algn="ctr" rotWithShape="0">
                <a:prstClr val="black">
                  <a:alpha val="40000"/>
                </a:prstClr>
              </a:outerShdw>
            </a:effectLst>
          </p:grpSpPr>
          <p:sp>
            <p:nvSpPr>
              <p:cNvPr id="65" name="Freeform: Shape 64">
                <a:extLst>
                  <a:ext uri="{FF2B5EF4-FFF2-40B4-BE49-F238E27FC236}">
                    <a16:creationId xmlns:a16="http://schemas.microsoft.com/office/drawing/2014/main" id="{C56FDE8A-D559-7DE4-49C2-6783327C24B2}"/>
                  </a:ext>
                </a:extLst>
              </p:cNvPr>
              <p:cNvSpPr/>
              <p:nvPr userDrawn="1"/>
            </p:nvSpPr>
            <p:spPr>
              <a:xfrm rot="1400825">
                <a:off x="-358829" y="5574762"/>
                <a:ext cx="6356180" cy="497646"/>
              </a:xfrm>
              <a:custGeom>
                <a:avLst/>
                <a:gdLst>
                  <a:gd name="connsiteX0" fmla="*/ 0 w 6356180"/>
                  <a:gd name="connsiteY0" fmla="*/ 0 h 497646"/>
                  <a:gd name="connsiteX1" fmla="*/ 4087753 w 6356180"/>
                  <a:gd name="connsiteY1" fmla="*/ 0 h 497646"/>
                  <a:gd name="connsiteX2" fmla="*/ 4087753 w 6356180"/>
                  <a:gd name="connsiteY2" fmla="*/ 3690 h 497646"/>
                  <a:gd name="connsiteX3" fmla="*/ 6356180 w 6356180"/>
                  <a:gd name="connsiteY3" fmla="*/ 3690 h 497646"/>
                  <a:gd name="connsiteX4" fmla="*/ 5211817 w 6356180"/>
                  <a:gd name="connsiteY4" fmla="*/ 497646 h 497646"/>
                  <a:gd name="connsiteX5" fmla="*/ 3713159 w 6356180"/>
                  <a:gd name="connsiteY5" fmla="*/ 497646 h 497646"/>
                  <a:gd name="connsiteX6" fmla="*/ 3713159 w 6356180"/>
                  <a:gd name="connsiteY6" fmla="*/ 493956 h 497646"/>
                  <a:gd name="connsiteX7" fmla="*/ 213213 w 6356180"/>
                  <a:gd name="connsiteY7" fmla="*/ 493956 h 49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56180" h="497646">
                    <a:moveTo>
                      <a:pt x="0" y="0"/>
                    </a:moveTo>
                    <a:lnTo>
                      <a:pt x="4087753" y="0"/>
                    </a:lnTo>
                    <a:lnTo>
                      <a:pt x="4087753" y="3690"/>
                    </a:lnTo>
                    <a:lnTo>
                      <a:pt x="6356180" y="3690"/>
                    </a:lnTo>
                    <a:lnTo>
                      <a:pt x="5211817" y="497646"/>
                    </a:lnTo>
                    <a:lnTo>
                      <a:pt x="3713159" y="497646"/>
                    </a:lnTo>
                    <a:lnTo>
                      <a:pt x="3713159" y="493956"/>
                    </a:lnTo>
                    <a:lnTo>
                      <a:pt x="213213" y="493956"/>
                    </a:lnTo>
                    <a:close/>
                  </a:path>
                </a:pathLst>
              </a:custGeom>
              <a:gradFill>
                <a:gsLst>
                  <a:gs pos="19000">
                    <a:schemeClr val="accent1"/>
                  </a:gs>
                  <a:gs pos="4587">
                    <a:schemeClr val="accent1"/>
                  </a:gs>
                  <a:gs pos="100000">
                    <a:schemeClr val="accent1"/>
                  </a:gs>
                  <a:gs pos="33000">
                    <a:schemeClr val="accent1">
                      <a:lumMod val="75000"/>
                    </a:schemeClr>
                  </a:gs>
                </a:gsLst>
                <a:lin ang="5400000" scaled="1"/>
              </a:gradFill>
              <a:ln w="1452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2" name="Freeform: Shape 61">
                <a:extLst>
                  <a:ext uri="{FF2B5EF4-FFF2-40B4-BE49-F238E27FC236}">
                    <a16:creationId xmlns:a16="http://schemas.microsoft.com/office/drawing/2014/main" id="{3FC9B594-A4CE-B370-E4F6-822CF5AC698B}"/>
                  </a:ext>
                </a:extLst>
              </p:cNvPr>
              <p:cNvSpPr/>
              <p:nvPr userDrawn="1"/>
            </p:nvSpPr>
            <p:spPr>
              <a:xfrm rot="1400825">
                <a:off x="-336064" y="5572258"/>
                <a:ext cx="6296240" cy="497066"/>
              </a:xfrm>
              <a:custGeom>
                <a:avLst/>
                <a:gdLst>
                  <a:gd name="connsiteX0" fmla="*/ 5234234 w 6296240"/>
                  <a:gd name="connsiteY0" fmla="*/ 402052 h 497066"/>
                  <a:gd name="connsiteX1" fmla="*/ 5380096 w 6296240"/>
                  <a:gd name="connsiteY1" fmla="*/ 402052 h 497066"/>
                  <a:gd name="connsiteX2" fmla="*/ 5363613 w 6296240"/>
                  <a:gd name="connsiteY2" fmla="*/ 421940 h 497066"/>
                  <a:gd name="connsiteX3" fmla="*/ 5189568 w 6296240"/>
                  <a:gd name="connsiteY3" fmla="*/ 497066 h 497066"/>
                  <a:gd name="connsiteX4" fmla="*/ 5155491 w 6296240"/>
                  <a:gd name="connsiteY4" fmla="*/ 497066 h 497066"/>
                  <a:gd name="connsiteX5" fmla="*/ 6150377 w 6296240"/>
                  <a:gd name="connsiteY5" fmla="*/ 3691 h 497066"/>
                  <a:gd name="connsiteX6" fmla="*/ 6296240 w 6296240"/>
                  <a:gd name="connsiteY6" fmla="*/ 3691 h 497066"/>
                  <a:gd name="connsiteX7" fmla="*/ 6275997 w 6296240"/>
                  <a:gd name="connsiteY7" fmla="*/ 28117 h 497066"/>
                  <a:gd name="connsiteX8" fmla="*/ 6112463 w 6296240"/>
                  <a:gd name="connsiteY8" fmla="*/ 98705 h 497066"/>
                  <a:gd name="connsiteX9" fmla="*/ 6071635 w 6296240"/>
                  <a:gd name="connsiteY9" fmla="*/ 98705 h 497066"/>
                  <a:gd name="connsiteX10" fmla="*/ 4928852 w 6296240"/>
                  <a:gd name="connsiteY10" fmla="*/ 402052 h 497066"/>
                  <a:gd name="connsiteX11" fmla="*/ 5074714 w 6296240"/>
                  <a:gd name="connsiteY11" fmla="*/ 402051 h 497066"/>
                  <a:gd name="connsiteX12" fmla="*/ 4995972 w 6296240"/>
                  <a:gd name="connsiteY12" fmla="*/ 497065 h 497066"/>
                  <a:gd name="connsiteX13" fmla="*/ 4850110 w 6296240"/>
                  <a:gd name="connsiteY13" fmla="*/ 497066 h 497066"/>
                  <a:gd name="connsiteX14" fmla="*/ 5844995 w 6296240"/>
                  <a:gd name="connsiteY14" fmla="*/ 3690 h 497066"/>
                  <a:gd name="connsiteX15" fmla="*/ 5990859 w 6296240"/>
                  <a:gd name="connsiteY15" fmla="*/ 3690 h 497066"/>
                  <a:gd name="connsiteX16" fmla="*/ 5912115 w 6296240"/>
                  <a:gd name="connsiteY16" fmla="*/ 98704 h 497066"/>
                  <a:gd name="connsiteX17" fmla="*/ 5766254 w 6296240"/>
                  <a:gd name="connsiteY17" fmla="*/ 98704 h 497066"/>
                  <a:gd name="connsiteX18" fmla="*/ 4623471 w 6296240"/>
                  <a:gd name="connsiteY18" fmla="*/ 402051 h 497066"/>
                  <a:gd name="connsiteX19" fmla="*/ 4769334 w 6296240"/>
                  <a:gd name="connsiteY19" fmla="*/ 402051 h 497066"/>
                  <a:gd name="connsiteX20" fmla="*/ 4690591 w 6296240"/>
                  <a:gd name="connsiteY20" fmla="*/ 497065 h 497066"/>
                  <a:gd name="connsiteX21" fmla="*/ 4544729 w 6296240"/>
                  <a:gd name="connsiteY21" fmla="*/ 497065 h 497066"/>
                  <a:gd name="connsiteX22" fmla="*/ 5539614 w 6296240"/>
                  <a:gd name="connsiteY22" fmla="*/ 3690 h 497066"/>
                  <a:gd name="connsiteX23" fmla="*/ 5685477 w 6296240"/>
                  <a:gd name="connsiteY23" fmla="*/ 3690 h 497066"/>
                  <a:gd name="connsiteX24" fmla="*/ 5606735 w 6296240"/>
                  <a:gd name="connsiteY24" fmla="*/ 98704 h 497066"/>
                  <a:gd name="connsiteX25" fmla="*/ 5460873 w 6296240"/>
                  <a:gd name="connsiteY25" fmla="*/ 98704 h 497066"/>
                  <a:gd name="connsiteX26" fmla="*/ 4318091 w 6296240"/>
                  <a:gd name="connsiteY26" fmla="*/ 402052 h 497066"/>
                  <a:gd name="connsiteX27" fmla="*/ 4463954 w 6296240"/>
                  <a:gd name="connsiteY27" fmla="*/ 402052 h 497066"/>
                  <a:gd name="connsiteX28" fmla="*/ 4385211 w 6296240"/>
                  <a:gd name="connsiteY28" fmla="*/ 497066 h 497066"/>
                  <a:gd name="connsiteX29" fmla="*/ 4239349 w 6296240"/>
                  <a:gd name="connsiteY29" fmla="*/ 497066 h 497066"/>
                  <a:gd name="connsiteX30" fmla="*/ 5234234 w 6296240"/>
                  <a:gd name="connsiteY30" fmla="*/ 3691 h 497066"/>
                  <a:gd name="connsiteX31" fmla="*/ 5380096 w 6296240"/>
                  <a:gd name="connsiteY31" fmla="*/ 3691 h 497066"/>
                  <a:gd name="connsiteX32" fmla="*/ 5301353 w 6296240"/>
                  <a:gd name="connsiteY32" fmla="*/ 98705 h 497066"/>
                  <a:gd name="connsiteX33" fmla="*/ 5155491 w 6296240"/>
                  <a:gd name="connsiteY33" fmla="*/ 98705 h 497066"/>
                  <a:gd name="connsiteX34" fmla="*/ 4928852 w 6296240"/>
                  <a:gd name="connsiteY34" fmla="*/ 3690 h 497066"/>
                  <a:gd name="connsiteX35" fmla="*/ 5074715 w 6296240"/>
                  <a:gd name="connsiteY35" fmla="*/ 3690 h 497066"/>
                  <a:gd name="connsiteX36" fmla="*/ 4995972 w 6296240"/>
                  <a:gd name="connsiteY36" fmla="*/ 98704 h 497066"/>
                  <a:gd name="connsiteX37" fmla="*/ 4850110 w 6296240"/>
                  <a:gd name="connsiteY37" fmla="*/ 98704 h 497066"/>
                  <a:gd name="connsiteX38" fmla="*/ 4012333 w 6296240"/>
                  <a:gd name="connsiteY38" fmla="*/ 398361 h 497066"/>
                  <a:gd name="connsiteX39" fmla="*/ 4067393 w 6296240"/>
                  <a:gd name="connsiteY39" fmla="*/ 398361 h 497066"/>
                  <a:gd name="connsiteX40" fmla="*/ 4067393 w 6296240"/>
                  <a:gd name="connsiteY40" fmla="*/ 402051 h 497066"/>
                  <a:gd name="connsiteX41" fmla="*/ 4158573 w 6296240"/>
                  <a:gd name="connsiteY41" fmla="*/ 402051 h 497066"/>
                  <a:gd name="connsiteX42" fmla="*/ 4079830 w 6296240"/>
                  <a:gd name="connsiteY42" fmla="*/ 497065 h 497066"/>
                  <a:gd name="connsiteX43" fmla="*/ 3933968 w 6296240"/>
                  <a:gd name="connsiteY43" fmla="*/ 497066 h 497066"/>
                  <a:gd name="connsiteX44" fmla="*/ 3937027 w 6296240"/>
                  <a:gd name="connsiteY44" fmla="*/ 493375 h 497066"/>
                  <a:gd name="connsiteX45" fmla="*/ 3933589 w 6296240"/>
                  <a:gd name="connsiteY45" fmla="*/ 493375 h 497066"/>
                  <a:gd name="connsiteX46" fmla="*/ 4623472 w 6296240"/>
                  <a:gd name="connsiteY46" fmla="*/ 3690 h 497066"/>
                  <a:gd name="connsiteX47" fmla="*/ 4769334 w 6296240"/>
                  <a:gd name="connsiteY47" fmla="*/ 3690 h 497066"/>
                  <a:gd name="connsiteX48" fmla="*/ 4690591 w 6296240"/>
                  <a:gd name="connsiteY48" fmla="*/ 98704 h 497066"/>
                  <a:gd name="connsiteX49" fmla="*/ 4544729 w 6296240"/>
                  <a:gd name="connsiteY49" fmla="*/ 98704 h 497066"/>
                  <a:gd name="connsiteX50" fmla="*/ 3706950 w 6296240"/>
                  <a:gd name="connsiteY50" fmla="*/ 398361 h 497066"/>
                  <a:gd name="connsiteX51" fmla="*/ 3852667 w 6296240"/>
                  <a:gd name="connsiteY51" fmla="*/ 398361 h 497066"/>
                  <a:gd name="connsiteX52" fmla="*/ 3849615 w 6296240"/>
                  <a:gd name="connsiteY52" fmla="*/ 402051 h 497066"/>
                  <a:gd name="connsiteX53" fmla="*/ 3853191 w 6296240"/>
                  <a:gd name="connsiteY53" fmla="*/ 402051 h 497066"/>
                  <a:gd name="connsiteX54" fmla="*/ 3774449 w 6296240"/>
                  <a:gd name="connsiteY54" fmla="*/ 497065 h 497066"/>
                  <a:gd name="connsiteX55" fmla="*/ 3690912 w 6296240"/>
                  <a:gd name="connsiteY55" fmla="*/ 497065 h 497066"/>
                  <a:gd name="connsiteX56" fmla="*/ 3690912 w 6296240"/>
                  <a:gd name="connsiteY56" fmla="*/ 493375 h 497066"/>
                  <a:gd name="connsiteX57" fmla="*/ 3628208 w 6296240"/>
                  <a:gd name="connsiteY57" fmla="*/ 493375 h 497066"/>
                  <a:gd name="connsiteX58" fmla="*/ 4318091 w 6296240"/>
                  <a:gd name="connsiteY58" fmla="*/ 3691 h 497066"/>
                  <a:gd name="connsiteX59" fmla="*/ 4463954 w 6296240"/>
                  <a:gd name="connsiteY59" fmla="*/ 3691 h 497066"/>
                  <a:gd name="connsiteX60" fmla="*/ 4385211 w 6296240"/>
                  <a:gd name="connsiteY60" fmla="*/ 98705 h 497066"/>
                  <a:gd name="connsiteX61" fmla="*/ 4239349 w 6296240"/>
                  <a:gd name="connsiteY61" fmla="*/ 98705 h 497066"/>
                  <a:gd name="connsiteX62" fmla="*/ 3401423 w 6296240"/>
                  <a:gd name="connsiteY62" fmla="*/ 398361 h 497066"/>
                  <a:gd name="connsiteX63" fmla="*/ 3547431 w 6296240"/>
                  <a:gd name="connsiteY63" fmla="*/ 398362 h 497066"/>
                  <a:gd name="connsiteX64" fmla="*/ 3468688 w 6296240"/>
                  <a:gd name="connsiteY64" fmla="*/ 493375 h 497066"/>
                  <a:gd name="connsiteX65" fmla="*/ 3322826 w 6296240"/>
                  <a:gd name="connsiteY65" fmla="*/ 493375 h 497066"/>
                  <a:gd name="connsiteX66" fmla="*/ 3096042 w 6296240"/>
                  <a:gd name="connsiteY66" fmla="*/ 398361 h 497066"/>
                  <a:gd name="connsiteX67" fmla="*/ 3241905 w 6296240"/>
                  <a:gd name="connsiteY67" fmla="*/ 398361 h 497066"/>
                  <a:gd name="connsiteX68" fmla="*/ 3163307 w 6296240"/>
                  <a:gd name="connsiteY68" fmla="*/ 493375 h 497066"/>
                  <a:gd name="connsiteX69" fmla="*/ 3017445 w 6296240"/>
                  <a:gd name="connsiteY69" fmla="*/ 493375 h 497066"/>
                  <a:gd name="connsiteX70" fmla="*/ 4012332 w 6296240"/>
                  <a:gd name="connsiteY70" fmla="*/ 0 h 497066"/>
                  <a:gd name="connsiteX71" fmla="*/ 4067393 w 6296240"/>
                  <a:gd name="connsiteY71" fmla="*/ 0 h 497066"/>
                  <a:gd name="connsiteX72" fmla="*/ 4067393 w 6296240"/>
                  <a:gd name="connsiteY72" fmla="*/ 3690 h 497066"/>
                  <a:gd name="connsiteX73" fmla="*/ 4158573 w 6296240"/>
                  <a:gd name="connsiteY73" fmla="*/ 3690 h 497066"/>
                  <a:gd name="connsiteX74" fmla="*/ 4079830 w 6296240"/>
                  <a:gd name="connsiteY74" fmla="*/ 98704 h 497066"/>
                  <a:gd name="connsiteX75" fmla="*/ 3933968 w 6296240"/>
                  <a:gd name="connsiteY75" fmla="*/ 98704 h 497066"/>
                  <a:gd name="connsiteX76" fmla="*/ 3937026 w 6296240"/>
                  <a:gd name="connsiteY76" fmla="*/ 95014 h 497066"/>
                  <a:gd name="connsiteX77" fmla="*/ 3933588 w 6296240"/>
                  <a:gd name="connsiteY77" fmla="*/ 95014 h 497066"/>
                  <a:gd name="connsiteX78" fmla="*/ 2790661 w 6296240"/>
                  <a:gd name="connsiteY78" fmla="*/ 398361 h 497066"/>
                  <a:gd name="connsiteX79" fmla="*/ 2936523 w 6296240"/>
                  <a:gd name="connsiteY79" fmla="*/ 398361 h 497066"/>
                  <a:gd name="connsiteX80" fmla="*/ 2857926 w 6296240"/>
                  <a:gd name="connsiteY80" fmla="*/ 493375 h 497066"/>
                  <a:gd name="connsiteX81" fmla="*/ 2712064 w 6296240"/>
                  <a:gd name="connsiteY81" fmla="*/ 493375 h 497066"/>
                  <a:gd name="connsiteX82" fmla="*/ 3706949 w 6296240"/>
                  <a:gd name="connsiteY82" fmla="*/ 0 h 497066"/>
                  <a:gd name="connsiteX83" fmla="*/ 3852666 w 6296240"/>
                  <a:gd name="connsiteY83" fmla="*/ 0 h 497066"/>
                  <a:gd name="connsiteX84" fmla="*/ 3849614 w 6296240"/>
                  <a:gd name="connsiteY84" fmla="*/ 3690 h 497066"/>
                  <a:gd name="connsiteX85" fmla="*/ 3853191 w 6296240"/>
                  <a:gd name="connsiteY85" fmla="*/ 3690 h 497066"/>
                  <a:gd name="connsiteX86" fmla="*/ 3774449 w 6296240"/>
                  <a:gd name="connsiteY86" fmla="*/ 98704 h 497066"/>
                  <a:gd name="connsiteX87" fmla="*/ 3690912 w 6296240"/>
                  <a:gd name="connsiteY87" fmla="*/ 98704 h 497066"/>
                  <a:gd name="connsiteX88" fmla="*/ 3690912 w 6296240"/>
                  <a:gd name="connsiteY88" fmla="*/ 95014 h 497066"/>
                  <a:gd name="connsiteX89" fmla="*/ 3628208 w 6296240"/>
                  <a:gd name="connsiteY89" fmla="*/ 95014 h 497066"/>
                  <a:gd name="connsiteX90" fmla="*/ 2485280 w 6296240"/>
                  <a:gd name="connsiteY90" fmla="*/ 398361 h 497066"/>
                  <a:gd name="connsiteX91" fmla="*/ 2631143 w 6296240"/>
                  <a:gd name="connsiteY91" fmla="*/ 398361 h 497066"/>
                  <a:gd name="connsiteX92" fmla="*/ 2552545 w 6296240"/>
                  <a:gd name="connsiteY92" fmla="*/ 493375 h 497066"/>
                  <a:gd name="connsiteX93" fmla="*/ 2406683 w 6296240"/>
                  <a:gd name="connsiteY93" fmla="*/ 493375 h 497066"/>
                  <a:gd name="connsiteX94" fmla="*/ 3401423 w 6296240"/>
                  <a:gd name="connsiteY94" fmla="*/ 0 h 497066"/>
                  <a:gd name="connsiteX95" fmla="*/ 3547431 w 6296240"/>
                  <a:gd name="connsiteY95" fmla="*/ 0 h 497066"/>
                  <a:gd name="connsiteX96" fmla="*/ 3468688 w 6296240"/>
                  <a:gd name="connsiteY96" fmla="*/ 95014 h 497066"/>
                  <a:gd name="connsiteX97" fmla="*/ 3322826 w 6296240"/>
                  <a:gd name="connsiteY97" fmla="*/ 95014 h 497066"/>
                  <a:gd name="connsiteX98" fmla="*/ 2179899 w 6296240"/>
                  <a:gd name="connsiteY98" fmla="*/ 398362 h 497066"/>
                  <a:gd name="connsiteX99" fmla="*/ 2325762 w 6296240"/>
                  <a:gd name="connsiteY99" fmla="*/ 398362 h 497066"/>
                  <a:gd name="connsiteX100" fmla="*/ 2247164 w 6296240"/>
                  <a:gd name="connsiteY100" fmla="*/ 493376 h 497066"/>
                  <a:gd name="connsiteX101" fmla="*/ 2101302 w 6296240"/>
                  <a:gd name="connsiteY101" fmla="*/ 493376 h 497066"/>
                  <a:gd name="connsiteX102" fmla="*/ 3096041 w 6296240"/>
                  <a:gd name="connsiteY102" fmla="*/ 0 h 497066"/>
                  <a:gd name="connsiteX103" fmla="*/ 3241905 w 6296240"/>
                  <a:gd name="connsiteY103" fmla="*/ 0 h 497066"/>
                  <a:gd name="connsiteX104" fmla="*/ 3163306 w 6296240"/>
                  <a:gd name="connsiteY104" fmla="*/ 95014 h 497066"/>
                  <a:gd name="connsiteX105" fmla="*/ 3017446 w 6296240"/>
                  <a:gd name="connsiteY105" fmla="*/ 95014 h 497066"/>
                  <a:gd name="connsiteX106" fmla="*/ 1874518 w 6296240"/>
                  <a:gd name="connsiteY106" fmla="*/ 398362 h 497066"/>
                  <a:gd name="connsiteX107" fmla="*/ 2020380 w 6296240"/>
                  <a:gd name="connsiteY107" fmla="*/ 398362 h 497066"/>
                  <a:gd name="connsiteX108" fmla="*/ 1941783 w 6296240"/>
                  <a:gd name="connsiteY108" fmla="*/ 493376 h 497066"/>
                  <a:gd name="connsiteX109" fmla="*/ 1795921 w 6296240"/>
                  <a:gd name="connsiteY109" fmla="*/ 493376 h 497066"/>
                  <a:gd name="connsiteX110" fmla="*/ 2790661 w 6296240"/>
                  <a:gd name="connsiteY110" fmla="*/ 0 h 497066"/>
                  <a:gd name="connsiteX111" fmla="*/ 2936522 w 6296240"/>
                  <a:gd name="connsiteY111" fmla="*/ 0 h 497066"/>
                  <a:gd name="connsiteX112" fmla="*/ 2857926 w 6296240"/>
                  <a:gd name="connsiteY112" fmla="*/ 95014 h 497066"/>
                  <a:gd name="connsiteX113" fmla="*/ 2712064 w 6296240"/>
                  <a:gd name="connsiteY113" fmla="*/ 95014 h 497066"/>
                  <a:gd name="connsiteX114" fmla="*/ 1569137 w 6296240"/>
                  <a:gd name="connsiteY114" fmla="*/ 398361 h 497066"/>
                  <a:gd name="connsiteX115" fmla="*/ 1714999 w 6296240"/>
                  <a:gd name="connsiteY115" fmla="*/ 398361 h 497066"/>
                  <a:gd name="connsiteX116" fmla="*/ 1636402 w 6296240"/>
                  <a:gd name="connsiteY116" fmla="*/ 493375 h 497066"/>
                  <a:gd name="connsiteX117" fmla="*/ 1490540 w 6296240"/>
                  <a:gd name="connsiteY117" fmla="*/ 493375 h 497066"/>
                  <a:gd name="connsiteX118" fmla="*/ 2485279 w 6296240"/>
                  <a:gd name="connsiteY118" fmla="*/ 0 h 497066"/>
                  <a:gd name="connsiteX119" fmla="*/ 2631143 w 6296240"/>
                  <a:gd name="connsiteY119" fmla="*/ 0 h 497066"/>
                  <a:gd name="connsiteX120" fmla="*/ 2552544 w 6296240"/>
                  <a:gd name="connsiteY120" fmla="*/ 95014 h 497066"/>
                  <a:gd name="connsiteX121" fmla="*/ 2406683 w 6296240"/>
                  <a:gd name="connsiteY121" fmla="*/ 95014 h 497066"/>
                  <a:gd name="connsiteX122" fmla="*/ 1263756 w 6296240"/>
                  <a:gd name="connsiteY122" fmla="*/ 398362 h 497066"/>
                  <a:gd name="connsiteX123" fmla="*/ 1409618 w 6296240"/>
                  <a:gd name="connsiteY123" fmla="*/ 398361 h 497066"/>
                  <a:gd name="connsiteX124" fmla="*/ 1330876 w 6296240"/>
                  <a:gd name="connsiteY124" fmla="*/ 493375 h 497066"/>
                  <a:gd name="connsiteX125" fmla="*/ 1185159 w 6296240"/>
                  <a:gd name="connsiteY125" fmla="*/ 493375 h 497066"/>
                  <a:gd name="connsiteX126" fmla="*/ 2179899 w 6296240"/>
                  <a:gd name="connsiteY126" fmla="*/ 1 h 497066"/>
                  <a:gd name="connsiteX127" fmla="*/ 2325762 w 6296240"/>
                  <a:gd name="connsiteY127" fmla="*/ 1 h 497066"/>
                  <a:gd name="connsiteX128" fmla="*/ 2247164 w 6296240"/>
                  <a:gd name="connsiteY128" fmla="*/ 95015 h 497066"/>
                  <a:gd name="connsiteX129" fmla="*/ 2101302 w 6296240"/>
                  <a:gd name="connsiteY129" fmla="*/ 95015 h 497066"/>
                  <a:gd name="connsiteX130" fmla="*/ 958374 w 6296240"/>
                  <a:gd name="connsiteY130" fmla="*/ 398362 h 497066"/>
                  <a:gd name="connsiteX131" fmla="*/ 1104237 w 6296240"/>
                  <a:gd name="connsiteY131" fmla="*/ 398362 h 497066"/>
                  <a:gd name="connsiteX132" fmla="*/ 1025640 w 6296240"/>
                  <a:gd name="connsiteY132" fmla="*/ 493376 h 497066"/>
                  <a:gd name="connsiteX133" fmla="*/ 879632 w 6296240"/>
                  <a:gd name="connsiteY133" fmla="*/ 493375 h 497066"/>
                  <a:gd name="connsiteX134" fmla="*/ 1874517 w 6296240"/>
                  <a:gd name="connsiteY134" fmla="*/ 1 h 497066"/>
                  <a:gd name="connsiteX135" fmla="*/ 2020380 w 6296240"/>
                  <a:gd name="connsiteY135" fmla="*/ 1 h 497066"/>
                  <a:gd name="connsiteX136" fmla="*/ 1941782 w 6296240"/>
                  <a:gd name="connsiteY136" fmla="*/ 95015 h 497066"/>
                  <a:gd name="connsiteX137" fmla="*/ 1795921 w 6296240"/>
                  <a:gd name="connsiteY137" fmla="*/ 95015 h 497066"/>
                  <a:gd name="connsiteX138" fmla="*/ 652993 w 6296240"/>
                  <a:gd name="connsiteY138" fmla="*/ 398361 h 497066"/>
                  <a:gd name="connsiteX139" fmla="*/ 798856 w 6296240"/>
                  <a:gd name="connsiteY139" fmla="*/ 398361 h 497066"/>
                  <a:gd name="connsiteX140" fmla="*/ 720113 w 6296240"/>
                  <a:gd name="connsiteY140" fmla="*/ 493375 h 497066"/>
                  <a:gd name="connsiteX141" fmla="*/ 574251 w 6296240"/>
                  <a:gd name="connsiteY141" fmla="*/ 493375 h 497066"/>
                  <a:gd name="connsiteX142" fmla="*/ 1569137 w 6296240"/>
                  <a:gd name="connsiteY142" fmla="*/ 0 h 497066"/>
                  <a:gd name="connsiteX143" fmla="*/ 1714999 w 6296240"/>
                  <a:gd name="connsiteY143" fmla="*/ 0 h 497066"/>
                  <a:gd name="connsiteX144" fmla="*/ 1636402 w 6296240"/>
                  <a:gd name="connsiteY144" fmla="*/ 95014 h 497066"/>
                  <a:gd name="connsiteX145" fmla="*/ 1490540 w 6296240"/>
                  <a:gd name="connsiteY145" fmla="*/ 95014 h 497066"/>
                  <a:gd name="connsiteX146" fmla="*/ 347613 w 6296240"/>
                  <a:gd name="connsiteY146" fmla="*/ 398362 h 497066"/>
                  <a:gd name="connsiteX147" fmla="*/ 493476 w 6296240"/>
                  <a:gd name="connsiteY147" fmla="*/ 398361 h 497066"/>
                  <a:gd name="connsiteX148" fmla="*/ 414733 w 6296240"/>
                  <a:gd name="connsiteY148" fmla="*/ 493376 h 497066"/>
                  <a:gd name="connsiteX149" fmla="*/ 268871 w 6296240"/>
                  <a:gd name="connsiteY149" fmla="*/ 493375 h 497066"/>
                  <a:gd name="connsiteX150" fmla="*/ 1263756 w 6296240"/>
                  <a:gd name="connsiteY150" fmla="*/ 1 h 497066"/>
                  <a:gd name="connsiteX151" fmla="*/ 1409617 w 6296240"/>
                  <a:gd name="connsiteY151" fmla="*/ 1 h 497066"/>
                  <a:gd name="connsiteX152" fmla="*/ 1330876 w 6296240"/>
                  <a:gd name="connsiteY152" fmla="*/ 95014 h 497066"/>
                  <a:gd name="connsiteX153" fmla="*/ 1185159 w 6296240"/>
                  <a:gd name="connsiteY153" fmla="*/ 95015 h 497066"/>
                  <a:gd name="connsiteX154" fmla="*/ 149953 w 6296240"/>
                  <a:gd name="connsiteY154" fmla="*/ 398360 h 497066"/>
                  <a:gd name="connsiteX155" fmla="*/ 188095 w 6296240"/>
                  <a:gd name="connsiteY155" fmla="*/ 398361 h 497066"/>
                  <a:gd name="connsiteX156" fmla="*/ 163015 w 6296240"/>
                  <a:gd name="connsiteY156" fmla="*/ 428623 h 497066"/>
                  <a:gd name="connsiteX157" fmla="*/ 958373 w 6296240"/>
                  <a:gd name="connsiteY157" fmla="*/ 1 h 497066"/>
                  <a:gd name="connsiteX158" fmla="*/ 1104237 w 6296240"/>
                  <a:gd name="connsiteY158" fmla="*/ 1 h 497066"/>
                  <a:gd name="connsiteX159" fmla="*/ 1025640 w 6296240"/>
                  <a:gd name="connsiteY159" fmla="*/ 95015 h 497066"/>
                  <a:gd name="connsiteX160" fmla="*/ 879632 w 6296240"/>
                  <a:gd name="connsiteY160" fmla="*/ 95015 h 497066"/>
                  <a:gd name="connsiteX161" fmla="*/ 652993 w 6296240"/>
                  <a:gd name="connsiteY161" fmla="*/ 0 h 497066"/>
                  <a:gd name="connsiteX162" fmla="*/ 798855 w 6296240"/>
                  <a:gd name="connsiteY162" fmla="*/ 0 h 497066"/>
                  <a:gd name="connsiteX163" fmla="*/ 720113 w 6296240"/>
                  <a:gd name="connsiteY163" fmla="*/ 95014 h 497066"/>
                  <a:gd name="connsiteX164" fmla="*/ 574251 w 6296240"/>
                  <a:gd name="connsiteY164" fmla="*/ 95014 h 497066"/>
                  <a:gd name="connsiteX165" fmla="*/ 347613 w 6296240"/>
                  <a:gd name="connsiteY165" fmla="*/ 1 h 497066"/>
                  <a:gd name="connsiteX166" fmla="*/ 493476 w 6296240"/>
                  <a:gd name="connsiteY166" fmla="*/ 1 h 497066"/>
                  <a:gd name="connsiteX167" fmla="*/ 414733 w 6296240"/>
                  <a:gd name="connsiteY167" fmla="*/ 95015 h 497066"/>
                  <a:gd name="connsiteX168" fmla="*/ 268871 w 6296240"/>
                  <a:gd name="connsiteY168" fmla="*/ 95015 h 497066"/>
                  <a:gd name="connsiteX169" fmla="*/ 42231 w 6296240"/>
                  <a:gd name="connsiteY169" fmla="*/ 0 h 497066"/>
                  <a:gd name="connsiteX170" fmla="*/ 188095 w 6296240"/>
                  <a:gd name="connsiteY170" fmla="*/ 0 h 497066"/>
                  <a:gd name="connsiteX171" fmla="*/ 109351 w 6296240"/>
                  <a:gd name="connsiteY171" fmla="*/ 95014 h 497066"/>
                  <a:gd name="connsiteX172" fmla="*/ 19015 w 6296240"/>
                  <a:gd name="connsiteY172" fmla="*/ 95014 h 497066"/>
                  <a:gd name="connsiteX173" fmla="*/ 0 w 6296240"/>
                  <a:gd name="connsiteY173" fmla="*/ 50959 h 497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6296240" h="497066">
                    <a:moveTo>
                      <a:pt x="5234234" y="402052"/>
                    </a:moveTo>
                    <a:lnTo>
                      <a:pt x="5380096" y="402052"/>
                    </a:lnTo>
                    <a:lnTo>
                      <a:pt x="5363613" y="421940"/>
                    </a:lnTo>
                    <a:lnTo>
                      <a:pt x="5189568" y="497066"/>
                    </a:lnTo>
                    <a:lnTo>
                      <a:pt x="5155491" y="497066"/>
                    </a:lnTo>
                    <a:close/>
                    <a:moveTo>
                      <a:pt x="6150377" y="3691"/>
                    </a:moveTo>
                    <a:lnTo>
                      <a:pt x="6296240" y="3691"/>
                    </a:lnTo>
                    <a:lnTo>
                      <a:pt x="6275997" y="28117"/>
                    </a:lnTo>
                    <a:lnTo>
                      <a:pt x="6112463" y="98705"/>
                    </a:lnTo>
                    <a:lnTo>
                      <a:pt x="6071635" y="98705"/>
                    </a:lnTo>
                    <a:close/>
                    <a:moveTo>
                      <a:pt x="4928852" y="402052"/>
                    </a:moveTo>
                    <a:lnTo>
                      <a:pt x="5074714" y="402051"/>
                    </a:lnTo>
                    <a:lnTo>
                      <a:pt x="4995972" y="497065"/>
                    </a:lnTo>
                    <a:lnTo>
                      <a:pt x="4850110" y="497066"/>
                    </a:lnTo>
                    <a:close/>
                    <a:moveTo>
                      <a:pt x="5844995" y="3690"/>
                    </a:moveTo>
                    <a:lnTo>
                      <a:pt x="5990859" y="3690"/>
                    </a:lnTo>
                    <a:lnTo>
                      <a:pt x="5912115" y="98704"/>
                    </a:lnTo>
                    <a:lnTo>
                      <a:pt x="5766254" y="98704"/>
                    </a:lnTo>
                    <a:close/>
                    <a:moveTo>
                      <a:pt x="4623471" y="402051"/>
                    </a:moveTo>
                    <a:lnTo>
                      <a:pt x="4769334" y="402051"/>
                    </a:lnTo>
                    <a:lnTo>
                      <a:pt x="4690591" y="497065"/>
                    </a:lnTo>
                    <a:lnTo>
                      <a:pt x="4544729" y="497065"/>
                    </a:lnTo>
                    <a:close/>
                    <a:moveTo>
                      <a:pt x="5539614" y="3690"/>
                    </a:moveTo>
                    <a:lnTo>
                      <a:pt x="5685477" y="3690"/>
                    </a:lnTo>
                    <a:lnTo>
                      <a:pt x="5606735" y="98704"/>
                    </a:lnTo>
                    <a:lnTo>
                      <a:pt x="5460873" y="98704"/>
                    </a:lnTo>
                    <a:close/>
                    <a:moveTo>
                      <a:pt x="4318091" y="402052"/>
                    </a:moveTo>
                    <a:lnTo>
                      <a:pt x="4463954" y="402052"/>
                    </a:lnTo>
                    <a:lnTo>
                      <a:pt x="4385211" y="497066"/>
                    </a:lnTo>
                    <a:lnTo>
                      <a:pt x="4239349" y="497066"/>
                    </a:lnTo>
                    <a:close/>
                    <a:moveTo>
                      <a:pt x="5234234" y="3691"/>
                    </a:moveTo>
                    <a:lnTo>
                      <a:pt x="5380096" y="3691"/>
                    </a:lnTo>
                    <a:lnTo>
                      <a:pt x="5301353" y="98705"/>
                    </a:lnTo>
                    <a:lnTo>
                      <a:pt x="5155491" y="98705"/>
                    </a:lnTo>
                    <a:close/>
                    <a:moveTo>
                      <a:pt x="4928852" y="3690"/>
                    </a:moveTo>
                    <a:lnTo>
                      <a:pt x="5074715" y="3690"/>
                    </a:lnTo>
                    <a:lnTo>
                      <a:pt x="4995972" y="98704"/>
                    </a:lnTo>
                    <a:lnTo>
                      <a:pt x="4850110" y="98704"/>
                    </a:lnTo>
                    <a:close/>
                    <a:moveTo>
                      <a:pt x="4012333" y="398361"/>
                    </a:moveTo>
                    <a:lnTo>
                      <a:pt x="4067393" y="398361"/>
                    </a:lnTo>
                    <a:lnTo>
                      <a:pt x="4067393" y="402051"/>
                    </a:lnTo>
                    <a:lnTo>
                      <a:pt x="4158573" y="402051"/>
                    </a:lnTo>
                    <a:lnTo>
                      <a:pt x="4079830" y="497065"/>
                    </a:lnTo>
                    <a:lnTo>
                      <a:pt x="3933968" y="497066"/>
                    </a:lnTo>
                    <a:lnTo>
                      <a:pt x="3937027" y="493375"/>
                    </a:lnTo>
                    <a:lnTo>
                      <a:pt x="3933589" y="493375"/>
                    </a:lnTo>
                    <a:close/>
                    <a:moveTo>
                      <a:pt x="4623472" y="3690"/>
                    </a:moveTo>
                    <a:lnTo>
                      <a:pt x="4769334" y="3690"/>
                    </a:lnTo>
                    <a:lnTo>
                      <a:pt x="4690591" y="98704"/>
                    </a:lnTo>
                    <a:lnTo>
                      <a:pt x="4544729" y="98704"/>
                    </a:lnTo>
                    <a:close/>
                    <a:moveTo>
                      <a:pt x="3706950" y="398361"/>
                    </a:moveTo>
                    <a:lnTo>
                      <a:pt x="3852667" y="398361"/>
                    </a:lnTo>
                    <a:lnTo>
                      <a:pt x="3849615" y="402051"/>
                    </a:lnTo>
                    <a:lnTo>
                      <a:pt x="3853191" y="402051"/>
                    </a:lnTo>
                    <a:lnTo>
                      <a:pt x="3774449" y="497065"/>
                    </a:lnTo>
                    <a:lnTo>
                      <a:pt x="3690912" y="497065"/>
                    </a:lnTo>
                    <a:lnTo>
                      <a:pt x="3690912" y="493375"/>
                    </a:lnTo>
                    <a:lnTo>
                      <a:pt x="3628208" y="493375"/>
                    </a:lnTo>
                    <a:close/>
                    <a:moveTo>
                      <a:pt x="4318091" y="3691"/>
                    </a:moveTo>
                    <a:lnTo>
                      <a:pt x="4463954" y="3691"/>
                    </a:lnTo>
                    <a:lnTo>
                      <a:pt x="4385211" y="98705"/>
                    </a:lnTo>
                    <a:lnTo>
                      <a:pt x="4239349" y="98705"/>
                    </a:lnTo>
                    <a:close/>
                    <a:moveTo>
                      <a:pt x="3401423" y="398361"/>
                    </a:moveTo>
                    <a:lnTo>
                      <a:pt x="3547431" y="398362"/>
                    </a:lnTo>
                    <a:lnTo>
                      <a:pt x="3468688" y="493375"/>
                    </a:lnTo>
                    <a:lnTo>
                      <a:pt x="3322826" y="493375"/>
                    </a:lnTo>
                    <a:close/>
                    <a:moveTo>
                      <a:pt x="3096042" y="398361"/>
                    </a:moveTo>
                    <a:lnTo>
                      <a:pt x="3241905" y="398361"/>
                    </a:lnTo>
                    <a:lnTo>
                      <a:pt x="3163307" y="493375"/>
                    </a:lnTo>
                    <a:lnTo>
                      <a:pt x="3017445" y="493375"/>
                    </a:lnTo>
                    <a:close/>
                    <a:moveTo>
                      <a:pt x="4012332" y="0"/>
                    </a:moveTo>
                    <a:lnTo>
                      <a:pt x="4067393" y="0"/>
                    </a:lnTo>
                    <a:lnTo>
                      <a:pt x="4067393" y="3690"/>
                    </a:lnTo>
                    <a:lnTo>
                      <a:pt x="4158573" y="3690"/>
                    </a:lnTo>
                    <a:lnTo>
                      <a:pt x="4079830" y="98704"/>
                    </a:lnTo>
                    <a:lnTo>
                      <a:pt x="3933968" y="98704"/>
                    </a:lnTo>
                    <a:lnTo>
                      <a:pt x="3937026" y="95014"/>
                    </a:lnTo>
                    <a:lnTo>
                      <a:pt x="3933588" y="95014"/>
                    </a:lnTo>
                    <a:close/>
                    <a:moveTo>
                      <a:pt x="2790661" y="398361"/>
                    </a:moveTo>
                    <a:lnTo>
                      <a:pt x="2936523" y="398361"/>
                    </a:lnTo>
                    <a:lnTo>
                      <a:pt x="2857926" y="493375"/>
                    </a:lnTo>
                    <a:lnTo>
                      <a:pt x="2712064" y="493375"/>
                    </a:lnTo>
                    <a:close/>
                    <a:moveTo>
                      <a:pt x="3706949" y="0"/>
                    </a:moveTo>
                    <a:lnTo>
                      <a:pt x="3852666" y="0"/>
                    </a:lnTo>
                    <a:lnTo>
                      <a:pt x="3849614" y="3690"/>
                    </a:lnTo>
                    <a:lnTo>
                      <a:pt x="3853191" y="3690"/>
                    </a:lnTo>
                    <a:lnTo>
                      <a:pt x="3774449" y="98704"/>
                    </a:lnTo>
                    <a:lnTo>
                      <a:pt x="3690912" y="98704"/>
                    </a:lnTo>
                    <a:lnTo>
                      <a:pt x="3690912" y="95014"/>
                    </a:lnTo>
                    <a:lnTo>
                      <a:pt x="3628208" y="95014"/>
                    </a:lnTo>
                    <a:close/>
                    <a:moveTo>
                      <a:pt x="2485280" y="398361"/>
                    </a:moveTo>
                    <a:lnTo>
                      <a:pt x="2631143" y="398361"/>
                    </a:lnTo>
                    <a:lnTo>
                      <a:pt x="2552545" y="493375"/>
                    </a:lnTo>
                    <a:lnTo>
                      <a:pt x="2406683" y="493375"/>
                    </a:lnTo>
                    <a:close/>
                    <a:moveTo>
                      <a:pt x="3401423" y="0"/>
                    </a:moveTo>
                    <a:lnTo>
                      <a:pt x="3547431" y="0"/>
                    </a:lnTo>
                    <a:lnTo>
                      <a:pt x="3468688" y="95014"/>
                    </a:lnTo>
                    <a:lnTo>
                      <a:pt x="3322826" y="95014"/>
                    </a:lnTo>
                    <a:close/>
                    <a:moveTo>
                      <a:pt x="2179899" y="398362"/>
                    </a:moveTo>
                    <a:lnTo>
                      <a:pt x="2325762" y="398362"/>
                    </a:lnTo>
                    <a:lnTo>
                      <a:pt x="2247164" y="493376"/>
                    </a:lnTo>
                    <a:lnTo>
                      <a:pt x="2101302" y="493376"/>
                    </a:lnTo>
                    <a:close/>
                    <a:moveTo>
                      <a:pt x="3096041" y="0"/>
                    </a:moveTo>
                    <a:lnTo>
                      <a:pt x="3241905" y="0"/>
                    </a:lnTo>
                    <a:lnTo>
                      <a:pt x="3163306" y="95014"/>
                    </a:lnTo>
                    <a:lnTo>
                      <a:pt x="3017446" y="95014"/>
                    </a:lnTo>
                    <a:close/>
                    <a:moveTo>
                      <a:pt x="1874518" y="398362"/>
                    </a:moveTo>
                    <a:lnTo>
                      <a:pt x="2020380" y="398362"/>
                    </a:lnTo>
                    <a:lnTo>
                      <a:pt x="1941783" y="493376"/>
                    </a:lnTo>
                    <a:lnTo>
                      <a:pt x="1795921" y="493376"/>
                    </a:lnTo>
                    <a:close/>
                    <a:moveTo>
                      <a:pt x="2790661" y="0"/>
                    </a:moveTo>
                    <a:lnTo>
                      <a:pt x="2936522" y="0"/>
                    </a:lnTo>
                    <a:lnTo>
                      <a:pt x="2857926" y="95014"/>
                    </a:lnTo>
                    <a:lnTo>
                      <a:pt x="2712064" y="95014"/>
                    </a:lnTo>
                    <a:close/>
                    <a:moveTo>
                      <a:pt x="1569137" y="398361"/>
                    </a:moveTo>
                    <a:lnTo>
                      <a:pt x="1714999" y="398361"/>
                    </a:lnTo>
                    <a:lnTo>
                      <a:pt x="1636402" y="493375"/>
                    </a:lnTo>
                    <a:lnTo>
                      <a:pt x="1490540" y="493375"/>
                    </a:lnTo>
                    <a:close/>
                    <a:moveTo>
                      <a:pt x="2485279" y="0"/>
                    </a:moveTo>
                    <a:lnTo>
                      <a:pt x="2631143" y="0"/>
                    </a:lnTo>
                    <a:lnTo>
                      <a:pt x="2552544" y="95014"/>
                    </a:lnTo>
                    <a:lnTo>
                      <a:pt x="2406683" y="95014"/>
                    </a:lnTo>
                    <a:close/>
                    <a:moveTo>
                      <a:pt x="1263756" y="398362"/>
                    </a:moveTo>
                    <a:lnTo>
                      <a:pt x="1409618" y="398361"/>
                    </a:lnTo>
                    <a:lnTo>
                      <a:pt x="1330876" y="493375"/>
                    </a:lnTo>
                    <a:lnTo>
                      <a:pt x="1185159" y="493375"/>
                    </a:lnTo>
                    <a:close/>
                    <a:moveTo>
                      <a:pt x="2179899" y="1"/>
                    </a:moveTo>
                    <a:lnTo>
                      <a:pt x="2325762" y="1"/>
                    </a:lnTo>
                    <a:lnTo>
                      <a:pt x="2247164" y="95015"/>
                    </a:lnTo>
                    <a:lnTo>
                      <a:pt x="2101302" y="95015"/>
                    </a:lnTo>
                    <a:close/>
                    <a:moveTo>
                      <a:pt x="958374" y="398362"/>
                    </a:moveTo>
                    <a:lnTo>
                      <a:pt x="1104237" y="398362"/>
                    </a:lnTo>
                    <a:lnTo>
                      <a:pt x="1025640" y="493376"/>
                    </a:lnTo>
                    <a:lnTo>
                      <a:pt x="879632" y="493375"/>
                    </a:lnTo>
                    <a:close/>
                    <a:moveTo>
                      <a:pt x="1874517" y="1"/>
                    </a:moveTo>
                    <a:lnTo>
                      <a:pt x="2020380" y="1"/>
                    </a:lnTo>
                    <a:lnTo>
                      <a:pt x="1941782" y="95015"/>
                    </a:lnTo>
                    <a:lnTo>
                      <a:pt x="1795921" y="95015"/>
                    </a:lnTo>
                    <a:close/>
                    <a:moveTo>
                      <a:pt x="652993" y="398361"/>
                    </a:moveTo>
                    <a:lnTo>
                      <a:pt x="798856" y="398361"/>
                    </a:lnTo>
                    <a:lnTo>
                      <a:pt x="720113" y="493375"/>
                    </a:lnTo>
                    <a:lnTo>
                      <a:pt x="574251" y="493375"/>
                    </a:lnTo>
                    <a:close/>
                    <a:moveTo>
                      <a:pt x="1569137" y="0"/>
                    </a:moveTo>
                    <a:lnTo>
                      <a:pt x="1714999" y="0"/>
                    </a:lnTo>
                    <a:lnTo>
                      <a:pt x="1636402" y="95014"/>
                    </a:lnTo>
                    <a:lnTo>
                      <a:pt x="1490540" y="95014"/>
                    </a:lnTo>
                    <a:close/>
                    <a:moveTo>
                      <a:pt x="347613" y="398362"/>
                    </a:moveTo>
                    <a:lnTo>
                      <a:pt x="493476" y="398361"/>
                    </a:lnTo>
                    <a:lnTo>
                      <a:pt x="414733" y="493376"/>
                    </a:lnTo>
                    <a:lnTo>
                      <a:pt x="268871" y="493375"/>
                    </a:lnTo>
                    <a:close/>
                    <a:moveTo>
                      <a:pt x="1263756" y="1"/>
                    </a:moveTo>
                    <a:lnTo>
                      <a:pt x="1409617" y="1"/>
                    </a:lnTo>
                    <a:lnTo>
                      <a:pt x="1330876" y="95014"/>
                    </a:lnTo>
                    <a:lnTo>
                      <a:pt x="1185159" y="95015"/>
                    </a:lnTo>
                    <a:close/>
                    <a:moveTo>
                      <a:pt x="149953" y="398360"/>
                    </a:moveTo>
                    <a:lnTo>
                      <a:pt x="188095" y="398361"/>
                    </a:lnTo>
                    <a:lnTo>
                      <a:pt x="163015" y="428623"/>
                    </a:lnTo>
                    <a:close/>
                    <a:moveTo>
                      <a:pt x="958373" y="1"/>
                    </a:moveTo>
                    <a:lnTo>
                      <a:pt x="1104237" y="1"/>
                    </a:lnTo>
                    <a:lnTo>
                      <a:pt x="1025640" y="95015"/>
                    </a:lnTo>
                    <a:lnTo>
                      <a:pt x="879632" y="95015"/>
                    </a:lnTo>
                    <a:close/>
                    <a:moveTo>
                      <a:pt x="652993" y="0"/>
                    </a:moveTo>
                    <a:lnTo>
                      <a:pt x="798855" y="0"/>
                    </a:lnTo>
                    <a:lnTo>
                      <a:pt x="720113" y="95014"/>
                    </a:lnTo>
                    <a:lnTo>
                      <a:pt x="574251" y="95014"/>
                    </a:lnTo>
                    <a:close/>
                    <a:moveTo>
                      <a:pt x="347613" y="1"/>
                    </a:moveTo>
                    <a:lnTo>
                      <a:pt x="493476" y="1"/>
                    </a:lnTo>
                    <a:lnTo>
                      <a:pt x="414733" y="95015"/>
                    </a:lnTo>
                    <a:lnTo>
                      <a:pt x="268871" y="95015"/>
                    </a:lnTo>
                    <a:close/>
                    <a:moveTo>
                      <a:pt x="42231" y="0"/>
                    </a:moveTo>
                    <a:lnTo>
                      <a:pt x="188095" y="0"/>
                    </a:lnTo>
                    <a:lnTo>
                      <a:pt x="109351" y="95014"/>
                    </a:lnTo>
                    <a:lnTo>
                      <a:pt x="19015" y="95014"/>
                    </a:lnTo>
                    <a:lnTo>
                      <a:pt x="0" y="50959"/>
                    </a:lnTo>
                    <a:close/>
                  </a:path>
                </a:pathLst>
              </a:custGeom>
              <a:solidFill>
                <a:srgbClr val="231F20"/>
              </a:solidFill>
              <a:ln w="14523" cap="flat">
                <a:noFill/>
                <a:prstDash val="solid"/>
                <a:miter/>
              </a:ln>
            </p:spPr>
            <p:txBody>
              <a:bodyPr rtlCol="0" anchor="ctr"/>
              <a:lstStyle/>
              <a:p>
                <a:endParaRPr lang="en-US"/>
              </a:p>
            </p:txBody>
          </p:sp>
        </p:grpSp>
      </p:grpSp>
      <p:sp>
        <p:nvSpPr>
          <p:cNvPr id="3" name="TextBox 2">
            <a:extLst>
              <a:ext uri="{FF2B5EF4-FFF2-40B4-BE49-F238E27FC236}">
                <a16:creationId xmlns:a16="http://schemas.microsoft.com/office/drawing/2014/main" id="{BB819964-0ED3-C5C0-DA76-95529FC6918F}"/>
              </a:ext>
            </a:extLst>
          </p:cNvPr>
          <p:cNvSpPr txBox="1"/>
          <p:nvPr userDrawn="1"/>
        </p:nvSpPr>
        <p:spPr>
          <a:xfrm>
            <a:off x="3505710" y="5512539"/>
            <a:ext cx="7033954" cy="830997"/>
          </a:xfrm>
          <a:prstGeom prst="rect">
            <a:avLst/>
          </a:prstGeom>
          <a:noFill/>
        </p:spPr>
        <p:txBody>
          <a:bodyPr wrap="square">
            <a:spAutoFit/>
          </a:bodyPr>
          <a:lstStyle/>
          <a:p>
            <a:pPr algn="ctr"/>
            <a:r>
              <a:rPr lang="en-US" sz="2400" b="1" dirty="0">
                <a:solidFill>
                  <a:schemeClr val="bg1"/>
                </a:solidFill>
                <a:latin typeface="+mn-lt"/>
              </a:rPr>
              <a:t>Attribution: </a:t>
            </a:r>
            <a:r>
              <a:rPr lang="en-US" sz="2400" dirty="0">
                <a:solidFill>
                  <a:schemeClr val="bg1"/>
                </a:solidFill>
                <a:latin typeface="+mn-lt"/>
              </a:rPr>
              <a:t>The presentation template is designed by </a:t>
            </a:r>
            <a:r>
              <a:rPr lang="en-US" sz="2400" b="1" dirty="0" err="1">
                <a:solidFill>
                  <a:schemeClr val="bg1"/>
                </a:solidFill>
                <a:latin typeface="+mn-lt"/>
              </a:rPr>
              <a:t>SketchBubble.com</a:t>
            </a:r>
            <a:endParaRPr lang="en-US" sz="2400" b="1" dirty="0">
              <a:solidFill>
                <a:schemeClr val="bg1"/>
              </a:solidFill>
              <a:latin typeface="+mn-lt"/>
            </a:endParaRPr>
          </a:p>
        </p:txBody>
      </p:sp>
    </p:spTree>
    <p:extLst>
      <p:ext uri="{BB962C8B-B14F-4D97-AF65-F5344CB8AC3E}">
        <p14:creationId xmlns:p14="http://schemas.microsoft.com/office/powerpoint/2010/main" val="1591766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71" name="Picture 70" descr="Red splattered paint on a black background&#10;&#10;AI-generated content may be incorrect.">
            <a:extLst>
              <a:ext uri="{FF2B5EF4-FFF2-40B4-BE49-F238E27FC236}">
                <a16:creationId xmlns:a16="http://schemas.microsoft.com/office/drawing/2014/main" id="{20122F47-86AB-134B-F26F-0B2C6E2CBF57}"/>
              </a:ext>
            </a:extLst>
          </p:cNvPr>
          <p:cNvPicPr>
            <a:picLocks noChangeAspect="1"/>
          </p:cNvPicPr>
          <p:nvPr userDrawn="1"/>
        </p:nvPicPr>
        <p:blipFill>
          <a:blip r:embed="rId11">
            <a:alphaModFix amt="20000"/>
            <a:extLst>
              <a:ext uri="{28A0092B-C50C-407E-A947-70E740481C1C}">
                <a14:useLocalDpi xmlns:a14="http://schemas.microsoft.com/office/drawing/2010/main" val="0"/>
              </a:ext>
            </a:extLst>
          </a:blip>
          <a:stretch>
            <a:fillRect/>
          </a:stretch>
        </p:blipFill>
        <p:spPr>
          <a:xfrm>
            <a:off x="1488" y="0"/>
            <a:ext cx="12189023" cy="6858000"/>
          </a:xfrm>
          <a:prstGeom prst="rect">
            <a:avLst/>
          </a:prstGeom>
        </p:spPr>
      </p:pic>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bg1"/>
                </a:solidFill>
                <a:latin typeface="Questrial" pitchFamily="2" charset="0"/>
              </a:defRPr>
            </a:lvl1pPr>
          </a:lstStyle>
          <a:p>
            <a:fld id="{55ED228B-CD6F-4D93-A075-1E2773C93620}" type="datetimeFigureOut">
              <a:rPr lang="en-US" smtClean="0"/>
              <a:pPr/>
              <a:t>2/5/2026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bg1"/>
                </a:solidFill>
                <a:latin typeface="Questrial" pitchFamily="2" charset="0"/>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bg1"/>
                </a:solidFill>
                <a:latin typeface="Questrial" pitchFamily="2" charset="0"/>
              </a:defRPr>
            </a:lvl1pPr>
          </a:lstStyle>
          <a:p>
            <a:fld id="{E0142D3E-FA9B-4295-ADA1-4DDAF2079E96}" type="slidenum">
              <a:rPr lang="en-US" smtClean="0"/>
              <a:pPr/>
              <a:t>‹#›</a:t>
            </a:fld>
            <a:endParaRPr lang="en-US"/>
          </a:p>
        </p:txBody>
      </p:sp>
    </p:spTree>
    <p:extLst>
      <p:ext uri="{BB962C8B-B14F-4D97-AF65-F5344CB8AC3E}">
        <p14:creationId xmlns:p14="http://schemas.microsoft.com/office/powerpoint/2010/main" val="1561342579"/>
      </p:ext>
    </p:extLst>
  </p:cSld>
  <p:clrMap bg1="lt1" tx1="dk1" bg2="lt2" tx2="dk2" accent1="accent1" accent2="accent2" accent3="accent3" accent4="accent4" accent5="accent5" accent6="accent6" hlink="hlink" folHlink="folHlink"/>
  <p:sldLayoutIdLst>
    <p:sldLayoutId id="2147483682" r:id="rId1"/>
    <p:sldLayoutId id="2147483689" r:id="rId2"/>
    <p:sldLayoutId id="2147483685" r:id="rId3"/>
    <p:sldLayoutId id="2147483686" r:id="rId4"/>
    <p:sldLayoutId id="2147483687" r:id="rId5"/>
    <p:sldLayoutId id="2147483683" r:id="rId6"/>
    <p:sldLayoutId id="2147483684" r:id="rId7"/>
    <p:sldLayoutId id="2147483688" r:id="rId8"/>
    <p:sldLayoutId id="2147483691" r:id="rId9"/>
  </p:sldLayoutIdLst>
  <p:txStyles>
    <p:titleStyle>
      <a:lvl1pPr algn="l" defTabSz="914400" rtl="0" eaLnBrk="1" latinLnBrk="0" hangingPunct="1">
        <a:lnSpc>
          <a:spcPct val="90000"/>
        </a:lnSpc>
        <a:spcBef>
          <a:spcPct val="0"/>
        </a:spcBef>
        <a:buNone/>
        <a:defRPr sz="4400" kern="1200">
          <a:solidFill>
            <a:schemeClr val="bg1"/>
          </a:solidFill>
          <a:latin typeface="Questrial"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Questrial"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Questrial"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Questrial"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Questrial"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Questrial"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04E2B-B87D-2142-76C2-7544DC08C0A4}"/>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C0522FCE-B788-047A-6579-09B612238B23}"/>
              </a:ext>
            </a:extLst>
          </p:cNvPr>
          <p:cNvGrpSpPr/>
          <p:nvPr/>
        </p:nvGrpSpPr>
        <p:grpSpPr>
          <a:xfrm>
            <a:off x="610007" y="345050"/>
            <a:ext cx="10267199" cy="4301596"/>
            <a:chOff x="731305" y="233082"/>
            <a:chExt cx="10672872" cy="4114054"/>
          </a:xfrm>
        </p:grpSpPr>
        <p:sp>
          <p:nvSpPr>
            <p:cNvPr id="69" name="TextBox 68">
              <a:extLst>
                <a:ext uri="{FF2B5EF4-FFF2-40B4-BE49-F238E27FC236}">
                  <a16:creationId xmlns:a16="http://schemas.microsoft.com/office/drawing/2014/main" id="{351C4924-26D7-13CA-866A-B8E805126FC9}"/>
                </a:ext>
              </a:extLst>
            </p:cNvPr>
            <p:cNvSpPr txBox="1"/>
            <p:nvPr/>
          </p:nvSpPr>
          <p:spPr>
            <a:xfrm>
              <a:off x="1808260" y="2389113"/>
              <a:ext cx="9595917" cy="735895"/>
            </a:xfrm>
            <a:prstGeom prst="rect">
              <a:avLst/>
            </a:prstGeom>
            <a:noFill/>
          </p:spPr>
          <p:txBody>
            <a:bodyPr wrap="square">
              <a:spAutoFit/>
            </a:bodyPr>
            <a:lstStyle/>
            <a:p>
              <a:pPr algn="ctr"/>
              <a:r>
                <a:rPr lang="en-US" sz="4400" b="1" dirty="0">
                  <a:solidFill>
                    <a:schemeClr val="bg1"/>
                  </a:solidFill>
                  <a:latin typeface="+mj-lt"/>
                </a:rPr>
                <a:t>CRIMINAL ACTIVITIES IN INDIA</a:t>
              </a:r>
            </a:p>
          </p:txBody>
        </p:sp>
        <p:grpSp>
          <p:nvGrpSpPr>
            <p:cNvPr id="12" name="Group 11">
              <a:extLst>
                <a:ext uri="{FF2B5EF4-FFF2-40B4-BE49-F238E27FC236}">
                  <a16:creationId xmlns:a16="http://schemas.microsoft.com/office/drawing/2014/main" id="{FC8EB0BE-B90B-ADDB-ADA0-382FE55E27BB}"/>
                </a:ext>
              </a:extLst>
            </p:cNvPr>
            <p:cNvGrpSpPr/>
            <p:nvPr/>
          </p:nvGrpSpPr>
          <p:grpSpPr>
            <a:xfrm>
              <a:off x="731305" y="233082"/>
              <a:ext cx="3973974" cy="4114054"/>
              <a:chOff x="454013" y="1190929"/>
              <a:chExt cx="4323734" cy="4476143"/>
            </a:xfrm>
            <a:effectLst>
              <a:outerShdw blurRad="63500" sx="102000" sy="102000" algn="ctr" rotWithShape="0">
                <a:prstClr val="black">
                  <a:alpha val="33000"/>
                </a:prstClr>
              </a:outerShdw>
            </a:effectLst>
          </p:grpSpPr>
          <p:grpSp>
            <p:nvGrpSpPr>
              <p:cNvPr id="13" name="Graphic 2">
                <a:extLst>
                  <a:ext uri="{FF2B5EF4-FFF2-40B4-BE49-F238E27FC236}">
                    <a16:creationId xmlns:a16="http://schemas.microsoft.com/office/drawing/2014/main" id="{D41139EC-403B-C38A-AFA9-70029A1C7C5A}"/>
                  </a:ext>
                </a:extLst>
              </p:cNvPr>
              <p:cNvGrpSpPr/>
              <p:nvPr/>
            </p:nvGrpSpPr>
            <p:grpSpPr>
              <a:xfrm>
                <a:off x="454013" y="2865430"/>
                <a:ext cx="2054371" cy="2801642"/>
                <a:chOff x="1263444" y="3232153"/>
                <a:chExt cx="2235914" cy="3049222"/>
              </a:xfrm>
            </p:grpSpPr>
            <p:sp>
              <p:nvSpPr>
                <p:cNvPr id="37" name="Freeform: Shape 36">
                  <a:extLst>
                    <a:ext uri="{FF2B5EF4-FFF2-40B4-BE49-F238E27FC236}">
                      <a16:creationId xmlns:a16="http://schemas.microsoft.com/office/drawing/2014/main" id="{8BC7D250-B6A5-C04D-4A38-F194C9640A3D}"/>
                    </a:ext>
                  </a:extLst>
                </p:cNvPr>
                <p:cNvSpPr/>
                <p:nvPr/>
              </p:nvSpPr>
              <p:spPr>
                <a:xfrm>
                  <a:off x="1263444" y="3547042"/>
                  <a:ext cx="2002587" cy="2734333"/>
                </a:xfrm>
                <a:custGeom>
                  <a:avLst/>
                  <a:gdLst>
                    <a:gd name="connsiteX0" fmla="*/ 1414277 w 2002587"/>
                    <a:gd name="connsiteY0" fmla="*/ 2373764 h 2734333"/>
                    <a:gd name="connsiteX1" fmla="*/ 1657070 w 2002587"/>
                    <a:gd name="connsiteY1" fmla="*/ 2356011 h 2734333"/>
                    <a:gd name="connsiteX2" fmla="*/ 1816034 w 2002587"/>
                    <a:gd name="connsiteY2" fmla="*/ 2441091 h 2734333"/>
                    <a:gd name="connsiteX3" fmla="*/ 1837101 w 2002587"/>
                    <a:gd name="connsiteY3" fmla="*/ 2510997 h 2734333"/>
                    <a:gd name="connsiteX4" fmla="*/ 1837101 w 2002587"/>
                    <a:gd name="connsiteY4" fmla="*/ 2511586 h 2734333"/>
                    <a:gd name="connsiteX5" fmla="*/ 1700457 w 2002587"/>
                    <a:gd name="connsiteY5" fmla="*/ 2688598 h 2734333"/>
                    <a:gd name="connsiteX6" fmla="*/ 1682041 w 2002587"/>
                    <a:gd name="connsiteY6" fmla="*/ 2690955 h 2734333"/>
                    <a:gd name="connsiteX7" fmla="*/ 1162793 w 2002587"/>
                    <a:gd name="connsiteY7" fmla="*/ 2729628 h 2734333"/>
                    <a:gd name="connsiteX8" fmla="*/ 18074 w 2002587"/>
                    <a:gd name="connsiteY8" fmla="*/ 1864459 h 2734333"/>
                    <a:gd name="connsiteX9" fmla="*/ 224109 w 2002587"/>
                    <a:gd name="connsiteY9" fmla="*/ 1017264 h 2734333"/>
                    <a:gd name="connsiteX10" fmla="*/ 272210 w 2002587"/>
                    <a:gd name="connsiteY10" fmla="*/ 959586 h 2734333"/>
                    <a:gd name="connsiteX11" fmla="*/ 407013 w 2002587"/>
                    <a:gd name="connsiteY11" fmla="*/ 385164 h 2734333"/>
                    <a:gd name="connsiteX12" fmla="*/ 544983 w 2002587"/>
                    <a:gd name="connsiteY12" fmla="*/ 184212 h 2734333"/>
                    <a:gd name="connsiteX13" fmla="*/ 1521015 w 2002587"/>
                    <a:gd name="connsiteY13" fmla="*/ 2928 h 2734333"/>
                    <a:gd name="connsiteX14" fmla="*/ 1721967 w 2002587"/>
                    <a:gd name="connsiteY14" fmla="*/ 140899 h 2734333"/>
                    <a:gd name="connsiteX15" fmla="*/ 1956067 w 2002587"/>
                    <a:gd name="connsiteY15" fmla="*/ 629504 h 2734333"/>
                    <a:gd name="connsiteX16" fmla="*/ 1842626 w 2002587"/>
                    <a:gd name="connsiteY16" fmla="*/ 885776 h 2734333"/>
                    <a:gd name="connsiteX17" fmla="*/ 1840711 w 2002587"/>
                    <a:gd name="connsiteY17" fmla="*/ 885997 h 2734333"/>
                    <a:gd name="connsiteX18" fmla="*/ 1441901 w 2002587"/>
                    <a:gd name="connsiteY18" fmla="*/ 851449 h 2734333"/>
                    <a:gd name="connsiteX19" fmla="*/ 1261427 w 2002587"/>
                    <a:gd name="connsiteY19" fmla="*/ 865593 h 2734333"/>
                    <a:gd name="connsiteX20" fmla="*/ 457030 w 2002587"/>
                    <a:gd name="connsiteY20" fmla="*/ 1283113 h 2734333"/>
                    <a:gd name="connsiteX21" fmla="*/ 359353 w 2002587"/>
                    <a:gd name="connsiteY21" fmla="*/ 1801036 h 2734333"/>
                    <a:gd name="connsiteX22" fmla="*/ 1003902 w 2002587"/>
                    <a:gd name="connsiteY22" fmla="*/ 2393505 h 2734333"/>
                    <a:gd name="connsiteX23" fmla="*/ 1414130 w 2002587"/>
                    <a:gd name="connsiteY23" fmla="*/ 2373690 h 273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02587" h="2734333">
                      <a:moveTo>
                        <a:pt x="1414277" y="2373764"/>
                      </a:moveTo>
                      <a:lnTo>
                        <a:pt x="1657070" y="2356011"/>
                      </a:lnTo>
                      <a:cubicBezTo>
                        <a:pt x="1724177" y="2351002"/>
                        <a:pt x="1785022" y="2386065"/>
                        <a:pt x="1816034" y="2441091"/>
                      </a:cubicBezTo>
                      <a:cubicBezTo>
                        <a:pt x="1827746" y="2461938"/>
                        <a:pt x="1835186" y="2485584"/>
                        <a:pt x="1837101" y="2510997"/>
                      </a:cubicBezTo>
                      <a:cubicBezTo>
                        <a:pt x="1837101" y="2511144"/>
                        <a:pt x="1837101" y="2511439"/>
                        <a:pt x="1837101" y="2511586"/>
                      </a:cubicBezTo>
                      <a:cubicBezTo>
                        <a:pt x="1843289" y="2597551"/>
                        <a:pt x="1783475" y="2673202"/>
                        <a:pt x="1700457" y="2688598"/>
                      </a:cubicBezTo>
                      <a:cubicBezTo>
                        <a:pt x="1694417" y="2689703"/>
                        <a:pt x="1688303" y="2690513"/>
                        <a:pt x="1682041" y="2690955"/>
                      </a:cubicBezTo>
                      <a:lnTo>
                        <a:pt x="1162793" y="2729628"/>
                      </a:lnTo>
                      <a:cubicBezTo>
                        <a:pt x="620635" y="2780750"/>
                        <a:pt x="119434" y="2410226"/>
                        <a:pt x="18074" y="1864459"/>
                      </a:cubicBezTo>
                      <a:cubicBezTo>
                        <a:pt x="-39678" y="1553455"/>
                        <a:pt x="44150" y="1248860"/>
                        <a:pt x="224109" y="1017264"/>
                      </a:cubicBezTo>
                      <a:cubicBezTo>
                        <a:pt x="241198" y="998849"/>
                        <a:pt x="257257" y="979623"/>
                        <a:pt x="272210" y="959586"/>
                      </a:cubicBezTo>
                      <a:cubicBezTo>
                        <a:pt x="391249" y="801212"/>
                        <a:pt x="446054" y="595324"/>
                        <a:pt x="407013" y="385164"/>
                      </a:cubicBezTo>
                      <a:cubicBezTo>
                        <a:pt x="389629" y="291613"/>
                        <a:pt x="451432" y="201597"/>
                        <a:pt x="544983" y="184212"/>
                      </a:cubicBezTo>
                      <a:lnTo>
                        <a:pt x="1521015" y="2928"/>
                      </a:lnTo>
                      <a:cubicBezTo>
                        <a:pt x="1614566" y="-14456"/>
                        <a:pt x="1704582" y="47347"/>
                        <a:pt x="1721967" y="140899"/>
                      </a:cubicBezTo>
                      <a:cubicBezTo>
                        <a:pt x="1721967" y="140899"/>
                        <a:pt x="1818391" y="458753"/>
                        <a:pt x="1956067" y="629504"/>
                      </a:cubicBezTo>
                      <a:cubicBezTo>
                        <a:pt x="2059858" y="758340"/>
                        <a:pt x="1975882" y="868760"/>
                        <a:pt x="1842626" y="885776"/>
                      </a:cubicBezTo>
                      <a:cubicBezTo>
                        <a:pt x="1842037" y="885776"/>
                        <a:pt x="1841374" y="885924"/>
                        <a:pt x="1840711" y="885997"/>
                      </a:cubicBezTo>
                      <a:cubicBezTo>
                        <a:pt x="1791210" y="890196"/>
                        <a:pt x="1501789" y="850418"/>
                        <a:pt x="1441901" y="851449"/>
                      </a:cubicBezTo>
                      <a:cubicBezTo>
                        <a:pt x="1376636" y="852555"/>
                        <a:pt x="1316159" y="857858"/>
                        <a:pt x="1261427" y="865593"/>
                      </a:cubicBezTo>
                      <a:cubicBezTo>
                        <a:pt x="1076313" y="891669"/>
                        <a:pt x="633010" y="1006141"/>
                        <a:pt x="457030" y="1283113"/>
                      </a:cubicBezTo>
                      <a:cubicBezTo>
                        <a:pt x="362889" y="1431249"/>
                        <a:pt x="324806" y="1614890"/>
                        <a:pt x="359353" y="1801036"/>
                      </a:cubicBezTo>
                      <a:cubicBezTo>
                        <a:pt x="419978" y="2127436"/>
                        <a:pt x="689362" y="2362346"/>
                        <a:pt x="1003902" y="2393505"/>
                      </a:cubicBezTo>
                      <a:cubicBezTo>
                        <a:pt x="1003902" y="2393505"/>
                        <a:pt x="1130676" y="2409637"/>
                        <a:pt x="1414130" y="2373690"/>
                      </a:cubicBezTo>
                      <a:close/>
                    </a:path>
                  </a:pathLst>
                </a:custGeom>
                <a:solidFill>
                  <a:schemeClr val="bg1">
                    <a:lumMod val="75000"/>
                  </a:schemeClr>
                </a:solidFill>
                <a:ln w="7359"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EF01465-C291-03DA-AB60-68314CF155C1}"/>
                    </a:ext>
                  </a:extLst>
                </p:cNvPr>
                <p:cNvSpPr/>
                <p:nvPr/>
              </p:nvSpPr>
              <p:spPr>
                <a:xfrm>
                  <a:off x="1720547" y="4398545"/>
                  <a:ext cx="1778810" cy="1660082"/>
                </a:xfrm>
                <a:custGeom>
                  <a:avLst/>
                  <a:gdLst>
                    <a:gd name="connsiteX0" fmla="*/ 1750079 w 1778810"/>
                    <a:gd name="connsiteY0" fmla="*/ 618050 h 1660082"/>
                    <a:gd name="connsiteX1" fmla="*/ 1379924 w 1778810"/>
                    <a:gd name="connsiteY1" fmla="*/ 1660083 h 1660082"/>
                    <a:gd name="connsiteX2" fmla="*/ 1379924 w 1778810"/>
                    <a:gd name="connsiteY2" fmla="*/ 1659494 h 1660082"/>
                    <a:gd name="connsiteX3" fmla="*/ 1358856 w 1778810"/>
                    <a:gd name="connsiteY3" fmla="*/ 1589588 h 1660082"/>
                    <a:gd name="connsiteX4" fmla="*/ 1199892 w 1778810"/>
                    <a:gd name="connsiteY4" fmla="*/ 1504507 h 1660082"/>
                    <a:gd name="connsiteX5" fmla="*/ 957100 w 1778810"/>
                    <a:gd name="connsiteY5" fmla="*/ 1522260 h 1660082"/>
                    <a:gd name="connsiteX6" fmla="*/ 1427142 w 1778810"/>
                    <a:gd name="connsiteY6" fmla="*/ 666373 h 1660082"/>
                    <a:gd name="connsiteX7" fmla="*/ 1392815 w 1778810"/>
                    <a:gd name="connsiteY7" fmla="*/ 550354 h 1660082"/>
                    <a:gd name="connsiteX8" fmla="*/ 985681 w 1778810"/>
                    <a:gd name="connsiteY8" fmla="*/ 200014 h 1660082"/>
                    <a:gd name="connsiteX9" fmla="*/ 0 w 1778810"/>
                    <a:gd name="connsiteY9" fmla="*/ 431683 h 1660082"/>
                    <a:gd name="connsiteX10" fmla="*/ 804397 w 1778810"/>
                    <a:gd name="connsiteY10" fmla="*/ 14163 h 1660082"/>
                    <a:gd name="connsiteX11" fmla="*/ 984871 w 1778810"/>
                    <a:gd name="connsiteY11" fmla="*/ 20 h 1660082"/>
                    <a:gd name="connsiteX12" fmla="*/ 1383681 w 1778810"/>
                    <a:gd name="connsiteY12" fmla="*/ 34568 h 1660082"/>
                    <a:gd name="connsiteX13" fmla="*/ 1443937 w 1778810"/>
                    <a:gd name="connsiteY13" fmla="*/ 87163 h 1660082"/>
                    <a:gd name="connsiteX14" fmla="*/ 1750153 w 1778810"/>
                    <a:gd name="connsiteY14" fmla="*/ 618124 h 1660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78810" h="1660082">
                      <a:moveTo>
                        <a:pt x="1750079" y="618050"/>
                      </a:moveTo>
                      <a:cubicBezTo>
                        <a:pt x="1834718" y="1073507"/>
                        <a:pt x="1738440" y="1288086"/>
                        <a:pt x="1379924" y="1660083"/>
                      </a:cubicBezTo>
                      <a:cubicBezTo>
                        <a:pt x="1379924" y="1659862"/>
                        <a:pt x="1379924" y="1659641"/>
                        <a:pt x="1379924" y="1659494"/>
                      </a:cubicBezTo>
                      <a:cubicBezTo>
                        <a:pt x="1378009" y="1634080"/>
                        <a:pt x="1370569" y="1610434"/>
                        <a:pt x="1358856" y="1589588"/>
                      </a:cubicBezTo>
                      <a:cubicBezTo>
                        <a:pt x="1327844" y="1534636"/>
                        <a:pt x="1267073" y="1499498"/>
                        <a:pt x="1199892" y="1504507"/>
                      </a:cubicBezTo>
                      <a:lnTo>
                        <a:pt x="957100" y="1522260"/>
                      </a:lnTo>
                      <a:cubicBezTo>
                        <a:pt x="1258454" y="1388930"/>
                        <a:pt x="1492628" y="1100320"/>
                        <a:pt x="1427142" y="666373"/>
                      </a:cubicBezTo>
                      <a:cubicBezTo>
                        <a:pt x="1421028" y="625858"/>
                        <a:pt x="1407989" y="587333"/>
                        <a:pt x="1392815" y="550354"/>
                      </a:cubicBezTo>
                      <a:cubicBezTo>
                        <a:pt x="1320920" y="375773"/>
                        <a:pt x="1168291" y="247969"/>
                        <a:pt x="985681" y="200014"/>
                      </a:cubicBezTo>
                      <a:cubicBezTo>
                        <a:pt x="529561" y="80312"/>
                        <a:pt x="153071" y="345130"/>
                        <a:pt x="0" y="431683"/>
                      </a:cubicBezTo>
                      <a:cubicBezTo>
                        <a:pt x="175980" y="154711"/>
                        <a:pt x="619283" y="40240"/>
                        <a:pt x="804397" y="14163"/>
                      </a:cubicBezTo>
                      <a:cubicBezTo>
                        <a:pt x="859128" y="6428"/>
                        <a:pt x="919606" y="1125"/>
                        <a:pt x="984871" y="20"/>
                      </a:cubicBezTo>
                      <a:cubicBezTo>
                        <a:pt x="1044759" y="-1012"/>
                        <a:pt x="1334179" y="38766"/>
                        <a:pt x="1383681" y="34568"/>
                      </a:cubicBezTo>
                      <a:cubicBezTo>
                        <a:pt x="1413441" y="59466"/>
                        <a:pt x="1437160" y="80533"/>
                        <a:pt x="1443937" y="87163"/>
                      </a:cubicBezTo>
                      <a:cubicBezTo>
                        <a:pt x="1588021" y="227269"/>
                        <a:pt x="1712069" y="413415"/>
                        <a:pt x="1750153" y="618124"/>
                      </a:cubicBezTo>
                      <a:close/>
                    </a:path>
                  </a:pathLst>
                </a:custGeom>
                <a:solidFill>
                  <a:schemeClr val="bg1">
                    <a:lumMod val="85000"/>
                  </a:schemeClr>
                </a:solidFill>
                <a:ln w="7359" cap="flat">
                  <a:noFill/>
                  <a:prstDash val="solid"/>
                  <a:miter/>
                </a:ln>
              </p:spPr>
              <p:txBody>
                <a:bodyPr rtlCol="0" anchor="ctr"/>
                <a:lstStyle/>
                <a:p>
                  <a:endParaRPr lang="en-US"/>
                </a:p>
              </p:txBody>
            </p:sp>
            <p:grpSp>
              <p:nvGrpSpPr>
                <p:cNvPr id="41" name="Graphic 2">
                  <a:extLst>
                    <a:ext uri="{FF2B5EF4-FFF2-40B4-BE49-F238E27FC236}">
                      <a16:creationId xmlns:a16="http://schemas.microsoft.com/office/drawing/2014/main" id="{173CCB47-6BA4-4E6C-74F0-AD8A394B8294}"/>
                    </a:ext>
                  </a:extLst>
                </p:cNvPr>
                <p:cNvGrpSpPr/>
                <p:nvPr/>
              </p:nvGrpSpPr>
              <p:grpSpPr>
                <a:xfrm>
                  <a:off x="1946821" y="3676007"/>
                  <a:ext cx="768172" cy="299825"/>
                  <a:chOff x="1946821" y="3676007"/>
                  <a:chExt cx="768172" cy="299825"/>
                </a:xfrm>
                <a:solidFill>
                  <a:srgbClr val="263E53"/>
                </a:solidFill>
              </p:grpSpPr>
              <p:sp>
                <p:nvSpPr>
                  <p:cNvPr id="65" name="Freeform: Shape 64">
                    <a:extLst>
                      <a:ext uri="{FF2B5EF4-FFF2-40B4-BE49-F238E27FC236}">
                        <a16:creationId xmlns:a16="http://schemas.microsoft.com/office/drawing/2014/main" id="{7C1308B5-B0BF-245F-75EE-DFC58FB3A958}"/>
                      </a:ext>
                    </a:extLst>
                  </p:cNvPr>
                  <p:cNvSpPr/>
                  <p:nvPr/>
                </p:nvSpPr>
                <p:spPr>
                  <a:xfrm>
                    <a:off x="1946821" y="3782800"/>
                    <a:ext cx="193032" cy="193032"/>
                  </a:xfrm>
                  <a:custGeom>
                    <a:avLst/>
                    <a:gdLst>
                      <a:gd name="connsiteX0" fmla="*/ 191394 w 193032"/>
                      <a:gd name="connsiteY0" fmla="*/ 78911 h 193032"/>
                      <a:gd name="connsiteX1" fmla="*/ 114121 w 193032"/>
                      <a:gd name="connsiteY1" fmla="*/ 191394 h 193032"/>
                      <a:gd name="connsiteX2" fmla="*/ 1638 w 193032"/>
                      <a:gd name="connsiteY2" fmla="*/ 114121 h 193032"/>
                      <a:gd name="connsiteX3" fmla="*/ 78911 w 193032"/>
                      <a:gd name="connsiteY3" fmla="*/ 1638 h 193032"/>
                      <a:gd name="connsiteX4" fmla="*/ 191394 w 193032"/>
                      <a:gd name="connsiteY4" fmla="*/ 78911 h 193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32" h="193032">
                        <a:moveTo>
                          <a:pt x="191394" y="78911"/>
                        </a:moveTo>
                        <a:cubicBezTo>
                          <a:pt x="201117" y="131285"/>
                          <a:pt x="166569" y="181670"/>
                          <a:pt x="114121" y="191394"/>
                        </a:cubicBezTo>
                        <a:cubicBezTo>
                          <a:pt x="61747" y="201117"/>
                          <a:pt x="11362" y="166569"/>
                          <a:pt x="1638" y="114121"/>
                        </a:cubicBezTo>
                        <a:cubicBezTo>
                          <a:pt x="-8085" y="61747"/>
                          <a:pt x="26463" y="11362"/>
                          <a:pt x="78911" y="1638"/>
                        </a:cubicBezTo>
                        <a:cubicBezTo>
                          <a:pt x="131285" y="-8085"/>
                          <a:pt x="181670" y="26463"/>
                          <a:pt x="191394" y="78911"/>
                        </a:cubicBezTo>
                        <a:close/>
                      </a:path>
                    </a:pathLst>
                  </a:custGeom>
                  <a:solidFill>
                    <a:schemeClr val="tx1">
                      <a:lumMod val="50000"/>
                      <a:lumOff val="50000"/>
                    </a:schemeClr>
                  </a:solidFill>
                  <a:ln w="7359"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FD2F736A-3C2D-CDC3-32CC-2054D44A2E3B}"/>
                      </a:ext>
                    </a:extLst>
                  </p:cNvPr>
                  <p:cNvSpPr/>
                  <p:nvPr/>
                </p:nvSpPr>
                <p:spPr>
                  <a:xfrm>
                    <a:off x="2521998" y="3676007"/>
                    <a:ext cx="192996" cy="192996"/>
                  </a:xfrm>
                  <a:custGeom>
                    <a:avLst/>
                    <a:gdLst>
                      <a:gd name="connsiteX0" fmla="*/ 192996 w 192996"/>
                      <a:gd name="connsiteY0" fmla="*/ 96498 h 192996"/>
                      <a:gd name="connsiteX1" fmla="*/ 96498 w 192996"/>
                      <a:gd name="connsiteY1" fmla="*/ 192996 h 192996"/>
                      <a:gd name="connsiteX2" fmla="*/ 0 w 192996"/>
                      <a:gd name="connsiteY2" fmla="*/ 96498 h 192996"/>
                      <a:gd name="connsiteX3" fmla="*/ 96498 w 192996"/>
                      <a:gd name="connsiteY3" fmla="*/ 0 h 192996"/>
                      <a:gd name="connsiteX4" fmla="*/ 192996 w 192996"/>
                      <a:gd name="connsiteY4" fmla="*/ 96498 h 19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996" h="192996">
                        <a:moveTo>
                          <a:pt x="192996" y="96498"/>
                        </a:moveTo>
                        <a:cubicBezTo>
                          <a:pt x="192996" y="149793"/>
                          <a:pt x="149793" y="192996"/>
                          <a:pt x="96498" y="192996"/>
                        </a:cubicBezTo>
                        <a:cubicBezTo>
                          <a:pt x="43204" y="192996"/>
                          <a:pt x="0" y="149793"/>
                          <a:pt x="0" y="96498"/>
                        </a:cubicBezTo>
                        <a:cubicBezTo>
                          <a:pt x="0" y="43204"/>
                          <a:pt x="43204" y="0"/>
                          <a:pt x="96498" y="0"/>
                        </a:cubicBezTo>
                        <a:cubicBezTo>
                          <a:pt x="149793" y="0"/>
                          <a:pt x="192996" y="43204"/>
                          <a:pt x="192996" y="96498"/>
                        </a:cubicBezTo>
                        <a:close/>
                      </a:path>
                    </a:pathLst>
                  </a:custGeom>
                  <a:solidFill>
                    <a:schemeClr val="tx1">
                      <a:lumMod val="50000"/>
                      <a:lumOff val="50000"/>
                    </a:schemeClr>
                  </a:solidFill>
                  <a:ln w="7359" cap="flat">
                    <a:noFill/>
                    <a:prstDash val="solid"/>
                    <a:miter/>
                  </a:ln>
                </p:spPr>
                <p:txBody>
                  <a:bodyPr rtlCol="0" anchor="ctr"/>
                  <a:lstStyle/>
                  <a:p>
                    <a:endParaRPr lang="en-US"/>
                  </a:p>
                </p:txBody>
              </p:sp>
            </p:grpSp>
            <p:sp>
              <p:nvSpPr>
                <p:cNvPr id="42" name="Freeform: Shape 41">
                  <a:extLst>
                    <a:ext uri="{FF2B5EF4-FFF2-40B4-BE49-F238E27FC236}">
                      <a16:creationId xmlns:a16="http://schemas.microsoft.com/office/drawing/2014/main" id="{E9C199A4-87E8-6454-812A-7A8D19332F66}"/>
                    </a:ext>
                  </a:extLst>
                </p:cNvPr>
                <p:cNvSpPr/>
                <p:nvPr/>
              </p:nvSpPr>
              <p:spPr>
                <a:xfrm>
                  <a:off x="2863259" y="4032296"/>
                  <a:ext cx="193032" cy="193032"/>
                </a:xfrm>
                <a:custGeom>
                  <a:avLst/>
                  <a:gdLst>
                    <a:gd name="connsiteX0" fmla="*/ 191394 w 193032"/>
                    <a:gd name="connsiteY0" fmla="*/ 78911 h 193032"/>
                    <a:gd name="connsiteX1" fmla="*/ 114121 w 193032"/>
                    <a:gd name="connsiteY1" fmla="*/ 191394 h 193032"/>
                    <a:gd name="connsiteX2" fmla="*/ 1638 w 193032"/>
                    <a:gd name="connsiteY2" fmla="*/ 114121 h 193032"/>
                    <a:gd name="connsiteX3" fmla="*/ 78911 w 193032"/>
                    <a:gd name="connsiteY3" fmla="*/ 1638 h 193032"/>
                    <a:gd name="connsiteX4" fmla="*/ 191394 w 193032"/>
                    <a:gd name="connsiteY4" fmla="*/ 78911 h 193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32" h="193032">
                      <a:moveTo>
                        <a:pt x="191394" y="78911"/>
                      </a:moveTo>
                      <a:cubicBezTo>
                        <a:pt x="201117" y="131285"/>
                        <a:pt x="166569" y="181670"/>
                        <a:pt x="114121" y="191394"/>
                      </a:cubicBezTo>
                      <a:cubicBezTo>
                        <a:pt x="61747" y="201117"/>
                        <a:pt x="11362" y="166569"/>
                        <a:pt x="1638" y="114121"/>
                      </a:cubicBezTo>
                      <a:cubicBezTo>
                        <a:pt x="-8085" y="61747"/>
                        <a:pt x="26463" y="11362"/>
                        <a:pt x="78911" y="1638"/>
                      </a:cubicBezTo>
                      <a:cubicBezTo>
                        <a:pt x="131285" y="-8085"/>
                        <a:pt x="181670" y="26463"/>
                        <a:pt x="191394" y="78911"/>
                      </a:cubicBezTo>
                      <a:close/>
                    </a:path>
                  </a:pathLst>
                </a:custGeom>
                <a:solidFill>
                  <a:schemeClr val="tx1">
                    <a:lumMod val="50000"/>
                    <a:lumOff val="50000"/>
                  </a:schemeClr>
                </a:solidFill>
                <a:ln w="7359"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77EDC39A-EF80-DD91-25C3-744009F26978}"/>
                    </a:ext>
                  </a:extLst>
                </p:cNvPr>
                <p:cNvSpPr/>
                <p:nvPr/>
              </p:nvSpPr>
              <p:spPr>
                <a:xfrm>
                  <a:off x="2091233" y="3232153"/>
                  <a:ext cx="317736" cy="341978"/>
                </a:xfrm>
                <a:custGeom>
                  <a:avLst/>
                  <a:gdLst>
                    <a:gd name="connsiteX0" fmla="*/ 129852 w 317736"/>
                    <a:gd name="connsiteY0" fmla="*/ 2762 h 341978"/>
                    <a:gd name="connsiteX1" fmla="*/ 2711 w 317736"/>
                    <a:gd name="connsiteY1" fmla="*/ 187950 h 341978"/>
                    <a:gd name="connsiteX2" fmla="*/ 147679 w 317736"/>
                    <a:gd name="connsiteY2" fmla="*/ 317375 h 341978"/>
                    <a:gd name="connsiteX3" fmla="*/ 152246 w 317736"/>
                    <a:gd name="connsiteY3" fmla="*/ 341979 h 341978"/>
                    <a:gd name="connsiteX4" fmla="*/ 230770 w 317736"/>
                    <a:gd name="connsiteY4" fmla="*/ 327394 h 341978"/>
                    <a:gd name="connsiteX5" fmla="*/ 226203 w 317736"/>
                    <a:gd name="connsiteY5" fmla="*/ 302790 h 341978"/>
                    <a:gd name="connsiteX6" fmla="*/ 315041 w 317736"/>
                    <a:gd name="connsiteY6" fmla="*/ 129904 h 341978"/>
                    <a:gd name="connsiteX7" fmla="*/ 129852 w 317736"/>
                    <a:gd name="connsiteY7" fmla="*/ 2688 h 341978"/>
                    <a:gd name="connsiteX8" fmla="*/ 176407 w 317736"/>
                    <a:gd name="connsiteY8" fmla="*/ 253289 h 341978"/>
                    <a:gd name="connsiteX9" fmla="*/ 64514 w 317736"/>
                    <a:gd name="connsiteY9" fmla="*/ 176458 h 341978"/>
                    <a:gd name="connsiteX10" fmla="*/ 141344 w 317736"/>
                    <a:gd name="connsiteY10" fmla="*/ 64565 h 341978"/>
                    <a:gd name="connsiteX11" fmla="*/ 253238 w 317736"/>
                    <a:gd name="connsiteY11" fmla="*/ 141395 h 341978"/>
                    <a:gd name="connsiteX12" fmla="*/ 176334 w 317736"/>
                    <a:gd name="connsiteY12" fmla="*/ 253289 h 341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7736" h="341978">
                      <a:moveTo>
                        <a:pt x="129852" y="2762"/>
                      </a:moveTo>
                      <a:cubicBezTo>
                        <a:pt x="43593" y="18820"/>
                        <a:pt x="-13348" y="101691"/>
                        <a:pt x="2711" y="187950"/>
                      </a:cubicBezTo>
                      <a:cubicBezTo>
                        <a:pt x="16191" y="260581"/>
                        <a:pt x="77184" y="312514"/>
                        <a:pt x="147679" y="317375"/>
                      </a:cubicBezTo>
                      <a:lnTo>
                        <a:pt x="152246" y="341979"/>
                      </a:lnTo>
                      <a:lnTo>
                        <a:pt x="230770" y="327394"/>
                      </a:lnTo>
                      <a:lnTo>
                        <a:pt x="226203" y="302790"/>
                      </a:lnTo>
                      <a:cubicBezTo>
                        <a:pt x="290290" y="272883"/>
                        <a:pt x="328521" y="202609"/>
                        <a:pt x="315041" y="129904"/>
                      </a:cubicBezTo>
                      <a:cubicBezTo>
                        <a:pt x="298982" y="43645"/>
                        <a:pt x="216112" y="-13297"/>
                        <a:pt x="129852" y="2688"/>
                      </a:cubicBezTo>
                      <a:close/>
                      <a:moveTo>
                        <a:pt x="176407" y="253289"/>
                      </a:moveTo>
                      <a:cubicBezTo>
                        <a:pt x="124254" y="262939"/>
                        <a:pt x="74163" y="228538"/>
                        <a:pt x="64514" y="176458"/>
                      </a:cubicBezTo>
                      <a:cubicBezTo>
                        <a:pt x="54790" y="124232"/>
                        <a:pt x="89264" y="74215"/>
                        <a:pt x="141344" y="64565"/>
                      </a:cubicBezTo>
                      <a:cubicBezTo>
                        <a:pt x="193497" y="54915"/>
                        <a:pt x="243588" y="89242"/>
                        <a:pt x="253238" y="141395"/>
                      </a:cubicBezTo>
                      <a:cubicBezTo>
                        <a:pt x="262887" y="193475"/>
                        <a:pt x="228487" y="243565"/>
                        <a:pt x="176334" y="253289"/>
                      </a:cubicBezTo>
                      <a:close/>
                    </a:path>
                  </a:pathLst>
                </a:custGeom>
                <a:solidFill>
                  <a:schemeClr val="bg1">
                    <a:lumMod val="85000"/>
                  </a:schemeClr>
                </a:solidFill>
                <a:ln w="7359"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626B31-F105-347C-EF28-33875CD39E6C}"/>
                    </a:ext>
                  </a:extLst>
                </p:cNvPr>
                <p:cNvSpPr/>
                <p:nvPr/>
              </p:nvSpPr>
              <p:spPr>
                <a:xfrm>
                  <a:off x="2789081" y="5981338"/>
                  <a:ext cx="193032" cy="193031"/>
                </a:xfrm>
                <a:custGeom>
                  <a:avLst/>
                  <a:gdLst>
                    <a:gd name="connsiteX0" fmla="*/ 191394 w 193032"/>
                    <a:gd name="connsiteY0" fmla="*/ 78911 h 193031"/>
                    <a:gd name="connsiteX1" fmla="*/ 114121 w 193032"/>
                    <a:gd name="connsiteY1" fmla="*/ 191393 h 193031"/>
                    <a:gd name="connsiteX2" fmla="*/ 1638 w 193032"/>
                    <a:gd name="connsiteY2" fmla="*/ 114121 h 193031"/>
                    <a:gd name="connsiteX3" fmla="*/ 78911 w 193032"/>
                    <a:gd name="connsiteY3" fmla="*/ 1638 h 193031"/>
                    <a:gd name="connsiteX4" fmla="*/ 191394 w 193032"/>
                    <a:gd name="connsiteY4" fmla="*/ 78911 h 193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32" h="193031">
                      <a:moveTo>
                        <a:pt x="191394" y="78911"/>
                      </a:moveTo>
                      <a:cubicBezTo>
                        <a:pt x="201117" y="131285"/>
                        <a:pt x="166569" y="181670"/>
                        <a:pt x="114121" y="191393"/>
                      </a:cubicBezTo>
                      <a:cubicBezTo>
                        <a:pt x="61747" y="201117"/>
                        <a:pt x="11362" y="166569"/>
                        <a:pt x="1638" y="114121"/>
                      </a:cubicBezTo>
                      <a:cubicBezTo>
                        <a:pt x="-8085" y="61747"/>
                        <a:pt x="26463" y="11362"/>
                        <a:pt x="78911" y="1638"/>
                      </a:cubicBezTo>
                      <a:cubicBezTo>
                        <a:pt x="131285" y="-8085"/>
                        <a:pt x="181670" y="26463"/>
                        <a:pt x="191394" y="78911"/>
                      </a:cubicBezTo>
                      <a:close/>
                    </a:path>
                  </a:pathLst>
                </a:custGeom>
                <a:solidFill>
                  <a:schemeClr val="tx1">
                    <a:lumMod val="50000"/>
                    <a:lumOff val="50000"/>
                  </a:schemeClr>
                </a:solidFill>
                <a:ln w="7359" cap="flat">
                  <a:noFill/>
                  <a:prstDash val="solid"/>
                  <a:miter/>
                </a:ln>
              </p:spPr>
              <p:txBody>
                <a:bodyPr rtlCol="0" anchor="ctr"/>
                <a:lstStyle/>
                <a:p>
                  <a:endParaRPr lang="en-US"/>
                </a:p>
              </p:txBody>
            </p:sp>
            <p:grpSp>
              <p:nvGrpSpPr>
                <p:cNvPr id="45" name="Graphic 2">
                  <a:extLst>
                    <a:ext uri="{FF2B5EF4-FFF2-40B4-BE49-F238E27FC236}">
                      <a16:creationId xmlns:a16="http://schemas.microsoft.com/office/drawing/2014/main" id="{6CE44AF1-DAEF-56F3-E6EA-BC5636599C30}"/>
                    </a:ext>
                  </a:extLst>
                </p:cNvPr>
                <p:cNvGrpSpPr/>
                <p:nvPr/>
              </p:nvGrpSpPr>
              <p:grpSpPr>
                <a:xfrm>
                  <a:off x="2236965" y="3945054"/>
                  <a:ext cx="342416" cy="265042"/>
                  <a:chOff x="2236965" y="3945054"/>
                  <a:chExt cx="342416" cy="265042"/>
                </a:xfrm>
              </p:grpSpPr>
              <p:sp>
                <p:nvSpPr>
                  <p:cNvPr id="63" name="Freeform: Shape 62">
                    <a:extLst>
                      <a:ext uri="{FF2B5EF4-FFF2-40B4-BE49-F238E27FC236}">
                        <a16:creationId xmlns:a16="http://schemas.microsoft.com/office/drawing/2014/main" id="{EEA4F9FF-2243-3263-F8F2-CDEBA8632CEF}"/>
                      </a:ext>
                    </a:extLst>
                  </p:cNvPr>
                  <p:cNvSpPr/>
                  <p:nvPr/>
                </p:nvSpPr>
                <p:spPr>
                  <a:xfrm>
                    <a:off x="2236965" y="3945054"/>
                    <a:ext cx="342416" cy="265042"/>
                  </a:xfrm>
                  <a:custGeom>
                    <a:avLst/>
                    <a:gdLst>
                      <a:gd name="connsiteX0" fmla="*/ 156712 w 342416"/>
                      <a:gd name="connsiteY0" fmla="*/ 262798 h 265042"/>
                      <a:gd name="connsiteX1" fmla="*/ 2242 w 342416"/>
                      <a:gd name="connsiteY1" fmla="*/ 156724 h 265042"/>
                      <a:gd name="connsiteX2" fmla="*/ 108316 w 342416"/>
                      <a:gd name="connsiteY2" fmla="*/ 2253 h 265042"/>
                      <a:gd name="connsiteX3" fmla="*/ 247244 w 342416"/>
                      <a:gd name="connsiteY3" fmla="*/ 66266 h 265042"/>
                      <a:gd name="connsiteX4" fmla="*/ 326284 w 342416"/>
                      <a:gd name="connsiteY4" fmla="*/ 51607 h 265042"/>
                      <a:gd name="connsiteX5" fmla="*/ 342416 w 342416"/>
                      <a:gd name="connsiteY5" fmla="*/ 138455 h 265042"/>
                      <a:gd name="connsiteX6" fmla="*/ 263376 w 342416"/>
                      <a:gd name="connsiteY6" fmla="*/ 153114 h 265042"/>
                      <a:gd name="connsiteX7" fmla="*/ 156712 w 342416"/>
                      <a:gd name="connsiteY7" fmla="*/ 262798 h 265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416" h="265042">
                        <a:moveTo>
                          <a:pt x="156712" y="262798"/>
                        </a:moveTo>
                        <a:cubicBezTo>
                          <a:pt x="84818" y="276131"/>
                          <a:pt x="15648" y="228692"/>
                          <a:pt x="2242" y="156724"/>
                        </a:cubicBezTo>
                        <a:cubicBezTo>
                          <a:pt x="-11091" y="84755"/>
                          <a:pt x="36421" y="15586"/>
                          <a:pt x="108316" y="2253"/>
                        </a:cubicBezTo>
                        <a:cubicBezTo>
                          <a:pt x="165036" y="-8281"/>
                          <a:pt x="219989" y="18974"/>
                          <a:pt x="247244" y="66266"/>
                        </a:cubicBezTo>
                        <a:lnTo>
                          <a:pt x="326284" y="51607"/>
                        </a:lnTo>
                        <a:lnTo>
                          <a:pt x="342416" y="138455"/>
                        </a:lnTo>
                        <a:lnTo>
                          <a:pt x="263376" y="153114"/>
                        </a:lnTo>
                        <a:cubicBezTo>
                          <a:pt x="254905" y="207035"/>
                          <a:pt x="213359" y="252264"/>
                          <a:pt x="156712" y="262798"/>
                        </a:cubicBezTo>
                        <a:close/>
                      </a:path>
                    </a:pathLst>
                  </a:custGeom>
                  <a:solidFill>
                    <a:schemeClr val="tx1">
                      <a:lumMod val="50000"/>
                      <a:lumOff val="50000"/>
                    </a:schemeClr>
                  </a:solidFill>
                  <a:ln w="7359"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E10DEE20-378D-0A78-5812-812F70F55D72}"/>
                      </a:ext>
                    </a:extLst>
                  </p:cNvPr>
                  <p:cNvSpPr/>
                  <p:nvPr/>
                </p:nvSpPr>
                <p:spPr>
                  <a:xfrm>
                    <a:off x="2288289" y="3996316"/>
                    <a:ext cx="162379" cy="162379"/>
                  </a:xfrm>
                  <a:custGeom>
                    <a:avLst/>
                    <a:gdLst>
                      <a:gd name="connsiteX0" fmla="*/ 96033 w 162379"/>
                      <a:gd name="connsiteY0" fmla="*/ 161003 h 162379"/>
                      <a:gd name="connsiteX1" fmla="*/ 1376 w 162379"/>
                      <a:gd name="connsiteY1" fmla="*/ 96033 h 162379"/>
                      <a:gd name="connsiteX2" fmla="*/ 66347 w 162379"/>
                      <a:gd name="connsiteY2" fmla="*/ 1376 h 162379"/>
                      <a:gd name="connsiteX3" fmla="*/ 161003 w 162379"/>
                      <a:gd name="connsiteY3" fmla="*/ 66347 h 162379"/>
                      <a:gd name="connsiteX4" fmla="*/ 96033 w 162379"/>
                      <a:gd name="connsiteY4" fmla="*/ 161003 h 16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79" h="162379">
                        <a:moveTo>
                          <a:pt x="96033" y="161003"/>
                        </a:moveTo>
                        <a:cubicBezTo>
                          <a:pt x="51983" y="169180"/>
                          <a:pt x="9553" y="140083"/>
                          <a:pt x="1376" y="96033"/>
                        </a:cubicBezTo>
                        <a:cubicBezTo>
                          <a:pt x="-6800" y="51983"/>
                          <a:pt x="22296" y="9553"/>
                          <a:pt x="66347" y="1376"/>
                        </a:cubicBezTo>
                        <a:cubicBezTo>
                          <a:pt x="110397" y="-6800"/>
                          <a:pt x="152827" y="22297"/>
                          <a:pt x="161003" y="66347"/>
                        </a:cubicBezTo>
                        <a:cubicBezTo>
                          <a:pt x="169180" y="110397"/>
                          <a:pt x="140083" y="152827"/>
                          <a:pt x="96033" y="161003"/>
                        </a:cubicBezTo>
                        <a:close/>
                      </a:path>
                    </a:pathLst>
                  </a:custGeom>
                  <a:solidFill>
                    <a:schemeClr val="tx1">
                      <a:lumMod val="65000"/>
                      <a:lumOff val="35000"/>
                    </a:schemeClr>
                  </a:solidFill>
                  <a:ln w="7359" cap="flat">
                    <a:noFill/>
                    <a:prstDash val="solid"/>
                    <a:miter/>
                  </a:ln>
                </p:spPr>
                <p:txBody>
                  <a:bodyPr rtlCol="0" anchor="ctr"/>
                  <a:lstStyle/>
                  <a:p>
                    <a:endParaRPr lang="en-US"/>
                  </a:p>
                </p:txBody>
              </p:sp>
            </p:grpSp>
            <p:sp>
              <p:nvSpPr>
                <p:cNvPr id="61" name="Freeform: Shape 60">
                  <a:extLst>
                    <a:ext uri="{FF2B5EF4-FFF2-40B4-BE49-F238E27FC236}">
                      <a16:creationId xmlns:a16="http://schemas.microsoft.com/office/drawing/2014/main" id="{3BC36FCF-FD9C-216B-CF34-50563F0CE95C}"/>
                    </a:ext>
                  </a:extLst>
                </p:cNvPr>
                <p:cNvSpPr/>
                <p:nvPr/>
              </p:nvSpPr>
              <p:spPr>
                <a:xfrm rot="-631201">
                  <a:off x="2166651" y="3566297"/>
                  <a:ext cx="245886" cy="75062"/>
                </a:xfrm>
                <a:custGeom>
                  <a:avLst/>
                  <a:gdLst>
                    <a:gd name="connsiteX0" fmla="*/ 0 w 245886"/>
                    <a:gd name="connsiteY0" fmla="*/ 0 h 75062"/>
                    <a:gd name="connsiteX1" fmla="*/ 245886 w 245886"/>
                    <a:gd name="connsiteY1" fmla="*/ 0 h 75062"/>
                    <a:gd name="connsiteX2" fmla="*/ 245886 w 245886"/>
                    <a:gd name="connsiteY2" fmla="*/ 75062 h 75062"/>
                    <a:gd name="connsiteX3" fmla="*/ 0 w 245886"/>
                    <a:gd name="connsiteY3" fmla="*/ 75062 h 75062"/>
                  </a:gdLst>
                  <a:ahLst/>
                  <a:cxnLst>
                    <a:cxn ang="0">
                      <a:pos x="connsiteX0" y="connsiteY0"/>
                    </a:cxn>
                    <a:cxn ang="0">
                      <a:pos x="connsiteX1" y="connsiteY1"/>
                    </a:cxn>
                    <a:cxn ang="0">
                      <a:pos x="connsiteX2" y="connsiteY2"/>
                    </a:cxn>
                    <a:cxn ang="0">
                      <a:pos x="connsiteX3" y="connsiteY3"/>
                    </a:cxn>
                  </a:cxnLst>
                  <a:rect l="l" t="t" r="r" b="b"/>
                  <a:pathLst>
                    <a:path w="245886" h="75062">
                      <a:moveTo>
                        <a:pt x="0" y="0"/>
                      </a:moveTo>
                      <a:lnTo>
                        <a:pt x="245886" y="0"/>
                      </a:lnTo>
                      <a:lnTo>
                        <a:pt x="245886" y="75062"/>
                      </a:lnTo>
                      <a:lnTo>
                        <a:pt x="0" y="75062"/>
                      </a:lnTo>
                      <a:close/>
                    </a:path>
                  </a:pathLst>
                </a:custGeom>
                <a:solidFill>
                  <a:schemeClr val="bg1">
                    <a:lumMod val="75000"/>
                  </a:schemeClr>
                </a:solidFill>
                <a:ln w="7359"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EE0C3695-636B-DE46-B05B-D1D62B270FA7}"/>
                    </a:ext>
                  </a:extLst>
                </p:cNvPr>
                <p:cNvSpPr/>
                <p:nvPr/>
              </p:nvSpPr>
              <p:spPr>
                <a:xfrm>
                  <a:off x="1720474" y="4398471"/>
                  <a:ext cx="1432150" cy="431757"/>
                </a:xfrm>
                <a:custGeom>
                  <a:avLst/>
                  <a:gdLst>
                    <a:gd name="connsiteX0" fmla="*/ 1432151 w 1432150"/>
                    <a:gd name="connsiteY0" fmla="*/ 76334 h 431757"/>
                    <a:gd name="connsiteX1" fmla="*/ 1394804 w 1432150"/>
                    <a:gd name="connsiteY1" fmla="*/ 83922 h 431757"/>
                    <a:gd name="connsiteX2" fmla="*/ 1392889 w 1432150"/>
                    <a:gd name="connsiteY2" fmla="*/ 84069 h 431757"/>
                    <a:gd name="connsiteX3" fmla="*/ 994079 w 1432150"/>
                    <a:gd name="connsiteY3" fmla="*/ 49521 h 431757"/>
                    <a:gd name="connsiteX4" fmla="*/ 813605 w 1432150"/>
                    <a:gd name="connsiteY4" fmla="*/ 63738 h 431757"/>
                    <a:gd name="connsiteX5" fmla="*/ 96866 w 1432150"/>
                    <a:gd name="connsiteY5" fmla="*/ 374742 h 431757"/>
                    <a:gd name="connsiteX6" fmla="*/ 0 w 1432150"/>
                    <a:gd name="connsiteY6" fmla="*/ 431757 h 431757"/>
                    <a:gd name="connsiteX7" fmla="*/ 804397 w 1432150"/>
                    <a:gd name="connsiteY7" fmla="*/ 14237 h 431757"/>
                    <a:gd name="connsiteX8" fmla="*/ 984871 w 1432150"/>
                    <a:gd name="connsiteY8" fmla="*/ 20 h 431757"/>
                    <a:gd name="connsiteX9" fmla="*/ 1383681 w 1432150"/>
                    <a:gd name="connsiteY9" fmla="*/ 34568 h 431757"/>
                    <a:gd name="connsiteX10" fmla="*/ 1432077 w 1432150"/>
                    <a:gd name="connsiteY10" fmla="*/ 76334 h 431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2150" h="431757">
                      <a:moveTo>
                        <a:pt x="1432151" y="76334"/>
                      </a:moveTo>
                      <a:cubicBezTo>
                        <a:pt x="1420291" y="79723"/>
                        <a:pt x="1407769" y="82301"/>
                        <a:pt x="1394804" y="83922"/>
                      </a:cubicBezTo>
                      <a:cubicBezTo>
                        <a:pt x="1394215" y="83922"/>
                        <a:pt x="1393625" y="83995"/>
                        <a:pt x="1392889" y="84069"/>
                      </a:cubicBezTo>
                      <a:cubicBezTo>
                        <a:pt x="1343387" y="88268"/>
                        <a:pt x="1053893" y="48490"/>
                        <a:pt x="994079" y="49521"/>
                      </a:cubicBezTo>
                      <a:cubicBezTo>
                        <a:pt x="928813" y="50626"/>
                        <a:pt x="868336" y="56003"/>
                        <a:pt x="813605" y="63738"/>
                      </a:cubicBezTo>
                      <a:cubicBezTo>
                        <a:pt x="654272" y="86131"/>
                        <a:pt x="303711" y="174085"/>
                        <a:pt x="96866" y="374742"/>
                      </a:cubicBezTo>
                      <a:cubicBezTo>
                        <a:pt x="58562" y="397062"/>
                        <a:pt x="26003" y="416951"/>
                        <a:pt x="0" y="431757"/>
                      </a:cubicBezTo>
                      <a:cubicBezTo>
                        <a:pt x="175980" y="154785"/>
                        <a:pt x="619283" y="40313"/>
                        <a:pt x="804397" y="14237"/>
                      </a:cubicBezTo>
                      <a:cubicBezTo>
                        <a:pt x="859128" y="6502"/>
                        <a:pt x="919532" y="1198"/>
                        <a:pt x="984871" y="20"/>
                      </a:cubicBezTo>
                      <a:cubicBezTo>
                        <a:pt x="1044759" y="-1011"/>
                        <a:pt x="1334179" y="38766"/>
                        <a:pt x="1383681" y="34568"/>
                      </a:cubicBezTo>
                      <a:cubicBezTo>
                        <a:pt x="1403717" y="51363"/>
                        <a:pt x="1420954" y="66316"/>
                        <a:pt x="1432077" y="76334"/>
                      </a:cubicBezTo>
                      <a:close/>
                    </a:path>
                  </a:pathLst>
                </a:custGeom>
                <a:solidFill>
                  <a:srgbClr val="231F20">
                    <a:alpha val="18000"/>
                  </a:srgbClr>
                </a:solidFill>
                <a:ln w="7359" cap="flat">
                  <a:noFill/>
                  <a:prstDash val="solid"/>
                  <a:miter/>
                </a:ln>
              </p:spPr>
              <p:txBody>
                <a:bodyPr rtlCol="0" anchor="ctr"/>
                <a:lstStyle/>
                <a:p>
                  <a:endParaRPr lang="en-US"/>
                </a:p>
              </p:txBody>
            </p:sp>
          </p:grpSp>
          <p:grpSp>
            <p:nvGrpSpPr>
              <p:cNvPr id="14" name="Graphic 2">
                <a:extLst>
                  <a:ext uri="{FF2B5EF4-FFF2-40B4-BE49-F238E27FC236}">
                    <a16:creationId xmlns:a16="http://schemas.microsoft.com/office/drawing/2014/main" id="{1E59EEF9-8962-CD83-1DAF-834D0C1B6886}"/>
                  </a:ext>
                </a:extLst>
              </p:cNvPr>
              <p:cNvGrpSpPr/>
              <p:nvPr/>
            </p:nvGrpSpPr>
            <p:grpSpPr>
              <a:xfrm>
                <a:off x="1938955" y="1190929"/>
                <a:ext cx="2838792" cy="2052862"/>
                <a:chOff x="2879609" y="1409677"/>
                <a:chExt cx="3089654" cy="2234273"/>
              </a:xfrm>
            </p:grpSpPr>
            <p:sp>
              <p:nvSpPr>
                <p:cNvPr id="21" name="Freeform: Shape 20">
                  <a:extLst>
                    <a:ext uri="{FF2B5EF4-FFF2-40B4-BE49-F238E27FC236}">
                      <a16:creationId xmlns:a16="http://schemas.microsoft.com/office/drawing/2014/main" id="{B50F6236-E823-5E34-EBC7-11803BACD989}"/>
                    </a:ext>
                  </a:extLst>
                </p:cNvPr>
                <p:cNvSpPr/>
                <p:nvPr/>
              </p:nvSpPr>
              <p:spPr>
                <a:xfrm>
                  <a:off x="3237161" y="1409677"/>
                  <a:ext cx="2732102" cy="2234273"/>
                </a:xfrm>
                <a:custGeom>
                  <a:avLst/>
                  <a:gdLst>
                    <a:gd name="connsiteX0" fmla="*/ 2347660 w 2732102"/>
                    <a:gd name="connsiteY0" fmla="*/ 1035941 h 2234273"/>
                    <a:gd name="connsiteX1" fmla="*/ 2400108 w 2732102"/>
                    <a:gd name="connsiteY1" fmla="*/ 798231 h 2234273"/>
                    <a:gd name="connsiteX2" fmla="*/ 2527029 w 2732102"/>
                    <a:gd name="connsiteY2" fmla="*/ 670279 h 2234273"/>
                    <a:gd name="connsiteX3" fmla="*/ 2600028 w 2732102"/>
                    <a:gd name="connsiteY3" fmla="*/ 670058 h 2234273"/>
                    <a:gd name="connsiteX4" fmla="*/ 2600618 w 2732102"/>
                    <a:gd name="connsiteY4" fmla="*/ 670206 h 2234273"/>
                    <a:gd name="connsiteX5" fmla="*/ 2731148 w 2732102"/>
                    <a:gd name="connsiteY5" fmla="*/ 851711 h 2234273"/>
                    <a:gd name="connsiteX6" fmla="*/ 2728202 w 2732102"/>
                    <a:gd name="connsiteY6" fmla="*/ 870053 h 2234273"/>
                    <a:gd name="connsiteX7" fmla="*/ 2616750 w 2732102"/>
                    <a:gd name="connsiteY7" fmla="*/ 1378694 h 2234273"/>
                    <a:gd name="connsiteX8" fmla="*/ 1460392 w 2732102"/>
                    <a:gd name="connsiteY8" fmla="*/ 2228172 h 2234273"/>
                    <a:gd name="connsiteX9" fmla="*/ 707485 w 2732102"/>
                    <a:gd name="connsiteY9" fmla="*/ 1788479 h 2234273"/>
                    <a:gd name="connsiteX10" fmla="*/ 665940 w 2732102"/>
                    <a:gd name="connsiteY10" fmla="*/ 1725866 h 2234273"/>
                    <a:gd name="connsiteX11" fmla="*/ 154057 w 2732102"/>
                    <a:gd name="connsiteY11" fmla="*/ 1432394 h 2234273"/>
                    <a:gd name="connsiteX12" fmla="*/ 986 w 2732102"/>
                    <a:gd name="connsiteY12" fmla="*/ 1242712 h 2234273"/>
                    <a:gd name="connsiteX13" fmla="*/ 106398 w 2732102"/>
                    <a:gd name="connsiteY13" fmla="*/ 255558 h 2234273"/>
                    <a:gd name="connsiteX14" fmla="*/ 296079 w 2732102"/>
                    <a:gd name="connsiteY14" fmla="*/ 102487 h 2234273"/>
                    <a:gd name="connsiteX15" fmla="*/ 831239 w 2732102"/>
                    <a:gd name="connsiteY15" fmla="*/ 17848 h 2234273"/>
                    <a:gd name="connsiteX16" fmla="*/ 1044345 w 2732102"/>
                    <a:gd name="connsiteY16" fmla="*/ 199869 h 2234273"/>
                    <a:gd name="connsiteX17" fmla="*/ 1043977 w 2732102"/>
                    <a:gd name="connsiteY17" fmla="*/ 201784 h 2234273"/>
                    <a:gd name="connsiteX18" fmla="*/ 896799 w 2732102"/>
                    <a:gd name="connsiteY18" fmla="*/ 574076 h 2234273"/>
                    <a:gd name="connsiteX19" fmla="*/ 858789 w 2732102"/>
                    <a:gd name="connsiteY19" fmla="*/ 751087 h 2234273"/>
                    <a:gd name="connsiteX20" fmla="*/ 1028802 w 2732102"/>
                    <a:gd name="connsiteY20" fmla="*/ 1641301 h 2234273"/>
                    <a:gd name="connsiteX21" fmla="*/ 1497224 w 2732102"/>
                    <a:gd name="connsiteY21" fmla="*/ 1882989 h 2234273"/>
                    <a:gd name="connsiteX22" fmla="*/ 2249320 w 2732102"/>
                    <a:gd name="connsiteY22" fmla="*/ 1434751 h 2234273"/>
                    <a:gd name="connsiteX23" fmla="*/ 2347660 w 2732102"/>
                    <a:gd name="connsiteY23" fmla="*/ 1036015 h 223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32102" h="2234273">
                      <a:moveTo>
                        <a:pt x="2347660" y="1035941"/>
                      </a:moveTo>
                      <a:lnTo>
                        <a:pt x="2400108" y="798231"/>
                      </a:lnTo>
                      <a:cubicBezTo>
                        <a:pt x="2414472" y="732451"/>
                        <a:pt x="2465521" y="684275"/>
                        <a:pt x="2527029" y="670279"/>
                      </a:cubicBezTo>
                      <a:cubicBezTo>
                        <a:pt x="2550306" y="664975"/>
                        <a:pt x="2575131" y="664681"/>
                        <a:pt x="2600028" y="670058"/>
                      </a:cubicBezTo>
                      <a:cubicBezTo>
                        <a:pt x="2600176" y="670058"/>
                        <a:pt x="2600470" y="670132"/>
                        <a:pt x="2600618" y="670206"/>
                      </a:cubicBezTo>
                      <a:cubicBezTo>
                        <a:pt x="2684814" y="688916"/>
                        <a:pt x="2740135" y="767809"/>
                        <a:pt x="2731148" y="851711"/>
                      </a:cubicBezTo>
                      <a:cubicBezTo>
                        <a:pt x="2730485" y="857825"/>
                        <a:pt x="2729528" y="863939"/>
                        <a:pt x="2728202" y="870053"/>
                      </a:cubicBezTo>
                      <a:lnTo>
                        <a:pt x="2616750" y="1378694"/>
                      </a:lnTo>
                      <a:cubicBezTo>
                        <a:pt x="2510676" y="1912822"/>
                        <a:pt x="2012273" y="2287103"/>
                        <a:pt x="1460392" y="2228172"/>
                      </a:cubicBezTo>
                      <a:cubicBezTo>
                        <a:pt x="1145852" y="2194582"/>
                        <a:pt x="878015" y="2027147"/>
                        <a:pt x="707485" y="1788479"/>
                      </a:cubicBezTo>
                      <a:cubicBezTo>
                        <a:pt x="694742" y="1766896"/>
                        <a:pt x="680893" y="1745976"/>
                        <a:pt x="665940" y="1725866"/>
                      </a:cubicBezTo>
                      <a:cubicBezTo>
                        <a:pt x="548227" y="1566534"/>
                        <a:pt x="366648" y="1455082"/>
                        <a:pt x="154057" y="1432394"/>
                      </a:cubicBezTo>
                      <a:cubicBezTo>
                        <a:pt x="59401" y="1422302"/>
                        <a:pt x="-9106" y="1337369"/>
                        <a:pt x="986" y="1242712"/>
                      </a:cubicBezTo>
                      <a:lnTo>
                        <a:pt x="106398" y="255558"/>
                      </a:lnTo>
                      <a:cubicBezTo>
                        <a:pt x="116489" y="160901"/>
                        <a:pt x="201423" y="92395"/>
                        <a:pt x="296079" y="102487"/>
                      </a:cubicBezTo>
                      <a:cubicBezTo>
                        <a:pt x="296079" y="102487"/>
                        <a:pt x="628225" y="101014"/>
                        <a:pt x="831239" y="17848"/>
                      </a:cubicBezTo>
                      <a:cubicBezTo>
                        <a:pt x="984384" y="-44765"/>
                        <a:pt x="1066149" y="67276"/>
                        <a:pt x="1044345" y="199869"/>
                      </a:cubicBezTo>
                      <a:cubicBezTo>
                        <a:pt x="1044271" y="200458"/>
                        <a:pt x="1044124" y="201121"/>
                        <a:pt x="1043977" y="201784"/>
                      </a:cubicBezTo>
                      <a:cubicBezTo>
                        <a:pt x="1033812" y="250402"/>
                        <a:pt x="912931" y="516398"/>
                        <a:pt x="896799" y="574076"/>
                      </a:cubicBezTo>
                      <a:cubicBezTo>
                        <a:pt x="879193" y="636984"/>
                        <a:pt x="866965" y="696430"/>
                        <a:pt x="858789" y="751087"/>
                      </a:cubicBezTo>
                      <a:cubicBezTo>
                        <a:pt x="830797" y="935907"/>
                        <a:pt x="813781" y="1393500"/>
                        <a:pt x="1028802" y="1641301"/>
                      </a:cubicBezTo>
                      <a:cubicBezTo>
                        <a:pt x="1143864" y="1773894"/>
                        <a:pt x="1308942" y="1862879"/>
                        <a:pt x="1497224" y="1882989"/>
                      </a:cubicBezTo>
                      <a:cubicBezTo>
                        <a:pt x="1827306" y="1918273"/>
                        <a:pt x="2129471" y="1727339"/>
                        <a:pt x="2249320" y="1434751"/>
                      </a:cubicBezTo>
                      <a:cubicBezTo>
                        <a:pt x="2249320" y="1434751"/>
                        <a:pt x="2301032" y="1317848"/>
                        <a:pt x="2347660" y="1036015"/>
                      </a:cubicBezTo>
                      <a:close/>
                    </a:path>
                  </a:pathLst>
                </a:custGeom>
                <a:solidFill>
                  <a:schemeClr val="bg1">
                    <a:lumMod val="75000"/>
                  </a:schemeClr>
                </a:solidFill>
                <a:ln w="7359"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D9193AD-51EA-D121-2C2C-576A51A254BB}"/>
                    </a:ext>
                  </a:extLst>
                </p:cNvPr>
                <p:cNvSpPr/>
                <p:nvPr/>
              </p:nvSpPr>
              <p:spPr>
                <a:xfrm>
                  <a:off x="4079741" y="1422843"/>
                  <a:ext cx="1758037" cy="1628062"/>
                </a:xfrm>
                <a:custGeom>
                  <a:avLst/>
                  <a:gdLst>
                    <a:gd name="connsiteX0" fmla="*/ 865393 w 1758037"/>
                    <a:gd name="connsiteY0" fmla="*/ 4388 h 1628062"/>
                    <a:gd name="connsiteX1" fmla="*/ 1758038 w 1758037"/>
                    <a:gd name="connsiteY1" fmla="*/ 657114 h 1628062"/>
                    <a:gd name="connsiteX2" fmla="*/ 1757448 w 1758037"/>
                    <a:gd name="connsiteY2" fmla="*/ 656966 h 1628062"/>
                    <a:gd name="connsiteX3" fmla="*/ 1684449 w 1758037"/>
                    <a:gd name="connsiteY3" fmla="*/ 657187 h 1628062"/>
                    <a:gd name="connsiteX4" fmla="*/ 1557528 w 1758037"/>
                    <a:gd name="connsiteY4" fmla="*/ 785140 h 1628062"/>
                    <a:gd name="connsiteX5" fmla="*/ 1505080 w 1758037"/>
                    <a:gd name="connsiteY5" fmla="*/ 1022849 h 1628062"/>
                    <a:gd name="connsiteX6" fmla="*/ 819354 w 1758037"/>
                    <a:gd name="connsiteY6" fmla="*/ 327694 h 1628062"/>
                    <a:gd name="connsiteX7" fmla="*/ 698326 w 1758037"/>
                    <a:gd name="connsiteY7" fmla="*/ 327399 h 1628062"/>
                    <a:gd name="connsiteX8" fmla="*/ 246184 w 1758037"/>
                    <a:gd name="connsiteY8" fmla="*/ 617336 h 1628062"/>
                    <a:gd name="connsiteX9" fmla="*/ 186296 w 1758037"/>
                    <a:gd name="connsiteY9" fmla="*/ 1628062 h 1628062"/>
                    <a:gd name="connsiteX10" fmla="*/ 16283 w 1758037"/>
                    <a:gd name="connsiteY10" fmla="*/ 737848 h 1628062"/>
                    <a:gd name="connsiteX11" fmla="*/ 54293 w 1758037"/>
                    <a:gd name="connsiteY11" fmla="*/ 560837 h 1628062"/>
                    <a:gd name="connsiteX12" fmla="*/ 201471 w 1758037"/>
                    <a:gd name="connsiteY12" fmla="*/ 188545 h 1628062"/>
                    <a:gd name="connsiteX13" fmla="*/ 269093 w 1758037"/>
                    <a:gd name="connsiteY13" fmla="*/ 145821 h 1628062"/>
                    <a:gd name="connsiteX14" fmla="*/ 865467 w 1758037"/>
                    <a:gd name="connsiteY14" fmla="*/ 4315 h 1628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58037" h="1628062">
                      <a:moveTo>
                        <a:pt x="865393" y="4388"/>
                      </a:moveTo>
                      <a:cubicBezTo>
                        <a:pt x="1326079" y="53595"/>
                        <a:pt x="1504123" y="207182"/>
                        <a:pt x="1758038" y="657114"/>
                      </a:cubicBezTo>
                      <a:cubicBezTo>
                        <a:pt x="1757890" y="657114"/>
                        <a:pt x="1757670" y="656966"/>
                        <a:pt x="1757448" y="656966"/>
                      </a:cubicBezTo>
                      <a:cubicBezTo>
                        <a:pt x="1732551" y="651515"/>
                        <a:pt x="1707726" y="651884"/>
                        <a:pt x="1684449" y="657187"/>
                      </a:cubicBezTo>
                      <a:cubicBezTo>
                        <a:pt x="1622941" y="671183"/>
                        <a:pt x="1571892" y="719432"/>
                        <a:pt x="1557528" y="785140"/>
                      </a:cubicBezTo>
                      <a:lnTo>
                        <a:pt x="1505080" y="1022849"/>
                      </a:lnTo>
                      <a:cubicBezTo>
                        <a:pt x="1463461" y="695934"/>
                        <a:pt x="1253890" y="389055"/>
                        <a:pt x="819354" y="327694"/>
                      </a:cubicBezTo>
                      <a:cubicBezTo>
                        <a:pt x="778765" y="321948"/>
                        <a:pt x="738104" y="323422"/>
                        <a:pt x="698326" y="327399"/>
                      </a:cubicBezTo>
                      <a:cubicBezTo>
                        <a:pt x="510486" y="346404"/>
                        <a:pt x="344376" y="456088"/>
                        <a:pt x="246184" y="617336"/>
                      </a:cubicBezTo>
                      <a:cubicBezTo>
                        <a:pt x="961" y="1020197"/>
                        <a:pt x="147107" y="1456649"/>
                        <a:pt x="186296" y="1628062"/>
                      </a:cubicBezTo>
                      <a:cubicBezTo>
                        <a:pt x="-28725" y="1380261"/>
                        <a:pt x="-11709" y="922742"/>
                        <a:pt x="16283" y="737848"/>
                      </a:cubicBezTo>
                      <a:cubicBezTo>
                        <a:pt x="24533" y="683190"/>
                        <a:pt x="36687" y="623745"/>
                        <a:pt x="54293" y="560837"/>
                      </a:cubicBezTo>
                      <a:cubicBezTo>
                        <a:pt x="70425" y="503159"/>
                        <a:pt x="191305" y="237236"/>
                        <a:pt x="201471" y="188545"/>
                      </a:cubicBezTo>
                      <a:cubicBezTo>
                        <a:pt x="233882" y="167109"/>
                        <a:pt x="260769" y="150461"/>
                        <a:pt x="269093" y="145821"/>
                      </a:cubicBezTo>
                      <a:cubicBezTo>
                        <a:pt x="444484" y="47849"/>
                        <a:pt x="658400" y="-17858"/>
                        <a:pt x="865467" y="4315"/>
                      </a:cubicBezTo>
                      <a:close/>
                    </a:path>
                  </a:pathLst>
                </a:custGeom>
                <a:solidFill>
                  <a:schemeClr val="bg1">
                    <a:lumMod val="85000"/>
                  </a:schemeClr>
                </a:solidFill>
                <a:ln w="7359" cap="flat">
                  <a:noFill/>
                  <a:prstDash val="solid"/>
                  <a:miter/>
                </a:ln>
              </p:spPr>
              <p:txBody>
                <a:bodyPr rtlCol="0" anchor="ctr"/>
                <a:lstStyle/>
                <a:p>
                  <a:endParaRPr lang="en-US"/>
                </a:p>
              </p:txBody>
            </p:sp>
            <p:grpSp>
              <p:nvGrpSpPr>
                <p:cNvPr id="23" name="Graphic 2">
                  <a:extLst>
                    <a:ext uri="{FF2B5EF4-FFF2-40B4-BE49-F238E27FC236}">
                      <a16:creationId xmlns:a16="http://schemas.microsoft.com/office/drawing/2014/main" id="{658F3EE1-7938-B704-72A2-636D3C957714}"/>
                    </a:ext>
                  </a:extLst>
                </p:cNvPr>
                <p:cNvGrpSpPr/>
                <p:nvPr/>
              </p:nvGrpSpPr>
              <p:grpSpPr>
                <a:xfrm>
                  <a:off x="3311652" y="1752289"/>
                  <a:ext cx="333396" cy="853078"/>
                  <a:chOff x="3311652" y="1752289"/>
                  <a:chExt cx="333396" cy="853078"/>
                </a:xfrm>
                <a:solidFill>
                  <a:srgbClr val="263E53"/>
                </a:solidFill>
              </p:grpSpPr>
              <p:sp>
                <p:nvSpPr>
                  <p:cNvPr id="32" name="Freeform: Shape 31">
                    <a:extLst>
                      <a:ext uri="{FF2B5EF4-FFF2-40B4-BE49-F238E27FC236}">
                        <a16:creationId xmlns:a16="http://schemas.microsoft.com/office/drawing/2014/main" id="{624C408E-ACD1-9B90-D533-0726A2549A10}"/>
                      </a:ext>
                    </a:extLst>
                  </p:cNvPr>
                  <p:cNvSpPr/>
                  <p:nvPr/>
                </p:nvSpPr>
                <p:spPr>
                  <a:xfrm rot="-2301601">
                    <a:off x="3350708" y="2373316"/>
                    <a:ext cx="192996" cy="192996"/>
                  </a:xfrm>
                  <a:custGeom>
                    <a:avLst/>
                    <a:gdLst>
                      <a:gd name="connsiteX0" fmla="*/ 192996 w 192996"/>
                      <a:gd name="connsiteY0" fmla="*/ 96498 h 192996"/>
                      <a:gd name="connsiteX1" fmla="*/ 96498 w 192996"/>
                      <a:gd name="connsiteY1" fmla="*/ 192996 h 192996"/>
                      <a:gd name="connsiteX2" fmla="*/ 0 w 192996"/>
                      <a:gd name="connsiteY2" fmla="*/ 96498 h 192996"/>
                      <a:gd name="connsiteX3" fmla="*/ 96498 w 192996"/>
                      <a:gd name="connsiteY3" fmla="*/ 0 h 192996"/>
                      <a:gd name="connsiteX4" fmla="*/ 192996 w 192996"/>
                      <a:gd name="connsiteY4" fmla="*/ 96498 h 19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996" h="192996">
                        <a:moveTo>
                          <a:pt x="192996" y="96498"/>
                        </a:moveTo>
                        <a:cubicBezTo>
                          <a:pt x="192996" y="149793"/>
                          <a:pt x="149793" y="192996"/>
                          <a:pt x="96498" y="192996"/>
                        </a:cubicBezTo>
                        <a:cubicBezTo>
                          <a:pt x="43204" y="192996"/>
                          <a:pt x="0" y="149793"/>
                          <a:pt x="0" y="96498"/>
                        </a:cubicBezTo>
                        <a:cubicBezTo>
                          <a:pt x="0" y="43204"/>
                          <a:pt x="43204" y="0"/>
                          <a:pt x="96498" y="0"/>
                        </a:cubicBezTo>
                        <a:cubicBezTo>
                          <a:pt x="149793" y="0"/>
                          <a:pt x="192996" y="43204"/>
                          <a:pt x="192996" y="96498"/>
                        </a:cubicBezTo>
                        <a:close/>
                      </a:path>
                    </a:pathLst>
                  </a:custGeom>
                  <a:solidFill>
                    <a:schemeClr val="tx1">
                      <a:lumMod val="50000"/>
                      <a:lumOff val="50000"/>
                    </a:schemeClr>
                  </a:solidFill>
                  <a:ln w="7359"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1B9C289D-18D7-6B3B-8D4D-03E3042FCDFA}"/>
                      </a:ext>
                    </a:extLst>
                  </p:cNvPr>
                  <p:cNvSpPr/>
                  <p:nvPr/>
                </p:nvSpPr>
                <p:spPr>
                  <a:xfrm rot="-2343000">
                    <a:off x="3412817" y="1791525"/>
                    <a:ext cx="192996" cy="192996"/>
                  </a:xfrm>
                  <a:custGeom>
                    <a:avLst/>
                    <a:gdLst>
                      <a:gd name="connsiteX0" fmla="*/ 192996 w 192996"/>
                      <a:gd name="connsiteY0" fmla="*/ 96498 h 192996"/>
                      <a:gd name="connsiteX1" fmla="*/ 96498 w 192996"/>
                      <a:gd name="connsiteY1" fmla="*/ 192996 h 192996"/>
                      <a:gd name="connsiteX2" fmla="*/ 0 w 192996"/>
                      <a:gd name="connsiteY2" fmla="*/ 96498 h 192996"/>
                      <a:gd name="connsiteX3" fmla="*/ 96498 w 192996"/>
                      <a:gd name="connsiteY3" fmla="*/ 0 h 192996"/>
                      <a:gd name="connsiteX4" fmla="*/ 192996 w 192996"/>
                      <a:gd name="connsiteY4" fmla="*/ 96498 h 19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996" h="192996">
                        <a:moveTo>
                          <a:pt x="192996" y="96498"/>
                        </a:moveTo>
                        <a:cubicBezTo>
                          <a:pt x="192996" y="149793"/>
                          <a:pt x="149792" y="192996"/>
                          <a:pt x="96498" y="192996"/>
                        </a:cubicBezTo>
                        <a:cubicBezTo>
                          <a:pt x="43204" y="192996"/>
                          <a:pt x="0" y="149793"/>
                          <a:pt x="0" y="96498"/>
                        </a:cubicBezTo>
                        <a:cubicBezTo>
                          <a:pt x="0" y="43204"/>
                          <a:pt x="43204" y="0"/>
                          <a:pt x="96498" y="0"/>
                        </a:cubicBezTo>
                        <a:cubicBezTo>
                          <a:pt x="149792" y="0"/>
                          <a:pt x="192996" y="43204"/>
                          <a:pt x="192996" y="96498"/>
                        </a:cubicBezTo>
                        <a:close/>
                      </a:path>
                    </a:pathLst>
                  </a:custGeom>
                  <a:solidFill>
                    <a:schemeClr val="tx1">
                      <a:lumMod val="50000"/>
                      <a:lumOff val="50000"/>
                    </a:schemeClr>
                  </a:solidFill>
                  <a:ln w="7359" cap="flat">
                    <a:noFill/>
                    <a:prstDash val="solid"/>
                    <a:miter/>
                  </a:ln>
                </p:spPr>
                <p:txBody>
                  <a:bodyPr rtlCol="0" anchor="ctr"/>
                  <a:lstStyle/>
                  <a:p>
                    <a:endParaRPr lang="en-US"/>
                  </a:p>
                </p:txBody>
              </p:sp>
            </p:grpSp>
            <p:sp>
              <p:nvSpPr>
                <p:cNvPr id="24" name="Freeform: Shape 23">
                  <a:extLst>
                    <a:ext uri="{FF2B5EF4-FFF2-40B4-BE49-F238E27FC236}">
                      <a16:creationId xmlns:a16="http://schemas.microsoft.com/office/drawing/2014/main" id="{DE044526-CE34-656B-F26F-20AE7095759F}"/>
                    </a:ext>
                  </a:extLst>
                </p:cNvPr>
                <p:cNvSpPr/>
                <p:nvPr/>
              </p:nvSpPr>
              <p:spPr>
                <a:xfrm rot="-2312401">
                  <a:off x="3851749" y="1566261"/>
                  <a:ext cx="192996" cy="192996"/>
                </a:xfrm>
                <a:custGeom>
                  <a:avLst/>
                  <a:gdLst>
                    <a:gd name="connsiteX0" fmla="*/ 192996 w 192996"/>
                    <a:gd name="connsiteY0" fmla="*/ 96498 h 192996"/>
                    <a:gd name="connsiteX1" fmla="*/ 96498 w 192996"/>
                    <a:gd name="connsiteY1" fmla="*/ 192996 h 192996"/>
                    <a:gd name="connsiteX2" fmla="*/ 0 w 192996"/>
                    <a:gd name="connsiteY2" fmla="*/ 96498 h 192996"/>
                    <a:gd name="connsiteX3" fmla="*/ 96498 w 192996"/>
                    <a:gd name="connsiteY3" fmla="*/ 0 h 192996"/>
                    <a:gd name="connsiteX4" fmla="*/ 192996 w 192996"/>
                    <a:gd name="connsiteY4" fmla="*/ 96498 h 19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996" h="192996">
                      <a:moveTo>
                        <a:pt x="192996" y="96498"/>
                      </a:moveTo>
                      <a:cubicBezTo>
                        <a:pt x="192996" y="149793"/>
                        <a:pt x="149793" y="192996"/>
                        <a:pt x="96498" y="192996"/>
                      </a:cubicBezTo>
                      <a:cubicBezTo>
                        <a:pt x="43204" y="192996"/>
                        <a:pt x="0" y="149793"/>
                        <a:pt x="0" y="96498"/>
                      </a:cubicBezTo>
                      <a:cubicBezTo>
                        <a:pt x="0" y="43204"/>
                        <a:pt x="43204" y="0"/>
                        <a:pt x="96498" y="0"/>
                      </a:cubicBezTo>
                      <a:cubicBezTo>
                        <a:pt x="149793" y="0"/>
                        <a:pt x="192996" y="43204"/>
                        <a:pt x="192996" y="96498"/>
                      </a:cubicBezTo>
                      <a:close/>
                    </a:path>
                  </a:pathLst>
                </a:custGeom>
                <a:solidFill>
                  <a:schemeClr val="tx1">
                    <a:lumMod val="50000"/>
                    <a:lumOff val="50000"/>
                  </a:schemeClr>
                </a:solidFill>
                <a:ln w="7359"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1079561-43C1-BBA9-38E9-066D13C2EA70}"/>
                    </a:ext>
                  </a:extLst>
                </p:cNvPr>
                <p:cNvSpPr/>
                <p:nvPr/>
              </p:nvSpPr>
              <p:spPr>
                <a:xfrm>
                  <a:off x="2879609" y="1972977"/>
                  <a:ext cx="340932" cy="317689"/>
                </a:xfrm>
                <a:custGeom>
                  <a:avLst/>
                  <a:gdLst>
                    <a:gd name="connsiteX0" fmla="*/ 905 w 340932"/>
                    <a:gd name="connsiteY0" fmla="*/ 141970 h 317689"/>
                    <a:gd name="connsiteX1" fmla="*/ 142043 w 340932"/>
                    <a:gd name="connsiteY1" fmla="*/ 316771 h 317689"/>
                    <a:gd name="connsiteX2" fmla="*/ 307563 w 340932"/>
                    <a:gd name="connsiteY2" fmla="*/ 214896 h 317689"/>
                    <a:gd name="connsiteX3" fmla="*/ 332461 w 340932"/>
                    <a:gd name="connsiteY3" fmla="*/ 217548 h 317689"/>
                    <a:gd name="connsiteX4" fmla="*/ 340933 w 340932"/>
                    <a:gd name="connsiteY4" fmla="*/ 138139 h 317689"/>
                    <a:gd name="connsiteX5" fmla="*/ 316035 w 340932"/>
                    <a:gd name="connsiteY5" fmla="*/ 135487 h 317689"/>
                    <a:gd name="connsiteX6" fmla="*/ 175781 w 340932"/>
                    <a:gd name="connsiteY6" fmla="*/ 905 h 317689"/>
                    <a:gd name="connsiteX7" fmla="*/ 905 w 340932"/>
                    <a:gd name="connsiteY7" fmla="*/ 141970 h 317689"/>
                    <a:gd name="connsiteX8" fmla="*/ 254305 w 340932"/>
                    <a:gd name="connsiteY8" fmla="*/ 169077 h 317689"/>
                    <a:gd name="connsiteX9" fmla="*/ 148673 w 340932"/>
                    <a:gd name="connsiteY9" fmla="*/ 254379 h 317689"/>
                    <a:gd name="connsiteX10" fmla="*/ 63371 w 340932"/>
                    <a:gd name="connsiteY10" fmla="*/ 148747 h 317689"/>
                    <a:gd name="connsiteX11" fmla="*/ 169004 w 340932"/>
                    <a:gd name="connsiteY11" fmla="*/ 63445 h 317689"/>
                    <a:gd name="connsiteX12" fmla="*/ 254232 w 340932"/>
                    <a:gd name="connsiteY12" fmla="*/ 169077 h 31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932" h="317689">
                      <a:moveTo>
                        <a:pt x="905" y="141970"/>
                      </a:moveTo>
                      <a:cubicBezTo>
                        <a:pt x="-8376" y="229186"/>
                        <a:pt x="54753" y="307490"/>
                        <a:pt x="142043" y="316771"/>
                      </a:cubicBezTo>
                      <a:cubicBezTo>
                        <a:pt x="215559" y="324653"/>
                        <a:pt x="282665" y="281045"/>
                        <a:pt x="307563" y="214896"/>
                      </a:cubicBezTo>
                      <a:lnTo>
                        <a:pt x="332461" y="217548"/>
                      </a:lnTo>
                      <a:lnTo>
                        <a:pt x="340933" y="138139"/>
                      </a:lnTo>
                      <a:lnTo>
                        <a:pt x="316035" y="135487"/>
                      </a:lnTo>
                      <a:cubicBezTo>
                        <a:pt x="305722" y="65581"/>
                        <a:pt x="249296" y="8787"/>
                        <a:pt x="175781" y="905"/>
                      </a:cubicBezTo>
                      <a:cubicBezTo>
                        <a:pt x="88564" y="-8376"/>
                        <a:pt x="10261" y="54753"/>
                        <a:pt x="905" y="141970"/>
                      </a:cubicBezTo>
                      <a:close/>
                      <a:moveTo>
                        <a:pt x="254305" y="169077"/>
                      </a:moveTo>
                      <a:cubicBezTo>
                        <a:pt x="248707" y="221820"/>
                        <a:pt x="201415" y="259977"/>
                        <a:pt x="148673" y="254379"/>
                      </a:cubicBezTo>
                      <a:cubicBezTo>
                        <a:pt x="95857" y="248707"/>
                        <a:pt x="57773" y="201489"/>
                        <a:pt x="63371" y="148747"/>
                      </a:cubicBezTo>
                      <a:cubicBezTo>
                        <a:pt x="68970" y="96004"/>
                        <a:pt x="116261" y="57847"/>
                        <a:pt x="169004" y="63445"/>
                      </a:cubicBezTo>
                      <a:cubicBezTo>
                        <a:pt x="221673" y="69043"/>
                        <a:pt x="259830" y="116335"/>
                        <a:pt x="254232" y="169077"/>
                      </a:cubicBezTo>
                      <a:close/>
                    </a:path>
                  </a:pathLst>
                </a:custGeom>
                <a:solidFill>
                  <a:schemeClr val="bg1">
                    <a:lumMod val="85000"/>
                  </a:schemeClr>
                </a:solidFill>
                <a:ln w="7359"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0EE14AF-F0CD-2F12-AFEE-F49E43906349}"/>
                    </a:ext>
                  </a:extLst>
                </p:cNvPr>
                <p:cNvSpPr/>
                <p:nvPr/>
              </p:nvSpPr>
              <p:spPr>
                <a:xfrm>
                  <a:off x="5698221" y="2194830"/>
                  <a:ext cx="193076" cy="193076"/>
                </a:xfrm>
                <a:custGeom>
                  <a:avLst/>
                  <a:gdLst>
                    <a:gd name="connsiteX0" fmla="*/ 106777 w 193076"/>
                    <a:gd name="connsiteY0" fmla="*/ 556 h 193076"/>
                    <a:gd name="connsiteX1" fmla="*/ 192521 w 193076"/>
                    <a:gd name="connsiteY1" fmla="*/ 106778 h 193076"/>
                    <a:gd name="connsiteX2" fmla="*/ 86299 w 193076"/>
                    <a:gd name="connsiteY2" fmla="*/ 192521 h 193076"/>
                    <a:gd name="connsiteX3" fmla="*/ 556 w 193076"/>
                    <a:gd name="connsiteY3" fmla="*/ 86299 h 193076"/>
                    <a:gd name="connsiteX4" fmla="*/ 106777 w 193076"/>
                    <a:gd name="connsiteY4" fmla="*/ 556 h 193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076" h="193076">
                      <a:moveTo>
                        <a:pt x="106777" y="556"/>
                      </a:moveTo>
                      <a:cubicBezTo>
                        <a:pt x="159815" y="6228"/>
                        <a:pt x="198193" y="53740"/>
                        <a:pt x="192521" y="106778"/>
                      </a:cubicBezTo>
                      <a:cubicBezTo>
                        <a:pt x="186849" y="159815"/>
                        <a:pt x="139337" y="198193"/>
                        <a:pt x="86299" y="192521"/>
                      </a:cubicBezTo>
                      <a:cubicBezTo>
                        <a:pt x="33262" y="186849"/>
                        <a:pt x="-5116" y="139336"/>
                        <a:pt x="556" y="86299"/>
                      </a:cubicBezTo>
                      <a:cubicBezTo>
                        <a:pt x="6228" y="33262"/>
                        <a:pt x="53741" y="-5116"/>
                        <a:pt x="106777" y="556"/>
                      </a:cubicBezTo>
                      <a:close/>
                    </a:path>
                  </a:pathLst>
                </a:custGeom>
                <a:solidFill>
                  <a:schemeClr val="tx1">
                    <a:lumMod val="50000"/>
                    <a:lumOff val="50000"/>
                  </a:schemeClr>
                </a:solidFill>
                <a:ln w="7359" cap="flat">
                  <a:noFill/>
                  <a:prstDash val="solid"/>
                  <a:miter/>
                </a:ln>
              </p:spPr>
              <p:txBody>
                <a:bodyPr rtlCol="0" anchor="ctr"/>
                <a:lstStyle/>
                <a:p>
                  <a:endParaRPr lang="en-US"/>
                </a:p>
              </p:txBody>
            </p:sp>
            <p:grpSp>
              <p:nvGrpSpPr>
                <p:cNvPr id="27" name="Graphic 2">
                  <a:extLst>
                    <a:ext uri="{FF2B5EF4-FFF2-40B4-BE49-F238E27FC236}">
                      <a16:creationId xmlns:a16="http://schemas.microsoft.com/office/drawing/2014/main" id="{A6EF15E4-0169-BA7B-293D-DC8F496590FD}"/>
                    </a:ext>
                  </a:extLst>
                </p:cNvPr>
                <p:cNvGrpSpPr/>
                <p:nvPr/>
              </p:nvGrpSpPr>
              <p:grpSpPr>
                <a:xfrm>
                  <a:off x="3597899" y="2005115"/>
                  <a:ext cx="264930" cy="341295"/>
                  <a:chOff x="3597899" y="2005115"/>
                  <a:chExt cx="264930" cy="341295"/>
                </a:xfrm>
              </p:grpSpPr>
              <p:sp>
                <p:nvSpPr>
                  <p:cNvPr id="30" name="Freeform: Shape 29">
                    <a:extLst>
                      <a:ext uri="{FF2B5EF4-FFF2-40B4-BE49-F238E27FC236}">
                        <a16:creationId xmlns:a16="http://schemas.microsoft.com/office/drawing/2014/main" id="{B7A11C6E-9871-CEBC-9718-C41C974F1DAA}"/>
                      </a:ext>
                    </a:extLst>
                  </p:cNvPr>
                  <p:cNvSpPr/>
                  <p:nvPr/>
                </p:nvSpPr>
                <p:spPr>
                  <a:xfrm>
                    <a:off x="3597899" y="2005115"/>
                    <a:ext cx="264930" cy="341295"/>
                  </a:xfrm>
                  <a:custGeom>
                    <a:avLst/>
                    <a:gdLst>
                      <a:gd name="connsiteX0" fmla="*/ 264245 w 264930"/>
                      <a:gd name="connsiteY0" fmla="*/ 222830 h 341295"/>
                      <a:gd name="connsiteX1" fmla="*/ 118467 w 264930"/>
                      <a:gd name="connsiteY1" fmla="*/ 340543 h 341295"/>
                      <a:gd name="connsiteX2" fmla="*/ 754 w 264930"/>
                      <a:gd name="connsiteY2" fmla="*/ 194764 h 341295"/>
                      <a:gd name="connsiteX3" fmla="*/ 101819 w 264930"/>
                      <a:gd name="connsiteY3" fmla="*/ 79924 h 341295"/>
                      <a:gd name="connsiteX4" fmla="*/ 110364 w 264930"/>
                      <a:gd name="connsiteY4" fmla="*/ 0 h 341295"/>
                      <a:gd name="connsiteX5" fmla="*/ 198170 w 264930"/>
                      <a:gd name="connsiteY5" fmla="*/ 9355 h 341295"/>
                      <a:gd name="connsiteX6" fmla="*/ 189625 w 264930"/>
                      <a:gd name="connsiteY6" fmla="*/ 89279 h 341295"/>
                      <a:gd name="connsiteX7" fmla="*/ 264172 w 264930"/>
                      <a:gd name="connsiteY7" fmla="*/ 222903 h 34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930" h="341295">
                        <a:moveTo>
                          <a:pt x="264245" y="222830"/>
                        </a:moveTo>
                        <a:cubicBezTo>
                          <a:pt x="256511" y="295535"/>
                          <a:pt x="191172" y="348277"/>
                          <a:pt x="118467" y="340543"/>
                        </a:cubicBezTo>
                        <a:cubicBezTo>
                          <a:pt x="45688" y="332808"/>
                          <a:pt x="-6981" y="267469"/>
                          <a:pt x="754" y="194764"/>
                        </a:cubicBezTo>
                        <a:cubicBezTo>
                          <a:pt x="6868" y="137455"/>
                          <a:pt x="48708" y="92520"/>
                          <a:pt x="101819" y="79924"/>
                        </a:cubicBezTo>
                        <a:lnTo>
                          <a:pt x="110364" y="0"/>
                        </a:lnTo>
                        <a:lnTo>
                          <a:pt x="198170" y="9355"/>
                        </a:lnTo>
                        <a:lnTo>
                          <a:pt x="189625" y="89279"/>
                        </a:lnTo>
                        <a:cubicBezTo>
                          <a:pt x="238905" y="112851"/>
                          <a:pt x="270286" y="165520"/>
                          <a:pt x="264172" y="222903"/>
                        </a:cubicBezTo>
                        <a:close/>
                      </a:path>
                    </a:pathLst>
                  </a:custGeom>
                  <a:solidFill>
                    <a:schemeClr val="tx1">
                      <a:lumMod val="50000"/>
                      <a:lumOff val="50000"/>
                    </a:schemeClr>
                  </a:solidFill>
                  <a:ln w="7359"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96D5A01-105D-EFA5-513F-CECB22EEDF8F}"/>
                      </a:ext>
                    </a:extLst>
                  </p:cNvPr>
                  <p:cNvSpPr/>
                  <p:nvPr/>
                </p:nvSpPr>
                <p:spPr>
                  <a:xfrm>
                    <a:off x="3649170" y="2132610"/>
                    <a:ext cx="162383" cy="162383"/>
                  </a:xfrm>
                  <a:custGeom>
                    <a:avLst/>
                    <a:gdLst>
                      <a:gd name="connsiteX0" fmla="*/ 161926 w 162383"/>
                      <a:gd name="connsiteY0" fmla="*/ 89810 h 162383"/>
                      <a:gd name="connsiteX1" fmla="*/ 72573 w 162383"/>
                      <a:gd name="connsiteY1" fmla="*/ 161926 h 162383"/>
                      <a:gd name="connsiteX2" fmla="*/ 457 w 162383"/>
                      <a:gd name="connsiteY2" fmla="*/ 72573 h 162383"/>
                      <a:gd name="connsiteX3" fmla="*/ 89810 w 162383"/>
                      <a:gd name="connsiteY3" fmla="*/ 457 h 162383"/>
                      <a:gd name="connsiteX4" fmla="*/ 161926 w 162383"/>
                      <a:gd name="connsiteY4" fmla="*/ 89810 h 162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383" h="162383">
                        <a:moveTo>
                          <a:pt x="161926" y="89810"/>
                        </a:moveTo>
                        <a:cubicBezTo>
                          <a:pt x="157138" y="134376"/>
                          <a:pt x="117139" y="166641"/>
                          <a:pt x="72573" y="161926"/>
                        </a:cubicBezTo>
                        <a:cubicBezTo>
                          <a:pt x="28007" y="157138"/>
                          <a:pt x="-4257" y="117139"/>
                          <a:pt x="457" y="72573"/>
                        </a:cubicBezTo>
                        <a:cubicBezTo>
                          <a:pt x="5172" y="28007"/>
                          <a:pt x="45244" y="-4257"/>
                          <a:pt x="89810" y="457"/>
                        </a:cubicBezTo>
                        <a:cubicBezTo>
                          <a:pt x="134376" y="5245"/>
                          <a:pt x="166641" y="45244"/>
                          <a:pt x="161926" y="89810"/>
                        </a:cubicBezTo>
                        <a:close/>
                      </a:path>
                    </a:pathLst>
                  </a:custGeom>
                  <a:solidFill>
                    <a:schemeClr val="tx1">
                      <a:lumMod val="65000"/>
                      <a:lumOff val="35000"/>
                    </a:schemeClr>
                  </a:solidFill>
                  <a:ln w="7359" cap="flat">
                    <a:noFill/>
                    <a:prstDash val="solid"/>
                    <a:miter/>
                  </a:ln>
                </p:spPr>
                <p:txBody>
                  <a:bodyPr rtlCol="0" anchor="ctr"/>
                  <a:lstStyle/>
                  <a:p>
                    <a:endParaRPr lang="en-US"/>
                  </a:p>
                </p:txBody>
              </p:sp>
            </p:grpSp>
            <p:sp>
              <p:nvSpPr>
                <p:cNvPr id="28" name="Freeform: Shape 27">
                  <a:extLst>
                    <a:ext uri="{FF2B5EF4-FFF2-40B4-BE49-F238E27FC236}">
                      <a16:creationId xmlns:a16="http://schemas.microsoft.com/office/drawing/2014/main" id="{241B3982-49BF-DA48-E91C-FF46D31B937D}"/>
                    </a:ext>
                  </a:extLst>
                </p:cNvPr>
                <p:cNvSpPr/>
                <p:nvPr/>
              </p:nvSpPr>
              <p:spPr>
                <a:xfrm rot="-5034000">
                  <a:off x="3130840" y="2117332"/>
                  <a:ext cx="245886" cy="75062"/>
                </a:xfrm>
                <a:custGeom>
                  <a:avLst/>
                  <a:gdLst>
                    <a:gd name="connsiteX0" fmla="*/ 0 w 245886"/>
                    <a:gd name="connsiteY0" fmla="*/ 0 h 75062"/>
                    <a:gd name="connsiteX1" fmla="*/ 245886 w 245886"/>
                    <a:gd name="connsiteY1" fmla="*/ 0 h 75062"/>
                    <a:gd name="connsiteX2" fmla="*/ 245886 w 245886"/>
                    <a:gd name="connsiteY2" fmla="*/ 75062 h 75062"/>
                    <a:gd name="connsiteX3" fmla="*/ 0 w 245886"/>
                    <a:gd name="connsiteY3" fmla="*/ 75062 h 75062"/>
                  </a:gdLst>
                  <a:ahLst/>
                  <a:cxnLst>
                    <a:cxn ang="0">
                      <a:pos x="connsiteX0" y="connsiteY0"/>
                    </a:cxn>
                    <a:cxn ang="0">
                      <a:pos x="connsiteX1" y="connsiteY1"/>
                    </a:cxn>
                    <a:cxn ang="0">
                      <a:pos x="connsiteX2" y="connsiteY2"/>
                    </a:cxn>
                    <a:cxn ang="0">
                      <a:pos x="connsiteX3" y="connsiteY3"/>
                    </a:cxn>
                  </a:cxnLst>
                  <a:rect l="l" t="t" r="r" b="b"/>
                  <a:pathLst>
                    <a:path w="245886" h="75062">
                      <a:moveTo>
                        <a:pt x="0" y="0"/>
                      </a:moveTo>
                      <a:lnTo>
                        <a:pt x="245886" y="0"/>
                      </a:lnTo>
                      <a:lnTo>
                        <a:pt x="245886" y="75062"/>
                      </a:lnTo>
                      <a:lnTo>
                        <a:pt x="0" y="75062"/>
                      </a:lnTo>
                      <a:close/>
                    </a:path>
                  </a:pathLst>
                </a:custGeom>
                <a:solidFill>
                  <a:schemeClr val="bg1">
                    <a:lumMod val="75000"/>
                  </a:schemeClr>
                </a:solidFill>
                <a:ln w="7359"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8853712D-F477-F31A-55B1-27EB0DC850CB}"/>
                    </a:ext>
                  </a:extLst>
                </p:cNvPr>
                <p:cNvSpPr/>
                <p:nvPr/>
              </p:nvSpPr>
              <p:spPr>
                <a:xfrm>
                  <a:off x="4079726" y="1576988"/>
                  <a:ext cx="255332" cy="1473917"/>
                </a:xfrm>
                <a:custGeom>
                  <a:avLst/>
                  <a:gdLst>
                    <a:gd name="connsiteX0" fmla="*/ 255333 w 255332"/>
                    <a:gd name="connsiteY0" fmla="*/ 0 h 1473917"/>
                    <a:gd name="connsiteX1" fmla="*/ 251944 w 255332"/>
                    <a:gd name="connsiteY1" fmla="*/ 37936 h 1473917"/>
                    <a:gd name="connsiteX2" fmla="*/ 251576 w 255332"/>
                    <a:gd name="connsiteY2" fmla="*/ 39778 h 1473917"/>
                    <a:gd name="connsiteX3" fmla="*/ 104398 w 255332"/>
                    <a:gd name="connsiteY3" fmla="*/ 412069 h 1473917"/>
                    <a:gd name="connsiteX4" fmla="*/ 66388 w 255332"/>
                    <a:gd name="connsiteY4" fmla="*/ 589007 h 1473917"/>
                    <a:gd name="connsiteX5" fmla="*/ 159424 w 255332"/>
                    <a:gd name="connsiteY5" fmla="*/ 1364749 h 1473917"/>
                    <a:gd name="connsiteX6" fmla="*/ 186311 w 255332"/>
                    <a:gd name="connsiteY6" fmla="*/ 1473918 h 1473917"/>
                    <a:gd name="connsiteX7" fmla="*/ 16297 w 255332"/>
                    <a:gd name="connsiteY7" fmla="*/ 583703 h 1473917"/>
                    <a:gd name="connsiteX8" fmla="*/ 54307 w 255332"/>
                    <a:gd name="connsiteY8" fmla="*/ 406766 h 1473917"/>
                    <a:gd name="connsiteX9" fmla="*/ 201485 w 255332"/>
                    <a:gd name="connsiteY9" fmla="*/ 34474 h 1473917"/>
                    <a:gd name="connsiteX10" fmla="*/ 255333 w 255332"/>
                    <a:gd name="connsiteY10" fmla="*/ 0 h 1473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332" h="1473917">
                      <a:moveTo>
                        <a:pt x="255333" y="0"/>
                      </a:moveTo>
                      <a:cubicBezTo>
                        <a:pt x="255185" y="12302"/>
                        <a:pt x="254080" y="25045"/>
                        <a:pt x="251944" y="37936"/>
                      </a:cubicBezTo>
                      <a:cubicBezTo>
                        <a:pt x="251797" y="38526"/>
                        <a:pt x="251723" y="39115"/>
                        <a:pt x="251576" y="39778"/>
                      </a:cubicBezTo>
                      <a:cubicBezTo>
                        <a:pt x="241410" y="88469"/>
                        <a:pt x="120530" y="354391"/>
                        <a:pt x="104398" y="412069"/>
                      </a:cubicBezTo>
                      <a:cubicBezTo>
                        <a:pt x="86792" y="474977"/>
                        <a:pt x="74638" y="534423"/>
                        <a:pt x="66388" y="589007"/>
                      </a:cubicBezTo>
                      <a:cubicBezTo>
                        <a:pt x="42300" y="748119"/>
                        <a:pt x="26315" y="1109213"/>
                        <a:pt x="159424" y="1364749"/>
                      </a:cubicBezTo>
                      <a:cubicBezTo>
                        <a:pt x="169884" y="1407842"/>
                        <a:pt x="179607" y="1444674"/>
                        <a:pt x="186311" y="1473918"/>
                      </a:cubicBezTo>
                      <a:cubicBezTo>
                        <a:pt x="-28784" y="1226042"/>
                        <a:pt x="-11695" y="768523"/>
                        <a:pt x="16297" y="583703"/>
                      </a:cubicBezTo>
                      <a:cubicBezTo>
                        <a:pt x="24547" y="529046"/>
                        <a:pt x="36702" y="469600"/>
                        <a:pt x="54307" y="406766"/>
                      </a:cubicBezTo>
                      <a:cubicBezTo>
                        <a:pt x="70439" y="349088"/>
                        <a:pt x="191320" y="83165"/>
                        <a:pt x="201485" y="34474"/>
                      </a:cubicBezTo>
                      <a:cubicBezTo>
                        <a:pt x="223289" y="20110"/>
                        <a:pt x="242589" y="7882"/>
                        <a:pt x="255333" y="0"/>
                      </a:cubicBezTo>
                      <a:close/>
                    </a:path>
                  </a:pathLst>
                </a:custGeom>
                <a:solidFill>
                  <a:srgbClr val="231F20">
                    <a:alpha val="18000"/>
                  </a:srgbClr>
                </a:solidFill>
                <a:ln w="7359" cap="flat">
                  <a:noFill/>
                  <a:prstDash val="solid"/>
                  <a:miter/>
                </a:ln>
              </p:spPr>
              <p:txBody>
                <a:bodyPr rtlCol="0" anchor="ctr"/>
                <a:lstStyle/>
                <a:p>
                  <a:endParaRPr lang="en-US"/>
                </a:p>
              </p:txBody>
            </p:sp>
          </p:grpSp>
          <p:grpSp>
            <p:nvGrpSpPr>
              <p:cNvPr id="15" name="Graphic 2">
                <a:extLst>
                  <a:ext uri="{FF2B5EF4-FFF2-40B4-BE49-F238E27FC236}">
                    <a16:creationId xmlns:a16="http://schemas.microsoft.com/office/drawing/2014/main" id="{E855C1B2-B49C-3402-A17E-A2B780611D05}"/>
                  </a:ext>
                </a:extLst>
              </p:cNvPr>
              <p:cNvGrpSpPr/>
              <p:nvPr/>
            </p:nvGrpSpPr>
            <p:grpSpPr>
              <a:xfrm>
                <a:off x="1088380" y="1760780"/>
                <a:ext cx="1014239" cy="1243001"/>
                <a:chOff x="1953869" y="2029885"/>
                <a:chExt cx="1103867" cy="1352844"/>
              </a:xfrm>
            </p:grpSpPr>
            <p:sp>
              <p:nvSpPr>
                <p:cNvPr id="16" name="Freeform: Shape 15">
                  <a:extLst>
                    <a:ext uri="{FF2B5EF4-FFF2-40B4-BE49-F238E27FC236}">
                      <a16:creationId xmlns:a16="http://schemas.microsoft.com/office/drawing/2014/main" id="{773FF586-885D-71B8-5863-17065D502D25}"/>
                    </a:ext>
                  </a:extLst>
                </p:cNvPr>
                <p:cNvSpPr/>
                <p:nvPr/>
              </p:nvSpPr>
              <p:spPr>
                <a:xfrm>
                  <a:off x="1953869" y="2520904"/>
                  <a:ext cx="367218" cy="527715"/>
                </a:xfrm>
                <a:custGeom>
                  <a:avLst/>
                  <a:gdLst>
                    <a:gd name="connsiteX0" fmla="*/ 162910 w 367218"/>
                    <a:gd name="connsiteY0" fmla="*/ 2429 h 527715"/>
                    <a:gd name="connsiteX1" fmla="*/ 109062 w 367218"/>
                    <a:gd name="connsiteY1" fmla="*/ 12447 h 527715"/>
                    <a:gd name="connsiteX2" fmla="*/ 1883 w 367218"/>
                    <a:gd name="connsiteY2" fmla="*/ 155205 h 527715"/>
                    <a:gd name="connsiteX3" fmla="*/ 53005 w 367218"/>
                    <a:gd name="connsiteY3" fmla="*/ 430557 h 527715"/>
                    <a:gd name="connsiteX4" fmla="*/ 204308 w 367218"/>
                    <a:gd name="connsiteY4" fmla="*/ 525287 h 527715"/>
                    <a:gd name="connsiteX5" fmla="*/ 258156 w 367218"/>
                    <a:gd name="connsiteY5" fmla="*/ 515269 h 527715"/>
                    <a:gd name="connsiteX6" fmla="*/ 365335 w 367218"/>
                    <a:gd name="connsiteY6" fmla="*/ 372510 h 527715"/>
                    <a:gd name="connsiteX7" fmla="*/ 314213 w 367218"/>
                    <a:gd name="connsiteY7" fmla="*/ 97159 h 527715"/>
                    <a:gd name="connsiteX8" fmla="*/ 162910 w 367218"/>
                    <a:gd name="connsiteY8" fmla="*/ 2429 h 527715"/>
                    <a:gd name="connsiteX9" fmla="*/ 275025 w 367218"/>
                    <a:gd name="connsiteY9" fmla="*/ 389305 h 527715"/>
                    <a:gd name="connsiteX10" fmla="*/ 241434 w 367218"/>
                    <a:gd name="connsiteY10" fmla="*/ 424884 h 527715"/>
                    <a:gd name="connsiteX11" fmla="*/ 187587 w 367218"/>
                    <a:gd name="connsiteY11" fmla="*/ 434903 h 527715"/>
                    <a:gd name="connsiteX12" fmla="*/ 143463 w 367218"/>
                    <a:gd name="connsiteY12" fmla="*/ 413761 h 527715"/>
                    <a:gd name="connsiteX13" fmla="*/ 92341 w 367218"/>
                    <a:gd name="connsiteY13" fmla="*/ 138410 h 527715"/>
                    <a:gd name="connsiteX14" fmla="*/ 125931 w 367218"/>
                    <a:gd name="connsiteY14" fmla="*/ 102831 h 527715"/>
                    <a:gd name="connsiteX15" fmla="*/ 179779 w 367218"/>
                    <a:gd name="connsiteY15" fmla="*/ 92813 h 527715"/>
                    <a:gd name="connsiteX16" fmla="*/ 223903 w 367218"/>
                    <a:gd name="connsiteY16" fmla="*/ 113954 h 527715"/>
                    <a:gd name="connsiteX17" fmla="*/ 275025 w 367218"/>
                    <a:gd name="connsiteY17" fmla="*/ 389305 h 52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67218" h="527715">
                      <a:moveTo>
                        <a:pt x="162910" y="2429"/>
                      </a:moveTo>
                      <a:lnTo>
                        <a:pt x="109062" y="12447"/>
                      </a:lnTo>
                      <a:cubicBezTo>
                        <a:pt x="37683" y="25706"/>
                        <a:pt x="-10271" y="89572"/>
                        <a:pt x="1883" y="155205"/>
                      </a:cubicBezTo>
                      <a:lnTo>
                        <a:pt x="53005" y="430557"/>
                      </a:lnTo>
                      <a:cubicBezTo>
                        <a:pt x="65159" y="496190"/>
                        <a:pt x="132929" y="538546"/>
                        <a:pt x="204308" y="525287"/>
                      </a:cubicBezTo>
                      <a:lnTo>
                        <a:pt x="258156" y="515269"/>
                      </a:lnTo>
                      <a:cubicBezTo>
                        <a:pt x="329535" y="502009"/>
                        <a:pt x="377489" y="438144"/>
                        <a:pt x="365335" y="372510"/>
                      </a:cubicBezTo>
                      <a:lnTo>
                        <a:pt x="314213" y="97159"/>
                      </a:lnTo>
                      <a:cubicBezTo>
                        <a:pt x="302059" y="31526"/>
                        <a:pt x="234289" y="-10831"/>
                        <a:pt x="162910" y="2429"/>
                      </a:cubicBezTo>
                      <a:close/>
                      <a:moveTo>
                        <a:pt x="275025" y="389305"/>
                      </a:moveTo>
                      <a:cubicBezTo>
                        <a:pt x="277824" y="404480"/>
                        <a:pt x="262134" y="421054"/>
                        <a:pt x="241434" y="424884"/>
                      </a:cubicBezTo>
                      <a:lnTo>
                        <a:pt x="187587" y="434903"/>
                      </a:lnTo>
                      <a:cubicBezTo>
                        <a:pt x="166888" y="438733"/>
                        <a:pt x="146262" y="428862"/>
                        <a:pt x="143463" y="413761"/>
                      </a:cubicBezTo>
                      <a:lnTo>
                        <a:pt x="92341" y="138410"/>
                      </a:lnTo>
                      <a:cubicBezTo>
                        <a:pt x="89542" y="123236"/>
                        <a:pt x="105232" y="106662"/>
                        <a:pt x="125931" y="102831"/>
                      </a:cubicBezTo>
                      <a:lnTo>
                        <a:pt x="179779" y="92813"/>
                      </a:lnTo>
                      <a:cubicBezTo>
                        <a:pt x="200478" y="88982"/>
                        <a:pt x="221103" y="98853"/>
                        <a:pt x="223903" y="113954"/>
                      </a:cubicBezTo>
                      <a:lnTo>
                        <a:pt x="275025" y="389305"/>
                      </a:lnTo>
                      <a:close/>
                    </a:path>
                  </a:pathLst>
                </a:custGeom>
                <a:solidFill>
                  <a:schemeClr val="bg1">
                    <a:lumMod val="85000"/>
                  </a:schemeClr>
                </a:solidFill>
                <a:ln w="7359"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98808325-B61B-254C-8772-AFED6B6534BE}"/>
                    </a:ext>
                  </a:extLst>
                </p:cNvPr>
                <p:cNvSpPr/>
                <p:nvPr/>
              </p:nvSpPr>
              <p:spPr>
                <a:xfrm>
                  <a:off x="2204869" y="2029885"/>
                  <a:ext cx="523543" cy="423301"/>
                </a:xfrm>
                <a:custGeom>
                  <a:avLst/>
                  <a:gdLst>
                    <a:gd name="connsiteX0" fmla="*/ 511304 w 523543"/>
                    <a:gd name="connsiteY0" fmla="*/ 130880 h 423301"/>
                    <a:gd name="connsiteX1" fmla="*/ 489058 w 523543"/>
                    <a:gd name="connsiteY1" fmla="*/ 80789 h 423301"/>
                    <a:gd name="connsiteX2" fmla="*/ 325306 w 523543"/>
                    <a:gd name="connsiteY2" fmla="*/ 9631 h 423301"/>
                    <a:gd name="connsiteX3" fmla="*/ 69328 w 523543"/>
                    <a:gd name="connsiteY3" fmla="*/ 123292 h 423301"/>
                    <a:gd name="connsiteX4" fmla="*/ 12239 w 523543"/>
                    <a:gd name="connsiteY4" fmla="*/ 292422 h 423301"/>
                    <a:gd name="connsiteX5" fmla="*/ 34485 w 523543"/>
                    <a:gd name="connsiteY5" fmla="*/ 342513 h 423301"/>
                    <a:gd name="connsiteX6" fmla="*/ 198238 w 523543"/>
                    <a:gd name="connsiteY6" fmla="*/ 413671 h 423301"/>
                    <a:gd name="connsiteX7" fmla="*/ 454216 w 523543"/>
                    <a:gd name="connsiteY7" fmla="*/ 300009 h 423301"/>
                    <a:gd name="connsiteX8" fmla="*/ 511304 w 523543"/>
                    <a:gd name="connsiteY8" fmla="*/ 130880 h 423301"/>
                    <a:gd name="connsiteX9" fmla="*/ 160964 w 523543"/>
                    <a:gd name="connsiteY9" fmla="*/ 329622 h 423301"/>
                    <a:gd name="connsiteX10" fmla="*/ 118534 w 523543"/>
                    <a:gd name="connsiteY10" fmla="*/ 305239 h 423301"/>
                    <a:gd name="connsiteX11" fmla="*/ 96288 w 523543"/>
                    <a:gd name="connsiteY11" fmla="*/ 255149 h 423301"/>
                    <a:gd name="connsiteX12" fmla="*/ 106601 w 523543"/>
                    <a:gd name="connsiteY12" fmla="*/ 207341 h 423301"/>
                    <a:gd name="connsiteX13" fmla="*/ 362579 w 523543"/>
                    <a:gd name="connsiteY13" fmla="*/ 93680 h 423301"/>
                    <a:gd name="connsiteX14" fmla="*/ 405009 w 523543"/>
                    <a:gd name="connsiteY14" fmla="*/ 118062 h 423301"/>
                    <a:gd name="connsiteX15" fmla="*/ 427255 w 523543"/>
                    <a:gd name="connsiteY15" fmla="*/ 168153 h 423301"/>
                    <a:gd name="connsiteX16" fmla="*/ 416942 w 523543"/>
                    <a:gd name="connsiteY16" fmla="*/ 215960 h 423301"/>
                    <a:gd name="connsiteX17" fmla="*/ 160964 w 523543"/>
                    <a:gd name="connsiteY17" fmla="*/ 329622 h 423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23543" h="423301">
                      <a:moveTo>
                        <a:pt x="511304" y="130880"/>
                      </a:moveTo>
                      <a:lnTo>
                        <a:pt x="489058" y="80789"/>
                      </a:lnTo>
                      <a:cubicBezTo>
                        <a:pt x="459593" y="14419"/>
                        <a:pt x="386299" y="-17403"/>
                        <a:pt x="325306" y="9631"/>
                      </a:cubicBezTo>
                      <a:lnTo>
                        <a:pt x="69328" y="123292"/>
                      </a:lnTo>
                      <a:cubicBezTo>
                        <a:pt x="8335" y="150400"/>
                        <a:pt x="-17226" y="226052"/>
                        <a:pt x="12239" y="292422"/>
                      </a:cubicBezTo>
                      <a:lnTo>
                        <a:pt x="34485" y="342513"/>
                      </a:lnTo>
                      <a:cubicBezTo>
                        <a:pt x="63950" y="408883"/>
                        <a:pt x="137245" y="440705"/>
                        <a:pt x="198238" y="413671"/>
                      </a:cubicBezTo>
                      <a:lnTo>
                        <a:pt x="454216" y="300009"/>
                      </a:lnTo>
                      <a:cubicBezTo>
                        <a:pt x="515208" y="272901"/>
                        <a:pt x="540769" y="197250"/>
                        <a:pt x="511304" y="130880"/>
                      </a:cubicBezTo>
                      <a:close/>
                      <a:moveTo>
                        <a:pt x="160964" y="329622"/>
                      </a:moveTo>
                      <a:cubicBezTo>
                        <a:pt x="146895" y="335883"/>
                        <a:pt x="127079" y="324465"/>
                        <a:pt x="118534" y="305239"/>
                      </a:cubicBezTo>
                      <a:lnTo>
                        <a:pt x="96288" y="255149"/>
                      </a:lnTo>
                      <a:cubicBezTo>
                        <a:pt x="87744" y="235923"/>
                        <a:pt x="92532" y="213529"/>
                        <a:pt x="106601" y="207341"/>
                      </a:cubicBezTo>
                      <a:lnTo>
                        <a:pt x="362579" y="93680"/>
                      </a:lnTo>
                      <a:cubicBezTo>
                        <a:pt x="376649" y="87419"/>
                        <a:pt x="396464" y="98836"/>
                        <a:pt x="405009" y="118062"/>
                      </a:cubicBezTo>
                      <a:lnTo>
                        <a:pt x="427255" y="168153"/>
                      </a:lnTo>
                      <a:cubicBezTo>
                        <a:pt x="435800" y="187379"/>
                        <a:pt x="431012" y="209772"/>
                        <a:pt x="416942" y="215960"/>
                      </a:cubicBezTo>
                      <a:lnTo>
                        <a:pt x="160964" y="329622"/>
                      </a:lnTo>
                      <a:close/>
                    </a:path>
                  </a:pathLst>
                </a:custGeom>
                <a:solidFill>
                  <a:schemeClr val="bg1">
                    <a:lumMod val="85000"/>
                  </a:schemeClr>
                </a:solidFill>
                <a:ln w="7359"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FED5077-4D84-72FD-6BFC-34005F0B4BEF}"/>
                    </a:ext>
                  </a:extLst>
                </p:cNvPr>
                <p:cNvSpPr/>
                <p:nvPr/>
              </p:nvSpPr>
              <p:spPr>
                <a:xfrm>
                  <a:off x="2115627" y="2868321"/>
                  <a:ext cx="170329" cy="514408"/>
                </a:xfrm>
                <a:custGeom>
                  <a:avLst/>
                  <a:gdLst>
                    <a:gd name="connsiteX0" fmla="*/ 132788 w 170329"/>
                    <a:gd name="connsiteY0" fmla="*/ 513624 h 514408"/>
                    <a:gd name="connsiteX1" fmla="*/ 132788 w 170329"/>
                    <a:gd name="connsiteY1" fmla="*/ 513624 h 514408"/>
                    <a:gd name="connsiteX2" fmla="*/ 169546 w 170329"/>
                    <a:gd name="connsiteY2" fmla="*/ 460071 h 514408"/>
                    <a:gd name="connsiteX3" fmla="*/ 91095 w 170329"/>
                    <a:gd name="connsiteY3" fmla="*/ 37542 h 514408"/>
                    <a:gd name="connsiteX4" fmla="*/ 37542 w 170329"/>
                    <a:gd name="connsiteY4" fmla="*/ 784 h 514408"/>
                    <a:gd name="connsiteX5" fmla="*/ 37542 w 170329"/>
                    <a:gd name="connsiteY5" fmla="*/ 784 h 514408"/>
                    <a:gd name="connsiteX6" fmla="*/ 784 w 170329"/>
                    <a:gd name="connsiteY6" fmla="*/ 54337 h 514408"/>
                    <a:gd name="connsiteX7" fmla="*/ 79235 w 170329"/>
                    <a:gd name="connsiteY7" fmla="*/ 476867 h 514408"/>
                    <a:gd name="connsiteX8" fmla="*/ 132788 w 170329"/>
                    <a:gd name="connsiteY8" fmla="*/ 513624 h 51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329" h="514408">
                      <a:moveTo>
                        <a:pt x="132788" y="513624"/>
                      </a:moveTo>
                      <a:lnTo>
                        <a:pt x="132788" y="513624"/>
                      </a:lnTo>
                      <a:cubicBezTo>
                        <a:pt x="157760" y="508983"/>
                        <a:pt x="174186" y="484969"/>
                        <a:pt x="169546" y="460071"/>
                      </a:cubicBezTo>
                      <a:lnTo>
                        <a:pt x="91095" y="37542"/>
                      </a:lnTo>
                      <a:cubicBezTo>
                        <a:pt x="86454" y="12570"/>
                        <a:pt x="62440" y="-3856"/>
                        <a:pt x="37542" y="784"/>
                      </a:cubicBezTo>
                      <a:lnTo>
                        <a:pt x="37542" y="784"/>
                      </a:lnTo>
                      <a:cubicBezTo>
                        <a:pt x="12570" y="5425"/>
                        <a:pt x="-3856" y="29439"/>
                        <a:pt x="784" y="54337"/>
                      </a:cubicBezTo>
                      <a:lnTo>
                        <a:pt x="79235" y="476867"/>
                      </a:lnTo>
                      <a:cubicBezTo>
                        <a:pt x="83876" y="501838"/>
                        <a:pt x="107890" y="518265"/>
                        <a:pt x="132788" y="513624"/>
                      </a:cubicBezTo>
                      <a:close/>
                    </a:path>
                  </a:pathLst>
                </a:custGeom>
                <a:solidFill>
                  <a:schemeClr val="bg1">
                    <a:lumMod val="75000"/>
                  </a:schemeClr>
                </a:solidFill>
                <a:ln w="7359"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6419E58-EDDD-ACB0-A7A8-0B9456B3DFB7}"/>
                    </a:ext>
                  </a:extLst>
                </p:cNvPr>
                <p:cNvSpPr/>
                <p:nvPr/>
              </p:nvSpPr>
              <p:spPr>
                <a:xfrm>
                  <a:off x="2538730" y="2088365"/>
                  <a:ext cx="519006" cy="139422"/>
                </a:xfrm>
                <a:custGeom>
                  <a:avLst/>
                  <a:gdLst>
                    <a:gd name="connsiteX0" fmla="*/ 518723 w 519006"/>
                    <a:gd name="connsiteY0" fmla="*/ 40872 h 139422"/>
                    <a:gd name="connsiteX1" fmla="*/ 518723 w 519006"/>
                    <a:gd name="connsiteY1" fmla="*/ 40872 h 139422"/>
                    <a:gd name="connsiteX2" fmla="*/ 467969 w 519006"/>
                    <a:gd name="connsiteY2" fmla="*/ 284 h 139422"/>
                    <a:gd name="connsiteX3" fmla="*/ 40872 w 519006"/>
                    <a:gd name="connsiteY3" fmla="*/ 47797 h 139422"/>
                    <a:gd name="connsiteX4" fmla="*/ 284 w 519006"/>
                    <a:gd name="connsiteY4" fmla="*/ 98550 h 139422"/>
                    <a:gd name="connsiteX5" fmla="*/ 284 w 519006"/>
                    <a:gd name="connsiteY5" fmla="*/ 98550 h 139422"/>
                    <a:gd name="connsiteX6" fmla="*/ 51038 w 519006"/>
                    <a:gd name="connsiteY6" fmla="*/ 139138 h 139422"/>
                    <a:gd name="connsiteX7" fmla="*/ 478134 w 519006"/>
                    <a:gd name="connsiteY7" fmla="*/ 91626 h 139422"/>
                    <a:gd name="connsiteX8" fmla="*/ 518723 w 519006"/>
                    <a:gd name="connsiteY8" fmla="*/ 40872 h 139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9006" h="139422">
                      <a:moveTo>
                        <a:pt x="518723" y="40872"/>
                      </a:moveTo>
                      <a:lnTo>
                        <a:pt x="518723" y="40872"/>
                      </a:lnTo>
                      <a:cubicBezTo>
                        <a:pt x="515923" y="15680"/>
                        <a:pt x="493162" y="-2515"/>
                        <a:pt x="467969" y="284"/>
                      </a:cubicBezTo>
                      <a:lnTo>
                        <a:pt x="40872" y="47797"/>
                      </a:lnTo>
                      <a:cubicBezTo>
                        <a:pt x="15680" y="50596"/>
                        <a:pt x="-2515" y="73358"/>
                        <a:pt x="284" y="98550"/>
                      </a:cubicBezTo>
                      <a:lnTo>
                        <a:pt x="284" y="98550"/>
                      </a:lnTo>
                      <a:cubicBezTo>
                        <a:pt x="3083" y="123743"/>
                        <a:pt x="25845" y="141938"/>
                        <a:pt x="51038" y="139138"/>
                      </a:cubicBezTo>
                      <a:lnTo>
                        <a:pt x="478134" y="91626"/>
                      </a:lnTo>
                      <a:cubicBezTo>
                        <a:pt x="503327" y="88827"/>
                        <a:pt x="521522" y="66065"/>
                        <a:pt x="518723" y="40872"/>
                      </a:cubicBezTo>
                      <a:close/>
                    </a:path>
                  </a:pathLst>
                </a:custGeom>
                <a:solidFill>
                  <a:schemeClr val="bg1">
                    <a:lumMod val="75000"/>
                  </a:schemeClr>
                </a:solidFill>
                <a:ln w="7359"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3D0B8D8-063E-BF65-47E9-5136E554C170}"/>
                    </a:ext>
                  </a:extLst>
                </p:cNvPr>
                <p:cNvSpPr/>
                <p:nvPr/>
              </p:nvSpPr>
              <p:spPr>
                <a:xfrm>
                  <a:off x="2072550" y="2235869"/>
                  <a:ext cx="319316" cy="456550"/>
                </a:xfrm>
                <a:custGeom>
                  <a:avLst/>
                  <a:gdLst>
                    <a:gd name="connsiteX0" fmla="*/ 21614 w 319316"/>
                    <a:gd name="connsiteY0" fmla="*/ 449595 h 456550"/>
                    <a:gd name="connsiteX1" fmla="*/ 21614 w 319316"/>
                    <a:gd name="connsiteY1" fmla="*/ 449595 h 456550"/>
                    <a:gd name="connsiteX2" fmla="*/ 84964 w 319316"/>
                    <a:gd name="connsiteY2" fmla="*/ 434936 h 456550"/>
                    <a:gd name="connsiteX3" fmla="*/ 312361 w 319316"/>
                    <a:gd name="connsiteY3" fmla="*/ 70305 h 456550"/>
                    <a:gd name="connsiteX4" fmla="*/ 297702 w 319316"/>
                    <a:gd name="connsiteY4" fmla="*/ 6956 h 456550"/>
                    <a:gd name="connsiteX5" fmla="*/ 297702 w 319316"/>
                    <a:gd name="connsiteY5" fmla="*/ 6956 h 456550"/>
                    <a:gd name="connsiteX6" fmla="*/ 234352 w 319316"/>
                    <a:gd name="connsiteY6" fmla="*/ 21614 h 456550"/>
                    <a:gd name="connsiteX7" fmla="*/ 6956 w 319316"/>
                    <a:gd name="connsiteY7" fmla="*/ 386245 h 456550"/>
                    <a:gd name="connsiteX8" fmla="*/ 21614 w 319316"/>
                    <a:gd name="connsiteY8" fmla="*/ 449595 h 45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316" h="456550">
                      <a:moveTo>
                        <a:pt x="21614" y="449595"/>
                      </a:moveTo>
                      <a:lnTo>
                        <a:pt x="21614" y="449595"/>
                      </a:lnTo>
                      <a:cubicBezTo>
                        <a:pt x="43124" y="463001"/>
                        <a:pt x="71484" y="456446"/>
                        <a:pt x="84964" y="434936"/>
                      </a:cubicBezTo>
                      <a:lnTo>
                        <a:pt x="312361" y="70305"/>
                      </a:lnTo>
                      <a:cubicBezTo>
                        <a:pt x="325768" y="48796"/>
                        <a:pt x="319212" y="20436"/>
                        <a:pt x="297702" y="6956"/>
                      </a:cubicBezTo>
                      <a:lnTo>
                        <a:pt x="297702" y="6956"/>
                      </a:lnTo>
                      <a:cubicBezTo>
                        <a:pt x="276193" y="-6451"/>
                        <a:pt x="247833" y="105"/>
                        <a:pt x="234352" y="21614"/>
                      </a:cubicBezTo>
                      <a:lnTo>
                        <a:pt x="6956" y="386245"/>
                      </a:lnTo>
                      <a:cubicBezTo>
                        <a:pt x="-6451" y="407754"/>
                        <a:pt x="105" y="436115"/>
                        <a:pt x="21614" y="449595"/>
                      </a:cubicBezTo>
                      <a:close/>
                    </a:path>
                  </a:pathLst>
                </a:custGeom>
                <a:solidFill>
                  <a:schemeClr val="bg1">
                    <a:lumMod val="75000"/>
                  </a:schemeClr>
                </a:solidFill>
                <a:ln w="7359" cap="flat">
                  <a:noFill/>
                  <a:prstDash val="solid"/>
                  <a:miter/>
                </a:ln>
              </p:spPr>
              <p:txBody>
                <a:bodyPr rtlCol="0" anchor="ctr"/>
                <a:lstStyle/>
                <a:p>
                  <a:endParaRPr lang="en-US"/>
                </a:p>
              </p:txBody>
            </p:sp>
          </p:grpSp>
        </p:grpSp>
      </p:grpSp>
      <p:sp>
        <p:nvSpPr>
          <p:cNvPr id="3" name="TextBox 2">
            <a:extLst>
              <a:ext uri="{FF2B5EF4-FFF2-40B4-BE49-F238E27FC236}">
                <a16:creationId xmlns:a16="http://schemas.microsoft.com/office/drawing/2014/main" id="{522AAA6C-4E03-D529-2F27-BA56AA028E24}"/>
              </a:ext>
            </a:extLst>
          </p:cNvPr>
          <p:cNvSpPr txBox="1"/>
          <p:nvPr/>
        </p:nvSpPr>
        <p:spPr>
          <a:xfrm>
            <a:off x="8744230" y="4188355"/>
            <a:ext cx="4111123" cy="523220"/>
          </a:xfrm>
          <a:prstGeom prst="rect">
            <a:avLst/>
          </a:prstGeom>
          <a:noFill/>
        </p:spPr>
        <p:txBody>
          <a:bodyPr wrap="square" rtlCol="0">
            <a:spAutoFit/>
          </a:bodyPr>
          <a:lstStyle/>
          <a:p>
            <a:r>
              <a:rPr lang="en-IN" sz="2800" dirty="0">
                <a:solidFill>
                  <a:schemeClr val="bg1"/>
                </a:solidFill>
                <a:latin typeface="+mj-lt"/>
                <a:cs typeface="Arial" pitchFamily="34" charset="0"/>
              </a:rPr>
              <a:t>- MADESH K</a:t>
            </a:r>
          </a:p>
        </p:txBody>
      </p:sp>
    </p:spTree>
    <p:extLst>
      <p:ext uri="{BB962C8B-B14F-4D97-AF65-F5344CB8AC3E}">
        <p14:creationId xmlns:p14="http://schemas.microsoft.com/office/powerpoint/2010/main" val="951019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2EE3F-E4B5-6694-EF37-45C28E741DC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FA856CB-1BDD-E08A-8C84-3741842562D8}"/>
              </a:ext>
            </a:extLst>
          </p:cNvPr>
          <p:cNvSpPr>
            <a:spLocks noGrp="1"/>
          </p:cNvSpPr>
          <p:nvPr>
            <p:ph type="title"/>
          </p:nvPr>
        </p:nvSpPr>
        <p:spPr>
          <a:xfrm>
            <a:off x="115499" y="272967"/>
            <a:ext cx="11886467" cy="523220"/>
          </a:xfrm>
        </p:spPr>
        <p:txBody>
          <a:bodyPr/>
          <a:lstStyle/>
          <a:p>
            <a:r>
              <a:rPr lang="en-US" sz="2800" dirty="0">
                <a:latin typeface="+mj-lt"/>
              </a:rPr>
              <a:t>Abstract :</a:t>
            </a:r>
            <a:endParaRPr lang="en-IN" sz="2800" dirty="0">
              <a:latin typeface="+mj-lt"/>
            </a:endParaRPr>
          </a:p>
        </p:txBody>
      </p:sp>
      <p:sp>
        <p:nvSpPr>
          <p:cNvPr id="29" name="TextBox 28">
            <a:extLst>
              <a:ext uri="{FF2B5EF4-FFF2-40B4-BE49-F238E27FC236}">
                <a16:creationId xmlns:a16="http://schemas.microsoft.com/office/drawing/2014/main" id="{A2350E30-B484-9F37-1F96-38EEC9DA5AA1}"/>
              </a:ext>
            </a:extLst>
          </p:cNvPr>
          <p:cNvSpPr txBox="1"/>
          <p:nvPr/>
        </p:nvSpPr>
        <p:spPr>
          <a:xfrm>
            <a:off x="1324947" y="1028343"/>
            <a:ext cx="8350898" cy="3664955"/>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rPr>
              <a:t>This project presents a comprehensive data analytics solution for monitoring and evaluating crime in India over a decade-long period from </a:t>
            </a:r>
            <a:r>
              <a:rPr lang="en-US" b="1" dirty="0">
                <a:solidFill>
                  <a:schemeClr val="bg1"/>
                </a:solidFill>
              </a:rPr>
              <a:t>2015 to 2025</a:t>
            </a:r>
            <a:r>
              <a:rPr lang="en-US" dirty="0">
                <a:solidFill>
                  <a:schemeClr val="bg1"/>
                </a:solidFill>
              </a:rPr>
              <a:t>.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By leveraging </a:t>
            </a:r>
            <a:r>
              <a:rPr lang="en-US" b="1" dirty="0">
                <a:solidFill>
                  <a:schemeClr val="bg1"/>
                </a:solidFill>
              </a:rPr>
              <a:t>Power BI</a:t>
            </a:r>
            <a:r>
              <a:rPr lang="en-US" dirty="0">
                <a:solidFill>
                  <a:schemeClr val="bg1"/>
                </a:solidFill>
              </a:rPr>
              <a:t> and </a:t>
            </a:r>
            <a:r>
              <a:rPr lang="en-US" b="1" dirty="0">
                <a:solidFill>
                  <a:schemeClr val="bg1"/>
                </a:solidFill>
              </a:rPr>
              <a:t>Power Query</a:t>
            </a:r>
            <a:r>
              <a:rPr lang="en-US" dirty="0">
                <a:solidFill>
                  <a:schemeClr val="bg1"/>
                </a:solidFill>
              </a:rPr>
              <a:t> for ETL processes and the dashboard transforms raw incident reports into actionable performance metrics.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Central to the analysis is the development of a </a:t>
            </a:r>
            <a:r>
              <a:rPr lang="en-US" b="1" dirty="0">
                <a:solidFill>
                  <a:schemeClr val="bg1"/>
                </a:solidFill>
              </a:rPr>
              <a:t>Recovery Performance Framework</a:t>
            </a:r>
            <a:r>
              <a:rPr lang="en-US" dirty="0">
                <a:solidFill>
                  <a:schemeClr val="bg1"/>
                </a:solidFill>
              </a:rPr>
              <a:t>, which uses precise DAX modeling to calculate a </a:t>
            </a:r>
            <a:r>
              <a:rPr lang="en-US" b="1" dirty="0">
                <a:solidFill>
                  <a:schemeClr val="bg1"/>
                </a:solidFill>
              </a:rPr>
              <a:t>36.06% property recovery rate</a:t>
            </a:r>
            <a:r>
              <a:rPr lang="en-US" dirty="0">
                <a:solidFill>
                  <a:schemeClr val="bg1"/>
                </a:solidFill>
              </a:rPr>
              <a:t>.</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Through geospatial mapping and trend forecasting, the project identifies regional hotspots and shifts in crime patterns, particularly focusing on the evolving landscape of crimes against women.</a:t>
            </a:r>
          </a:p>
          <a:p>
            <a:endParaRPr lang="en-US" dirty="0">
              <a:solidFill>
                <a:schemeClr val="bg1"/>
              </a:solidFill>
            </a:endParaRPr>
          </a:p>
        </p:txBody>
      </p:sp>
    </p:spTree>
    <p:extLst>
      <p:ext uri="{BB962C8B-B14F-4D97-AF65-F5344CB8AC3E}">
        <p14:creationId xmlns:p14="http://schemas.microsoft.com/office/powerpoint/2010/main" val="1941655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AC9C3-8FB5-B4A5-63CC-371B7878A155}"/>
            </a:ext>
          </a:extLst>
        </p:cNvPr>
        <p:cNvGrpSpPr/>
        <p:nvPr/>
      </p:nvGrpSpPr>
      <p:grpSpPr>
        <a:xfrm>
          <a:off x="0" y="0"/>
          <a:ext cx="0" cy="0"/>
          <a:chOff x="0" y="0"/>
          <a:chExt cx="0" cy="0"/>
        </a:xfrm>
      </p:grpSpPr>
      <p:grpSp>
        <p:nvGrpSpPr>
          <p:cNvPr id="70" name="Group 69">
            <a:extLst>
              <a:ext uri="{FF2B5EF4-FFF2-40B4-BE49-F238E27FC236}">
                <a16:creationId xmlns:a16="http://schemas.microsoft.com/office/drawing/2014/main" id="{DB8A2367-C71C-B16A-9029-57415F30C86E}"/>
              </a:ext>
            </a:extLst>
          </p:cNvPr>
          <p:cNvGrpSpPr/>
          <p:nvPr/>
        </p:nvGrpSpPr>
        <p:grpSpPr>
          <a:xfrm>
            <a:off x="306515" y="1258834"/>
            <a:ext cx="9216403" cy="3703612"/>
            <a:chOff x="500002" y="2232671"/>
            <a:chExt cx="8548127" cy="2533108"/>
          </a:xfrm>
        </p:grpSpPr>
        <p:grpSp>
          <p:nvGrpSpPr>
            <p:cNvPr id="56" name="Group 55">
              <a:extLst>
                <a:ext uri="{FF2B5EF4-FFF2-40B4-BE49-F238E27FC236}">
                  <a16:creationId xmlns:a16="http://schemas.microsoft.com/office/drawing/2014/main" id="{B54984DD-95CA-5D32-48C2-3CFB86EBE16F}"/>
                </a:ext>
              </a:extLst>
            </p:cNvPr>
            <p:cNvGrpSpPr/>
            <p:nvPr/>
          </p:nvGrpSpPr>
          <p:grpSpPr>
            <a:xfrm>
              <a:off x="500002" y="2236618"/>
              <a:ext cx="8548127" cy="2529161"/>
              <a:chOff x="500002" y="2251780"/>
              <a:chExt cx="8548127" cy="2529161"/>
            </a:xfrm>
          </p:grpSpPr>
          <p:grpSp>
            <p:nvGrpSpPr>
              <p:cNvPr id="37" name="Group 36">
                <a:extLst>
                  <a:ext uri="{FF2B5EF4-FFF2-40B4-BE49-F238E27FC236}">
                    <a16:creationId xmlns:a16="http://schemas.microsoft.com/office/drawing/2014/main" id="{224A3F42-EB7C-EA64-018A-833D9C8C2C0B}"/>
                  </a:ext>
                </a:extLst>
              </p:cNvPr>
              <p:cNvGrpSpPr/>
              <p:nvPr/>
            </p:nvGrpSpPr>
            <p:grpSpPr>
              <a:xfrm>
                <a:off x="500002" y="2251780"/>
                <a:ext cx="8548127" cy="1301337"/>
                <a:chOff x="631333" y="2015571"/>
                <a:chExt cx="8548127" cy="1301337"/>
              </a:xfrm>
            </p:grpSpPr>
            <p:grpSp>
              <p:nvGrpSpPr>
                <p:cNvPr id="36" name="Group 35">
                  <a:extLst>
                    <a:ext uri="{FF2B5EF4-FFF2-40B4-BE49-F238E27FC236}">
                      <a16:creationId xmlns:a16="http://schemas.microsoft.com/office/drawing/2014/main" id="{DE70C41C-CF94-7E32-B9F5-1FFBDE268894}"/>
                    </a:ext>
                  </a:extLst>
                </p:cNvPr>
                <p:cNvGrpSpPr/>
                <p:nvPr/>
              </p:nvGrpSpPr>
              <p:grpSpPr>
                <a:xfrm>
                  <a:off x="6312629" y="2030959"/>
                  <a:ext cx="2866831" cy="1285949"/>
                  <a:chOff x="6312629" y="2050942"/>
                  <a:chExt cx="2866831" cy="1285949"/>
                </a:xfrm>
              </p:grpSpPr>
              <p:sp>
                <p:nvSpPr>
                  <p:cNvPr id="32" name="TextBox 31">
                    <a:extLst>
                      <a:ext uri="{FF2B5EF4-FFF2-40B4-BE49-F238E27FC236}">
                        <a16:creationId xmlns:a16="http://schemas.microsoft.com/office/drawing/2014/main" id="{01928D16-872C-3E56-F232-0FFC74919B7B}"/>
                      </a:ext>
                    </a:extLst>
                  </p:cNvPr>
                  <p:cNvSpPr txBox="1"/>
                  <p:nvPr/>
                </p:nvSpPr>
                <p:spPr>
                  <a:xfrm>
                    <a:off x="6312629" y="2050942"/>
                    <a:ext cx="2866831" cy="335871"/>
                  </a:xfrm>
                  <a:prstGeom prst="rect">
                    <a:avLst/>
                  </a:prstGeom>
                  <a:noFill/>
                </p:spPr>
                <p:txBody>
                  <a:bodyPr wrap="square">
                    <a:spAutoFit/>
                  </a:bodyPr>
                  <a:lstStyle/>
                  <a:p>
                    <a:r>
                      <a:rPr lang="en-IN" sz="2000" dirty="0">
                        <a:solidFill>
                          <a:schemeClr val="bg1"/>
                        </a:solidFill>
                      </a:rPr>
                      <a:t>The Problem</a:t>
                    </a:r>
                    <a:endParaRPr lang="en-US" sz="2000" b="1" dirty="0">
                      <a:solidFill>
                        <a:schemeClr val="bg1"/>
                      </a:solidFill>
                      <a:latin typeface="Questrial" pitchFamily="2" charset="0"/>
                    </a:endParaRPr>
                  </a:p>
                </p:txBody>
              </p:sp>
              <p:sp>
                <p:nvSpPr>
                  <p:cNvPr id="33" name="TextBox 32">
                    <a:extLst>
                      <a:ext uri="{FF2B5EF4-FFF2-40B4-BE49-F238E27FC236}">
                        <a16:creationId xmlns:a16="http://schemas.microsoft.com/office/drawing/2014/main" id="{FB8881AA-B52F-9579-4F00-231826BD5BA0}"/>
                      </a:ext>
                    </a:extLst>
                  </p:cNvPr>
                  <p:cNvSpPr txBox="1"/>
                  <p:nvPr/>
                </p:nvSpPr>
                <p:spPr>
                  <a:xfrm>
                    <a:off x="6341457" y="2431717"/>
                    <a:ext cx="2696573" cy="905174"/>
                  </a:xfrm>
                  <a:prstGeom prst="rect">
                    <a:avLst/>
                  </a:prstGeom>
                  <a:noFill/>
                </p:spPr>
                <p:txBody>
                  <a:bodyPr wrap="square">
                    <a:spAutoFit/>
                  </a:bodyPr>
                  <a:lstStyle/>
                  <a:p>
                    <a:r>
                      <a:rPr lang="en-US" sz="1600" dirty="0">
                        <a:solidFill>
                          <a:schemeClr val="bg1"/>
                        </a:solidFill>
                      </a:rPr>
                      <a:t>Raw crime data is often overwhelming, it’s difficult to visualize trends and law enforcement efficiency over long periods.</a:t>
                    </a:r>
                    <a:endParaRPr lang="en-US" sz="1600" dirty="0">
                      <a:solidFill>
                        <a:schemeClr val="bg1"/>
                      </a:solidFill>
                      <a:latin typeface="Questrial" pitchFamily="2" charset="0"/>
                    </a:endParaRPr>
                  </a:p>
                </p:txBody>
              </p:sp>
            </p:grpSp>
            <p:sp>
              <p:nvSpPr>
                <p:cNvPr id="34" name="TextBox 33">
                  <a:extLst>
                    <a:ext uri="{FF2B5EF4-FFF2-40B4-BE49-F238E27FC236}">
                      <a16:creationId xmlns:a16="http://schemas.microsoft.com/office/drawing/2014/main" id="{E55E8B25-AF4C-CA07-7053-925AD57DC18C}"/>
                    </a:ext>
                  </a:extLst>
                </p:cNvPr>
                <p:cNvSpPr txBox="1"/>
                <p:nvPr/>
              </p:nvSpPr>
              <p:spPr>
                <a:xfrm>
                  <a:off x="631333" y="2015571"/>
                  <a:ext cx="518091" cy="830997"/>
                </a:xfrm>
                <a:prstGeom prst="rect">
                  <a:avLst/>
                </a:prstGeom>
                <a:noFill/>
              </p:spPr>
              <p:txBody>
                <a:bodyPr wrap="none" rtlCol="0">
                  <a:spAutoFit/>
                </a:bodyPr>
                <a:lstStyle/>
                <a:p>
                  <a:pPr algn="ctr"/>
                  <a:r>
                    <a:rPr lang="en-US" sz="4800" b="1" dirty="0">
                      <a:solidFill>
                        <a:schemeClr val="accent1"/>
                      </a:solidFill>
                      <a:latin typeface="Questrial" pitchFamily="2" charset="0"/>
                    </a:rPr>
                    <a:t>1</a:t>
                  </a:r>
                </a:p>
              </p:txBody>
            </p:sp>
            <p:cxnSp>
              <p:nvCxnSpPr>
                <p:cNvPr id="35" name="Straight Connector 34">
                  <a:extLst>
                    <a:ext uri="{FF2B5EF4-FFF2-40B4-BE49-F238E27FC236}">
                      <a16:creationId xmlns:a16="http://schemas.microsoft.com/office/drawing/2014/main" id="{78F9186E-0161-DE5B-A871-FD8383F72443}"/>
                    </a:ext>
                  </a:extLst>
                </p:cNvPr>
                <p:cNvCxnSpPr>
                  <a:cxnSpLocks/>
                </p:cNvCxnSpPr>
                <p:nvPr/>
              </p:nvCxnSpPr>
              <p:spPr>
                <a:xfrm>
                  <a:off x="1297544" y="2075749"/>
                  <a:ext cx="0" cy="710640"/>
                </a:xfrm>
                <a:prstGeom prst="line">
                  <a:avLst/>
                </a:prstGeom>
                <a:ln w="25400" cap="rnd">
                  <a:solidFill>
                    <a:srgbClr val="DED1BC"/>
                  </a:solidFill>
                  <a:round/>
                </a:ln>
              </p:spPr>
              <p:style>
                <a:lnRef idx="1">
                  <a:schemeClr val="accent1"/>
                </a:lnRef>
                <a:fillRef idx="0">
                  <a:schemeClr val="accent1"/>
                </a:fillRef>
                <a:effectRef idx="0">
                  <a:schemeClr val="accent1"/>
                </a:effectRef>
                <a:fontRef idx="minor">
                  <a:schemeClr val="tx1"/>
                </a:fontRef>
              </p:style>
            </p:cxnSp>
          </p:grpSp>
          <p:grpSp>
            <p:nvGrpSpPr>
              <p:cNvPr id="38" name="Group 37">
                <a:extLst>
                  <a:ext uri="{FF2B5EF4-FFF2-40B4-BE49-F238E27FC236}">
                    <a16:creationId xmlns:a16="http://schemas.microsoft.com/office/drawing/2014/main" id="{3CEE7B57-B3EC-0D93-E257-FDA88CEC78ED}"/>
                  </a:ext>
                </a:extLst>
              </p:cNvPr>
              <p:cNvGrpSpPr/>
              <p:nvPr/>
            </p:nvGrpSpPr>
            <p:grpSpPr>
              <a:xfrm>
                <a:off x="500002" y="3840107"/>
                <a:ext cx="3663247" cy="940834"/>
                <a:chOff x="631333" y="1952448"/>
                <a:chExt cx="3663247" cy="940834"/>
              </a:xfrm>
            </p:grpSpPr>
            <p:grpSp>
              <p:nvGrpSpPr>
                <p:cNvPr id="39" name="Group 38">
                  <a:extLst>
                    <a:ext uri="{FF2B5EF4-FFF2-40B4-BE49-F238E27FC236}">
                      <a16:creationId xmlns:a16="http://schemas.microsoft.com/office/drawing/2014/main" id="{0277D57A-8306-2B36-E79A-868953CEC18A}"/>
                    </a:ext>
                  </a:extLst>
                </p:cNvPr>
                <p:cNvGrpSpPr/>
                <p:nvPr/>
              </p:nvGrpSpPr>
              <p:grpSpPr>
                <a:xfrm>
                  <a:off x="1427749" y="1952448"/>
                  <a:ext cx="2866831" cy="940834"/>
                  <a:chOff x="1427749" y="1972431"/>
                  <a:chExt cx="2866831" cy="940834"/>
                </a:xfrm>
              </p:grpSpPr>
              <p:sp>
                <p:nvSpPr>
                  <p:cNvPr id="42" name="TextBox 41">
                    <a:extLst>
                      <a:ext uri="{FF2B5EF4-FFF2-40B4-BE49-F238E27FC236}">
                        <a16:creationId xmlns:a16="http://schemas.microsoft.com/office/drawing/2014/main" id="{F9B4F62C-07F6-EADE-0C28-BD96A94CAE3C}"/>
                      </a:ext>
                    </a:extLst>
                  </p:cNvPr>
                  <p:cNvSpPr txBox="1"/>
                  <p:nvPr/>
                </p:nvSpPr>
                <p:spPr>
                  <a:xfrm>
                    <a:off x="1427749" y="1972431"/>
                    <a:ext cx="2866831" cy="273658"/>
                  </a:xfrm>
                  <a:prstGeom prst="rect">
                    <a:avLst/>
                  </a:prstGeom>
                  <a:noFill/>
                </p:spPr>
                <p:txBody>
                  <a:bodyPr wrap="square">
                    <a:spAutoFit/>
                  </a:bodyPr>
                  <a:lstStyle/>
                  <a:p>
                    <a:r>
                      <a:rPr lang="en-IN" sz="2000" dirty="0">
                        <a:solidFill>
                          <a:schemeClr val="bg1"/>
                        </a:solidFill>
                      </a:rPr>
                      <a:t>The Goal</a:t>
                    </a:r>
                    <a:endParaRPr lang="en-US" sz="2000" b="1" dirty="0">
                      <a:solidFill>
                        <a:schemeClr val="bg1"/>
                      </a:solidFill>
                      <a:latin typeface="Questrial" pitchFamily="2" charset="0"/>
                    </a:endParaRPr>
                  </a:p>
                </p:txBody>
              </p:sp>
              <p:sp>
                <p:nvSpPr>
                  <p:cNvPr id="43" name="TextBox 42">
                    <a:extLst>
                      <a:ext uri="{FF2B5EF4-FFF2-40B4-BE49-F238E27FC236}">
                        <a16:creationId xmlns:a16="http://schemas.microsoft.com/office/drawing/2014/main" id="{C84F1075-E77C-D3A0-7E7E-3AED7440AA4F}"/>
                      </a:ext>
                    </a:extLst>
                  </p:cNvPr>
                  <p:cNvSpPr txBox="1"/>
                  <p:nvPr/>
                </p:nvSpPr>
                <p:spPr>
                  <a:xfrm>
                    <a:off x="1427749" y="2344899"/>
                    <a:ext cx="2696573" cy="568366"/>
                  </a:xfrm>
                  <a:prstGeom prst="rect">
                    <a:avLst/>
                  </a:prstGeom>
                  <a:noFill/>
                </p:spPr>
                <p:txBody>
                  <a:bodyPr wrap="square">
                    <a:spAutoFit/>
                  </a:bodyPr>
                  <a:lstStyle/>
                  <a:p>
                    <a:r>
                      <a:rPr lang="en-US" sz="1600" dirty="0">
                        <a:solidFill>
                          <a:schemeClr val="bg1"/>
                        </a:solidFill>
                      </a:rPr>
                      <a:t>Transform 10 years of raw Indian crime records into an actionable intelligence tool.</a:t>
                    </a:r>
                    <a:endParaRPr lang="en-US" sz="1600" dirty="0">
                      <a:solidFill>
                        <a:schemeClr val="bg1"/>
                      </a:solidFill>
                      <a:latin typeface="Questrial" pitchFamily="2" charset="0"/>
                    </a:endParaRPr>
                  </a:p>
                </p:txBody>
              </p:sp>
            </p:grpSp>
            <p:sp>
              <p:nvSpPr>
                <p:cNvPr id="40" name="TextBox 39">
                  <a:extLst>
                    <a:ext uri="{FF2B5EF4-FFF2-40B4-BE49-F238E27FC236}">
                      <a16:creationId xmlns:a16="http://schemas.microsoft.com/office/drawing/2014/main" id="{B63FC3F4-9161-B05F-96A1-09CE9CDDF0FF}"/>
                    </a:ext>
                  </a:extLst>
                </p:cNvPr>
                <p:cNvSpPr txBox="1"/>
                <p:nvPr/>
              </p:nvSpPr>
              <p:spPr>
                <a:xfrm>
                  <a:off x="631333" y="2015571"/>
                  <a:ext cx="518091" cy="830997"/>
                </a:xfrm>
                <a:prstGeom prst="rect">
                  <a:avLst/>
                </a:prstGeom>
                <a:noFill/>
              </p:spPr>
              <p:txBody>
                <a:bodyPr wrap="none" rtlCol="0">
                  <a:spAutoFit/>
                </a:bodyPr>
                <a:lstStyle/>
                <a:p>
                  <a:pPr algn="ctr"/>
                  <a:r>
                    <a:rPr lang="en-US" sz="4800" b="1" dirty="0">
                      <a:solidFill>
                        <a:schemeClr val="accent1"/>
                      </a:solidFill>
                      <a:latin typeface="Questrial" pitchFamily="2" charset="0"/>
                    </a:rPr>
                    <a:t>3</a:t>
                  </a:r>
                </a:p>
              </p:txBody>
            </p:sp>
            <p:cxnSp>
              <p:nvCxnSpPr>
                <p:cNvPr id="41" name="Straight Connector 40">
                  <a:extLst>
                    <a:ext uri="{FF2B5EF4-FFF2-40B4-BE49-F238E27FC236}">
                      <a16:creationId xmlns:a16="http://schemas.microsoft.com/office/drawing/2014/main" id="{09409453-7C49-4609-1F95-7A3194AD8D03}"/>
                    </a:ext>
                  </a:extLst>
                </p:cNvPr>
                <p:cNvCxnSpPr>
                  <a:cxnSpLocks/>
                </p:cNvCxnSpPr>
                <p:nvPr/>
              </p:nvCxnSpPr>
              <p:spPr>
                <a:xfrm>
                  <a:off x="1297544" y="2075749"/>
                  <a:ext cx="0" cy="710640"/>
                </a:xfrm>
                <a:prstGeom prst="line">
                  <a:avLst/>
                </a:prstGeom>
                <a:ln w="25400" cap="rnd">
                  <a:solidFill>
                    <a:srgbClr val="DED1BC"/>
                  </a:solidFill>
                  <a:round/>
                </a:ln>
              </p:spPr>
              <p:style>
                <a:lnRef idx="1">
                  <a:schemeClr val="accent1"/>
                </a:lnRef>
                <a:fillRef idx="0">
                  <a:schemeClr val="accent1"/>
                </a:fillRef>
                <a:effectRef idx="0">
                  <a:schemeClr val="accent1"/>
                </a:effectRef>
                <a:fontRef idx="minor">
                  <a:schemeClr val="tx1"/>
                </a:fontRef>
              </p:style>
            </p:cxnSp>
          </p:grpSp>
        </p:grpSp>
        <p:grpSp>
          <p:nvGrpSpPr>
            <p:cNvPr id="57" name="Group 56">
              <a:extLst>
                <a:ext uri="{FF2B5EF4-FFF2-40B4-BE49-F238E27FC236}">
                  <a16:creationId xmlns:a16="http://schemas.microsoft.com/office/drawing/2014/main" id="{28CC56F0-C932-D292-7B19-196F28035F93}"/>
                </a:ext>
              </a:extLst>
            </p:cNvPr>
            <p:cNvGrpSpPr/>
            <p:nvPr/>
          </p:nvGrpSpPr>
          <p:grpSpPr>
            <a:xfrm>
              <a:off x="1314334" y="2232671"/>
              <a:ext cx="7592365" cy="2486394"/>
              <a:chOff x="-3429116" y="2247833"/>
              <a:chExt cx="7592365" cy="2486394"/>
            </a:xfrm>
          </p:grpSpPr>
          <p:grpSp>
            <p:nvGrpSpPr>
              <p:cNvPr id="58" name="Group 57">
                <a:extLst>
                  <a:ext uri="{FF2B5EF4-FFF2-40B4-BE49-F238E27FC236}">
                    <a16:creationId xmlns:a16="http://schemas.microsoft.com/office/drawing/2014/main" id="{A4B3C183-AB89-8E74-42D1-A948DA78CE0F}"/>
                  </a:ext>
                </a:extLst>
              </p:cNvPr>
              <p:cNvGrpSpPr/>
              <p:nvPr/>
            </p:nvGrpSpPr>
            <p:grpSpPr>
              <a:xfrm>
                <a:off x="-3429116" y="2247833"/>
                <a:ext cx="4595329" cy="1073464"/>
                <a:chOff x="-3297785" y="2011624"/>
                <a:chExt cx="4595329" cy="1073464"/>
              </a:xfrm>
            </p:grpSpPr>
            <p:grpSp>
              <p:nvGrpSpPr>
                <p:cNvPr id="65" name="Group 64">
                  <a:extLst>
                    <a:ext uri="{FF2B5EF4-FFF2-40B4-BE49-F238E27FC236}">
                      <a16:creationId xmlns:a16="http://schemas.microsoft.com/office/drawing/2014/main" id="{C49CDA56-2DE0-D223-1F6A-D666D9003F78}"/>
                    </a:ext>
                  </a:extLst>
                </p:cNvPr>
                <p:cNvGrpSpPr/>
                <p:nvPr/>
              </p:nvGrpSpPr>
              <p:grpSpPr>
                <a:xfrm>
                  <a:off x="-3297785" y="2011624"/>
                  <a:ext cx="2866831" cy="1073464"/>
                  <a:chOff x="-3297785" y="2031607"/>
                  <a:chExt cx="2866831" cy="1073464"/>
                </a:xfrm>
              </p:grpSpPr>
              <p:sp>
                <p:nvSpPr>
                  <p:cNvPr id="68" name="TextBox 67">
                    <a:extLst>
                      <a:ext uri="{FF2B5EF4-FFF2-40B4-BE49-F238E27FC236}">
                        <a16:creationId xmlns:a16="http://schemas.microsoft.com/office/drawing/2014/main" id="{4EEC67E2-2DD8-3BF2-7648-B050310A1DB4}"/>
                      </a:ext>
                    </a:extLst>
                  </p:cNvPr>
                  <p:cNvSpPr txBox="1"/>
                  <p:nvPr/>
                </p:nvSpPr>
                <p:spPr>
                  <a:xfrm>
                    <a:off x="-3297785" y="2031607"/>
                    <a:ext cx="2866831" cy="335871"/>
                  </a:xfrm>
                  <a:prstGeom prst="rect">
                    <a:avLst/>
                  </a:prstGeom>
                  <a:noFill/>
                </p:spPr>
                <p:txBody>
                  <a:bodyPr wrap="square">
                    <a:spAutoFit/>
                  </a:bodyPr>
                  <a:lstStyle/>
                  <a:p>
                    <a:r>
                      <a:rPr lang="en-IN" sz="2000" dirty="0">
                        <a:solidFill>
                          <a:schemeClr val="bg1"/>
                        </a:solidFill>
                      </a:rPr>
                      <a:t>Subtitle </a:t>
                    </a:r>
                    <a:endParaRPr lang="en-US" sz="2000" b="1" dirty="0">
                      <a:solidFill>
                        <a:schemeClr val="bg1"/>
                      </a:solidFill>
                      <a:latin typeface="Questrial" pitchFamily="2" charset="0"/>
                    </a:endParaRPr>
                  </a:p>
                </p:txBody>
              </p:sp>
              <p:sp>
                <p:nvSpPr>
                  <p:cNvPr id="69" name="TextBox 68">
                    <a:extLst>
                      <a:ext uri="{FF2B5EF4-FFF2-40B4-BE49-F238E27FC236}">
                        <a16:creationId xmlns:a16="http://schemas.microsoft.com/office/drawing/2014/main" id="{1763A971-37F7-9B33-284B-1BE064933C93}"/>
                      </a:ext>
                    </a:extLst>
                  </p:cNvPr>
                  <p:cNvSpPr txBox="1"/>
                  <p:nvPr/>
                </p:nvSpPr>
                <p:spPr>
                  <a:xfrm>
                    <a:off x="-3297785" y="2407493"/>
                    <a:ext cx="2696573" cy="697578"/>
                  </a:xfrm>
                  <a:prstGeom prst="rect">
                    <a:avLst/>
                  </a:prstGeom>
                  <a:noFill/>
                </p:spPr>
                <p:txBody>
                  <a:bodyPr wrap="square">
                    <a:spAutoFit/>
                  </a:bodyPr>
                  <a:lstStyle/>
                  <a:p>
                    <a:r>
                      <a:rPr lang="en-US" sz="1600" dirty="0">
                        <a:solidFill>
                          <a:schemeClr val="bg1"/>
                        </a:solidFill>
                      </a:rPr>
                      <a:t>A Data-Driven Study of Property Recovery and Crimes Against Women</a:t>
                    </a:r>
                    <a:endParaRPr lang="en-US" sz="1600" dirty="0">
                      <a:solidFill>
                        <a:schemeClr val="bg1"/>
                      </a:solidFill>
                      <a:latin typeface="Questrial" pitchFamily="2" charset="0"/>
                    </a:endParaRPr>
                  </a:p>
                </p:txBody>
              </p:sp>
            </p:grpSp>
            <p:sp>
              <p:nvSpPr>
                <p:cNvPr id="66" name="TextBox 65">
                  <a:extLst>
                    <a:ext uri="{FF2B5EF4-FFF2-40B4-BE49-F238E27FC236}">
                      <a16:creationId xmlns:a16="http://schemas.microsoft.com/office/drawing/2014/main" id="{99391799-C5B6-21BC-5BCE-C8D5CE6AB677}"/>
                    </a:ext>
                  </a:extLst>
                </p:cNvPr>
                <p:cNvSpPr txBox="1"/>
                <p:nvPr/>
              </p:nvSpPr>
              <p:spPr>
                <a:xfrm>
                  <a:off x="631333" y="2015571"/>
                  <a:ext cx="518091" cy="830997"/>
                </a:xfrm>
                <a:prstGeom prst="rect">
                  <a:avLst/>
                </a:prstGeom>
                <a:noFill/>
              </p:spPr>
              <p:txBody>
                <a:bodyPr wrap="none" rtlCol="0">
                  <a:spAutoFit/>
                </a:bodyPr>
                <a:lstStyle/>
                <a:p>
                  <a:pPr algn="ctr"/>
                  <a:r>
                    <a:rPr lang="en-US" sz="4800" b="1" dirty="0">
                      <a:solidFill>
                        <a:schemeClr val="accent1"/>
                      </a:solidFill>
                      <a:latin typeface="Questrial" pitchFamily="2" charset="0"/>
                    </a:rPr>
                    <a:t>2</a:t>
                  </a:r>
                </a:p>
              </p:txBody>
            </p:sp>
            <p:cxnSp>
              <p:nvCxnSpPr>
                <p:cNvPr id="67" name="Straight Connector 66">
                  <a:extLst>
                    <a:ext uri="{FF2B5EF4-FFF2-40B4-BE49-F238E27FC236}">
                      <a16:creationId xmlns:a16="http://schemas.microsoft.com/office/drawing/2014/main" id="{750964F6-1EDB-DC61-AABB-19B17C33A9B1}"/>
                    </a:ext>
                  </a:extLst>
                </p:cNvPr>
                <p:cNvCxnSpPr>
                  <a:cxnSpLocks/>
                </p:cNvCxnSpPr>
                <p:nvPr/>
              </p:nvCxnSpPr>
              <p:spPr>
                <a:xfrm>
                  <a:off x="1297544" y="2075749"/>
                  <a:ext cx="0" cy="710640"/>
                </a:xfrm>
                <a:prstGeom prst="line">
                  <a:avLst/>
                </a:prstGeom>
                <a:ln w="25400" cap="rnd">
                  <a:solidFill>
                    <a:srgbClr val="DED1BC"/>
                  </a:solidFill>
                  <a:round/>
                </a:ln>
              </p:spPr>
              <p:style>
                <a:lnRef idx="1">
                  <a:schemeClr val="accent1"/>
                </a:lnRef>
                <a:fillRef idx="0">
                  <a:schemeClr val="accent1"/>
                </a:fillRef>
                <a:effectRef idx="0">
                  <a:schemeClr val="accent1"/>
                </a:effectRef>
                <a:fontRef idx="minor">
                  <a:schemeClr val="tx1"/>
                </a:fontRef>
              </p:style>
            </p:cxnSp>
          </p:grpSp>
          <p:grpSp>
            <p:nvGrpSpPr>
              <p:cNvPr id="59" name="Group 58">
                <a:extLst>
                  <a:ext uri="{FF2B5EF4-FFF2-40B4-BE49-F238E27FC236}">
                    <a16:creationId xmlns:a16="http://schemas.microsoft.com/office/drawing/2014/main" id="{E6A5CF34-01AF-D46A-F15F-67831980697A}"/>
                  </a:ext>
                </a:extLst>
              </p:cNvPr>
              <p:cNvGrpSpPr/>
              <p:nvPr/>
            </p:nvGrpSpPr>
            <p:grpSpPr>
              <a:xfrm>
                <a:off x="500002" y="3840107"/>
                <a:ext cx="3663247" cy="894120"/>
                <a:chOff x="631333" y="1952448"/>
                <a:chExt cx="3663247" cy="894120"/>
              </a:xfrm>
            </p:grpSpPr>
            <p:grpSp>
              <p:nvGrpSpPr>
                <p:cNvPr id="60" name="Group 59">
                  <a:extLst>
                    <a:ext uri="{FF2B5EF4-FFF2-40B4-BE49-F238E27FC236}">
                      <a16:creationId xmlns:a16="http://schemas.microsoft.com/office/drawing/2014/main" id="{C7977000-3EEA-A936-B05A-1CA3A8C90BA2}"/>
                    </a:ext>
                  </a:extLst>
                </p:cNvPr>
                <p:cNvGrpSpPr/>
                <p:nvPr/>
              </p:nvGrpSpPr>
              <p:grpSpPr>
                <a:xfrm>
                  <a:off x="1427749" y="1952448"/>
                  <a:ext cx="2866831" cy="604024"/>
                  <a:chOff x="1427749" y="1972431"/>
                  <a:chExt cx="2866831" cy="604024"/>
                </a:xfrm>
              </p:grpSpPr>
              <p:sp>
                <p:nvSpPr>
                  <p:cNvPr id="63" name="TextBox 62">
                    <a:extLst>
                      <a:ext uri="{FF2B5EF4-FFF2-40B4-BE49-F238E27FC236}">
                        <a16:creationId xmlns:a16="http://schemas.microsoft.com/office/drawing/2014/main" id="{3EB52D32-D1B1-2567-F9AF-A8DAD19CFDC1}"/>
                      </a:ext>
                    </a:extLst>
                  </p:cNvPr>
                  <p:cNvSpPr txBox="1"/>
                  <p:nvPr/>
                </p:nvSpPr>
                <p:spPr>
                  <a:xfrm>
                    <a:off x="1427749" y="1972431"/>
                    <a:ext cx="2866831" cy="273658"/>
                  </a:xfrm>
                  <a:prstGeom prst="rect">
                    <a:avLst/>
                  </a:prstGeom>
                  <a:noFill/>
                </p:spPr>
                <p:txBody>
                  <a:bodyPr wrap="square">
                    <a:spAutoFit/>
                  </a:bodyPr>
                  <a:lstStyle/>
                  <a:p>
                    <a:r>
                      <a:rPr lang="en-IN" sz="2000" dirty="0">
                        <a:solidFill>
                          <a:schemeClr val="bg1"/>
                        </a:solidFill>
                      </a:rPr>
                      <a:t>Core Focus</a:t>
                    </a:r>
                    <a:endParaRPr lang="en-US" sz="2000" b="1" dirty="0">
                      <a:solidFill>
                        <a:schemeClr val="bg1"/>
                      </a:solidFill>
                      <a:latin typeface="Questrial" pitchFamily="2" charset="0"/>
                    </a:endParaRPr>
                  </a:p>
                </p:txBody>
              </p:sp>
              <p:sp>
                <p:nvSpPr>
                  <p:cNvPr id="64" name="TextBox 63">
                    <a:extLst>
                      <a:ext uri="{FF2B5EF4-FFF2-40B4-BE49-F238E27FC236}">
                        <a16:creationId xmlns:a16="http://schemas.microsoft.com/office/drawing/2014/main" id="{E17DC270-B4C2-5018-9811-8F9901460344}"/>
                      </a:ext>
                    </a:extLst>
                  </p:cNvPr>
                  <p:cNvSpPr txBox="1"/>
                  <p:nvPr/>
                </p:nvSpPr>
                <p:spPr>
                  <a:xfrm>
                    <a:off x="1427749" y="2344899"/>
                    <a:ext cx="2696573" cy="231556"/>
                  </a:xfrm>
                  <a:prstGeom prst="rect">
                    <a:avLst/>
                  </a:prstGeom>
                  <a:noFill/>
                </p:spPr>
                <p:txBody>
                  <a:bodyPr wrap="square">
                    <a:spAutoFit/>
                  </a:bodyPr>
                  <a:lstStyle/>
                  <a:p>
                    <a:endParaRPr lang="en-US" sz="1600" dirty="0">
                      <a:solidFill>
                        <a:schemeClr val="bg1">
                          <a:lumMod val="75000"/>
                        </a:schemeClr>
                      </a:solidFill>
                      <a:latin typeface="Questrial" pitchFamily="2" charset="0"/>
                    </a:endParaRPr>
                  </a:p>
                </p:txBody>
              </p:sp>
            </p:grpSp>
            <p:sp>
              <p:nvSpPr>
                <p:cNvPr id="61" name="TextBox 60">
                  <a:extLst>
                    <a:ext uri="{FF2B5EF4-FFF2-40B4-BE49-F238E27FC236}">
                      <a16:creationId xmlns:a16="http://schemas.microsoft.com/office/drawing/2014/main" id="{FB89E1B5-F87F-19CA-893B-0470F64BFEE5}"/>
                    </a:ext>
                  </a:extLst>
                </p:cNvPr>
                <p:cNvSpPr txBox="1"/>
                <p:nvPr/>
              </p:nvSpPr>
              <p:spPr>
                <a:xfrm>
                  <a:off x="631333" y="2015571"/>
                  <a:ext cx="518091" cy="830997"/>
                </a:xfrm>
                <a:prstGeom prst="rect">
                  <a:avLst/>
                </a:prstGeom>
                <a:noFill/>
              </p:spPr>
              <p:txBody>
                <a:bodyPr wrap="none" rtlCol="0">
                  <a:spAutoFit/>
                </a:bodyPr>
                <a:lstStyle/>
                <a:p>
                  <a:pPr algn="ctr"/>
                  <a:r>
                    <a:rPr lang="en-US" sz="4800" b="1" dirty="0">
                      <a:solidFill>
                        <a:schemeClr val="accent1"/>
                      </a:solidFill>
                      <a:latin typeface="Questrial" pitchFamily="2" charset="0"/>
                    </a:rPr>
                    <a:t>4</a:t>
                  </a:r>
                </a:p>
              </p:txBody>
            </p:sp>
            <p:cxnSp>
              <p:nvCxnSpPr>
                <p:cNvPr id="62" name="Straight Connector 61">
                  <a:extLst>
                    <a:ext uri="{FF2B5EF4-FFF2-40B4-BE49-F238E27FC236}">
                      <a16:creationId xmlns:a16="http://schemas.microsoft.com/office/drawing/2014/main" id="{BE8095E4-A81B-BF30-2BB6-6C5A6795A026}"/>
                    </a:ext>
                  </a:extLst>
                </p:cNvPr>
                <p:cNvCxnSpPr>
                  <a:cxnSpLocks/>
                </p:cNvCxnSpPr>
                <p:nvPr/>
              </p:nvCxnSpPr>
              <p:spPr>
                <a:xfrm>
                  <a:off x="1297544" y="2075749"/>
                  <a:ext cx="0" cy="710640"/>
                </a:xfrm>
                <a:prstGeom prst="line">
                  <a:avLst/>
                </a:prstGeom>
                <a:ln w="25400" cap="rnd">
                  <a:solidFill>
                    <a:srgbClr val="DED1BC"/>
                  </a:solidFill>
                  <a:round/>
                </a:ln>
              </p:spPr>
              <p:style>
                <a:lnRef idx="1">
                  <a:schemeClr val="accent1"/>
                </a:lnRef>
                <a:fillRef idx="0">
                  <a:schemeClr val="accent1"/>
                </a:fillRef>
                <a:effectRef idx="0">
                  <a:schemeClr val="accent1"/>
                </a:effectRef>
                <a:fontRef idx="minor">
                  <a:schemeClr val="tx1"/>
                </a:fontRef>
              </p:style>
            </p:cxnSp>
          </p:grpSp>
        </p:grpSp>
      </p:grpSp>
      <p:sp>
        <p:nvSpPr>
          <p:cNvPr id="21" name="Title 20">
            <a:extLst>
              <a:ext uri="{FF2B5EF4-FFF2-40B4-BE49-F238E27FC236}">
                <a16:creationId xmlns:a16="http://schemas.microsoft.com/office/drawing/2014/main" id="{DA8E04A8-A867-DE43-7609-FBB5542FB992}"/>
              </a:ext>
            </a:extLst>
          </p:cNvPr>
          <p:cNvSpPr>
            <a:spLocks noGrp="1"/>
          </p:cNvSpPr>
          <p:nvPr>
            <p:ph type="title"/>
          </p:nvPr>
        </p:nvSpPr>
        <p:spPr>
          <a:xfrm>
            <a:off x="130629" y="187478"/>
            <a:ext cx="9829434" cy="523220"/>
          </a:xfrm>
        </p:spPr>
        <p:txBody>
          <a:bodyPr/>
          <a:lstStyle/>
          <a:p>
            <a:r>
              <a:rPr lang="en-IN" sz="2800" dirty="0">
                <a:latin typeface="+mj-lt"/>
              </a:rPr>
              <a:t>Project Overview and Objectives</a:t>
            </a:r>
            <a:endParaRPr lang="en-US" sz="2800" b="1" dirty="0">
              <a:solidFill>
                <a:schemeClr val="bg1"/>
              </a:solidFill>
              <a:latin typeface="+mj-lt"/>
            </a:endParaRPr>
          </a:p>
        </p:txBody>
      </p:sp>
      <p:sp>
        <p:nvSpPr>
          <p:cNvPr id="10" name="Rectangle 9">
            <a:extLst>
              <a:ext uri="{FF2B5EF4-FFF2-40B4-BE49-F238E27FC236}">
                <a16:creationId xmlns:a16="http://schemas.microsoft.com/office/drawing/2014/main" id="{F1A37F3C-D54C-5E9F-3A12-9B02A4E118E0}"/>
              </a:ext>
            </a:extLst>
          </p:cNvPr>
          <p:cNvSpPr>
            <a:spLocks noChangeArrowheads="1"/>
          </p:cNvSpPr>
          <p:nvPr/>
        </p:nvSpPr>
        <p:spPr bwMode="auto">
          <a:xfrm>
            <a:off x="6298794" y="4071942"/>
            <a:ext cx="337770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bg1"/>
                </a:solidFill>
                <a:effectLst/>
              </a:rPr>
              <a:t>Identifying geographical crime hotspots.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bg1"/>
                </a:solidFill>
                <a:effectLst/>
              </a:rPr>
              <a:t>Measuring the success rate of property recovery.</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bg1"/>
                </a:solidFill>
                <a:effectLst/>
              </a:rPr>
              <a:t>Tracking the trajectory of crimes against women.</a:t>
            </a:r>
          </a:p>
        </p:txBody>
      </p:sp>
    </p:spTree>
    <p:extLst>
      <p:ext uri="{BB962C8B-B14F-4D97-AF65-F5344CB8AC3E}">
        <p14:creationId xmlns:p14="http://schemas.microsoft.com/office/powerpoint/2010/main" val="4092655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187D4-414F-35A3-25A5-E56E75A0ADC5}"/>
            </a:ext>
          </a:extLst>
        </p:cNvPr>
        <p:cNvGrpSpPr/>
        <p:nvPr/>
      </p:nvGrpSpPr>
      <p:grpSpPr>
        <a:xfrm>
          <a:off x="0" y="0"/>
          <a:ext cx="0" cy="0"/>
          <a:chOff x="0" y="0"/>
          <a:chExt cx="0" cy="0"/>
        </a:xfrm>
      </p:grpSpPr>
      <p:grpSp>
        <p:nvGrpSpPr>
          <p:cNvPr id="447" name="Group 446">
            <a:extLst>
              <a:ext uri="{FF2B5EF4-FFF2-40B4-BE49-F238E27FC236}">
                <a16:creationId xmlns:a16="http://schemas.microsoft.com/office/drawing/2014/main" id="{27355440-68C5-93C5-CB8E-60AD46D7B989}"/>
              </a:ext>
            </a:extLst>
          </p:cNvPr>
          <p:cNvGrpSpPr/>
          <p:nvPr/>
        </p:nvGrpSpPr>
        <p:grpSpPr>
          <a:xfrm>
            <a:off x="5690800" y="2573741"/>
            <a:ext cx="6907836" cy="4619150"/>
            <a:chOff x="6806456" y="3316567"/>
            <a:chExt cx="5690629" cy="3805227"/>
          </a:xfrm>
        </p:grpSpPr>
        <p:sp>
          <p:nvSpPr>
            <p:cNvPr id="439" name="Freeform: Shape 438">
              <a:extLst>
                <a:ext uri="{FF2B5EF4-FFF2-40B4-BE49-F238E27FC236}">
                  <a16:creationId xmlns:a16="http://schemas.microsoft.com/office/drawing/2014/main" id="{FB2F7A53-FBB7-36C0-2EA2-55AB60712426}"/>
                </a:ext>
              </a:extLst>
            </p:cNvPr>
            <p:cNvSpPr/>
            <p:nvPr/>
          </p:nvSpPr>
          <p:spPr>
            <a:xfrm rot="21197672">
              <a:off x="7438227" y="4988178"/>
              <a:ext cx="4895081" cy="2133616"/>
            </a:xfrm>
            <a:custGeom>
              <a:avLst/>
              <a:gdLst>
                <a:gd name="connsiteX0" fmla="*/ 4895081 w 4895081"/>
                <a:gd name="connsiteY0" fmla="*/ 0 h 2133616"/>
                <a:gd name="connsiteX1" fmla="*/ 4644232 w 4895081"/>
                <a:gd name="connsiteY1" fmla="*/ 2133616 h 2133616"/>
                <a:gd name="connsiteX2" fmla="*/ 0 w 4895081"/>
                <a:gd name="connsiteY2" fmla="*/ 1587595 h 2133616"/>
              </a:gdLst>
              <a:ahLst/>
              <a:cxnLst>
                <a:cxn ang="0">
                  <a:pos x="connsiteX0" y="connsiteY0"/>
                </a:cxn>
                <a:cxn ang="0">
                  <a:pos x="connsiteX1" y="connsiteY1"/>
                </a:cxn>
                <a:cxn ang="0">
                  <a:pos x="connsiteX2" y="connsiteY2"/>
                </a:cxn>
              </a:cxnLst>
              <a:rect l="l" t="t" r="r" b="b"/>
              <a:pathLst>
                <a:path w="4895081" h="2133616">
                  <a:moveTo>
                    <a:pt x="4895081" y="0"/>
                  </a:moveTo>
                  <a:lnTo>
                    <a:pt x="4644232" y="2133616"/>
                  </a:lnTo>
                  <a:lnTo>
                    <a:pt x="0" y="1587595"/>
                  </a:lnTo>
                  <a:close/>
                </a:path>
              </a:pathLst>
            </a:custGeom>
            <a:solidFill>
              <a:schemeClr val="tx1">
                <a:alpha val="37000"/>
              </a:schemeClr>
            </a:solidFill>
            <a:ln w="6858" cap="flat">
              <a:noFill/>
              <a:prstDash val="solid"/>
              <a:miter/>
            </a:ln>
          </p:spPr>
          <p:txBody>
            <a:bodyPr rtlCol="0" anchor="ctr"/>
            <a:lstStyle/>
            <a:p>
              <a:endParaRPr lang="en-US" dirty="0"/>
            </a:p>
          </p:txBody>
        </p:sp>
        <p:grpSp>
          <p:nvGrpSpPr>
            <p:cNvPr id="446" name="Group 445">
              <a:extLst>
                <a:ext uri="{FF2B5EF4-FFF2-40B4-BE49-F238E27FC236}">
                  <a16:creationId xmlns:a16="http://schemas.microsoft.com/office/drawing/2014/main" id="{8FFBDD67-6529-4CDC-20EF-59B391A50CC0}"/>
                </a:ext>
              </a:extLst>
            </p:cNvPr>
            <p:cNvGrpSpPr/>
            <p:nvPr/>
          </p:nvGrpSpPr>
          <p:grpSpPr>
            <a:xfrm>
              <a:off x="6806456" y="4751837"/>
              <a:ext cx="5690629" cy="1553102"/>
              <a:chOff x="6806456" y="4751837"/>
              <a:chExt cx="5690629" cy="1553102"/>
            </a:xfrm>
          </p:grpSpPr>
          <p:sp>
            <p:nvSpPr>
              <p:cNvPr id="445" name="Freeform: Shape 444">
                <a:extLst>
                  <a:ext uri="{FF2B5EF4-FFF2-40B4-BE49-F238E27FC236}">
                    <a16:creationId xmlns:a16="http://schemas.microsoft.com/office/drawing/2014/main" id="{CFD10D87-90AB-0277-7362-D9669BFA59A5}"/>
                  </a:ext>
                </a:extLst>
              </p:cNvPr>
              <p:cNvSpPr/>
              <p:nvPr/>
            </p:nvSpPr>
            <p:spPr>
              <a:xfrm rot="20683540">
                <a:off x="6806456" y="4751837"/>
                <a:ext cx="5690629" cy="1553102"/>
              </a:xfrm>
              <a:custGeom>
                <a:avLst/>
                <a:gdLst>
                  <a:gd name="connsiteX0" fmla="*/ 5690629 w 5690629"/>
                  <a:gd name="connsiteY0" fmla="*/ 0 h 1553102"/>
                  <a:gd name="connsiteX1" fmla="*/ 5602758 w 5690629"/>
                  <a:gd name="connsiteY1" fmla="*/ 321770 h 1553102"/>
                  <a:gd name="connsiteX2" fmla="*/ 5234115 w 5690629"/>
                  <a:gd name="connsiteY2" fmla="*/ 435760 h 1553102"/>
                  <a:gd name="connsiteX3" fmla="*/ 3665504 w 5690629"/>
                  <a:gd name="connsiteY3" fmla="*/ 888165 h 1553102"/>
                  <a:gd name="connsiteX4" fmla="*/ 820215 w 5690629"/>
                  <a:gd name="connsiteY4" fmla="*/ 1519527 h 1553102"/>
                  <a:gd name="connsiteX5" fmla="*/ 641816 w 5690629"/>
                  <a:gd name="connsiteY5" fmla="*/ 1553102 h 1553102"/>
                  <a:gd name="connsiteX6" fmla="*/ 0 w 5690629"/>
                  <a:gd name="connsiteY6" fmla="*/ 1377830 h 1553102"/>
                  <a:gd name="connsiteX7" fmla="*/ 9430 w 5690629"/>
                  <a:gd name="connsiteY7" fmla="*/ 1376391 h 1553102"/>
                  <a:gd name="connsiteX8" fmla="*/ 5666582 w 5690629"/>
                  <a:gd name="connsiteY8" fmla="*/ 8061 h 155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90629" h="1553102">
                    <a:moveTo>
                      <a:pt x="5690629" y="0"/>
                    </a:moveTo>
                    <a:lnTo>
                      <a:pt x="5602758" y="321770"/>
                    </a:lnTo>
                    <a:lnTo>
                      <a:pt x="5234115" y="435760"/>
                    </a:lnTo>
                    <a:cubicBezTo>
                      <a:pt x="4787309" y="571567"/>
                      <a:pt x="4267708" y="722458"/>
                      <a:pt x="3665504" y="888165"/>
                    </a:cubicBezTo>
                    <a:cubicBezTo>
                      <a:pt x="2932420" y="1089909"/>
                      <a:pt x="1848471" y="1321545"/>
                      <a:pt x="820215" y="1519527"/>
                    </a:cubicBezTo>
                    <a:lnTo>
                      <a:pt x="641816" y="1553102"/>
                    </a:lnTo>
                    <a:lnTo>
                      <a:pt x="0" y="1377830"/>
                    </a:lnTo>
                    <a:lnTo>
                      <a:pt x="9430" y="1376391"/>
                    </a:lnTo>
                    <a:cubicBezTo>
                      <a:pt x="1144105" y="1199523"/>
                      <a:pt x="3249039" y="801911"/>
                      <a:pt x="5666582" y="8061"/>
                    </a:cubicBezTo>
                    <a:close/>
                  </a:path>
                </a:pathLst>
              </a:custGeom>
              <a:solidFill>
                <a:schemeClr val="accent2"/>
              </a:solidFill>
              <a:ln w="6858" cap="flat">
                <a:noFill/>
                <a:prstDash val="solid"/>
                <a:miter/>
              </a:ln>
            </p:spPr>
            <p:txBody>
              <a:bodyPr rtlCol="0" anchor="ctr"/>
              <a:lstStyle/>
              <a:p>
                <a:endParaRPr lang="en-US" dirty="0"/>
              </a:p>
            </p:txBody>
          </p:sp>
          <p:sp>
            <p:nvSpPr>
              <p:cNvPr id="443" name="Freeform: Shape 442">
                <a:extLst>
                  <a:ext uri="{FF2B5EF4-FFF2-40B4-BE49-F238E27FC236}">
                    <a16:creationId xmlns:a16="http://schemas.microsoft.com/office/drawing/2014/main" id="{816C12A4-4259-BD0D-9B23-326153494329}"/>
                  </a:ext>
                </a:extLst>
              </p:cNvPr>
              <p:cNvSpPr/>
              <p:nvPr/>
            </p:nvSpPr>
            <p:spPr>
              <a:xfrm rot="20683540">
                <a:off x="7039409" y="4825635"/>
                <a:ext cx="5428718" cy="1409294"/>
              </a:xfrm>
              <a:custGeom>
                <a:avLst/>
                <a:gdLst>
                  <a:gd name="connsiteX0" fmla="*/ 111077 w 5428718"/>
                  <a:gd name="connsiteY0" fmla="*/ 1369015 h 1409294"/>
                  <a:gd name="connsiteX1" fmla="*/ 111274 w 5428718"/>
                  <a:gd name="connsiteY1" fmla="*/ 1370113 h 1409294"/>
                  <a:gd name="connsiteX2" fmla="*/ 108778 w 5428718"/>
                  <a:gd name="connsiteY2" fmla="*/ 1369431 h 1409294"/>
                  <a:gd name="connsiteX3" fmla="*/ 6433 w 5428718"/>
                  <a:gd name="connsiteY3" fmla="*/ 1338618 h 1409294"/>
                  <a:gd name="connsiteX4" fmla="*/ 6951 w 5428718"/>
                  <a:gd name="connsiteY4" fmla="*/ 1341624 h 1409294"/>
                  <a:gd name="connsiteX5" fmla="*/ 0 w 5428718"/>
                  <a:gd name="connsiteY5" fmla="*/ 1339725 h 1409294"/>
                  <a:gd name="connsiteX6" fmla="*/ 105473 w 5428718"/>
                  <a:gd name="connsiteY6" fmla="*/ 1320839 h 1409294"/>
                  <a:gd name="connsiteX7" fmla="*/ 109246 w 5428718"/>
                  <a:gd name="connsiteY7" fmla="*/ 1341855 h 1409294"/>
                  <a:gd name="connsiteX8" fmla="*/ 65164 w 5428718"/>
                  <a:gd name="connsiteY8" fmla="*/ 1349831 h 1409294"/>
                  <a:gd name="connsiteX9" fmla="*/ 66639 w 5428718"/>
                  <a:gd name="connsiteY9" fmla="*/ 1357924 h 1409294"/>
                  <a:gd name="connsiteX10" fmla="*/ 38789 w 5428718"/>
                  <a:gd name="connsiteY10" fmla="*/ 1350318 h 1409294"/>
                  <a:gd name="connsiteX11" fmla="*/ 35742 w 5428718"/>
                  <a:gd name="connsiteY11" fmla="*/ 1333449 h 1409294"/>
                  <a:gd name="connsiteX12" fmla="*/ 238037 w 5428718"/>
                  <a:gd name="connsiteY12" fmla="*/ 1299773 h 1409294"/>
                  <a:gd name="connsiteX13" fmla="*/ 259915 w 5428718"/>
                  <a:gd name="connsiteY13" fmla="*/ 1307695 h 1409294"/>
                  <a:gd name="connsiteX14" fmla="*/ 284705 w 5428718"/>
                  <a:gd name="connsiteY14" fmla="*/ 1348219 h 1409294"/>
                  <a:gd name="connsiteX15" fmla="*/ 284812 w 5428718"/>
                  <a:gd name="connsiteY15" fmla="*/ 1348219 h 1409294"/>
                  <a:gd name="connsiteX16" fmla="*/ 276621 w 5428718"/>
                  <a:gd name="connsiteY16" fmla="*/ 1397257 h 1409294"/>
                  <a:gd name="connsiteX17" fmla="*/ 254749 w 5428718"/>
                  <a:gd name="connsiteY17" fmla="*/ 1409294 h 1409294"/>
                  <a:gd name="connsiteX18" fmla="*/ 225815 w 5428718"/>
                  <a:gd name="connsiteY18" fmla="*/ 1401393 h 1409294"/>
                  <a:gd name="connsiteX19" fmla="*/ 228768 w 5428718"/>
                  <a:gd name="connsiteY19" fmla="*/ 1400814 h 1409294"/>
                  <a:gd name="connsiteX20" fmla="*/ 258191 w 5428718"/>
                  <a:gd name="connsiteY20" fmla="*/ 1353930 h 1409294"/>
                  <a:gd name="connsiteX21" fmla="*/ 258300 w 5428718"/>
                  <a:gd name="connsiteY21" fmla="*/ 1354039 h 1409294"/>
                  <a:gd name="connsiteX22" fmla="*/ 244086 w 5428718"/>
                  <a:gd name="connsiteY22" fmla="*/ 1326475 h 1409294"/>
                  <a:gd name="connsiteX23" fmla="*/ 216374 w 5428718"/>
                  <a:gd name="connsiteY23" fmla="*/ 1321705 h 1409294"/>
                  <a:gd name="connsiteX24" fmla="*/ 202687 w 5428718"/>
                  <a:gd name="connsiteY24" fmla="*/ 1324292 h 1409294"/>
                  <a:gd name="connsiteX25" fmla="*/ 217012 w 5428718"/>
                  <a:gd name="connsiteY25" fmla="*/ 1398989 h 1409294"/>
                  <a:gd name="connsiteX26" fmla="*/ 189049 w 5428718"/>
                  <a:gd name="connsiteY26" fmla="*/ 1391352 h 1409294"/>
                  <a:gd name="connsiteX27" fmla="*/ 173047 w 5428718"/>
                  <a:gd name="connsiteY27" fmla="*/ 1308234 h 1409294"/>
                  <a:gd name="connsiteX28" fmla="*/ 210985 w 5428718"/>
                  <a:gd name="connsiteY28" fmla="*/ 1300905 h 1409294"/>
                  <a:gd name="connsiteX29" fmla="*/ 238037 w 5428718"/>
                  <a:gd name="connsiteY29" fmla="*/ 1299773 h 1409294"/>
                  <a:gd name="connsiteX30" fmla="*/ 378995 w 5428718"/>
                  <a:gd name="connsiteY30" fmla="*/ 1298972 h 1409294"/>
                  <a:gd name="connsiteX31" fmla="*/ 354111 w 5428718"/>
                  <a:gd name="connsiteY31" fmla="*/ 1293140 h 1409294"/>
                  <a:gd name="connsiteX32" fmla="*/ 332986 w 5428718"/>
                  <a:gd name="connsiteY32" fmla="*/ 1307904 h 1409294"/>
                  <a:gd name="connsiteX33" fmla="*/ 331047 w 5428718"/>
                  <a:gd name="connsiteY33" fmla="*/ 1339915 h 1409294"/>
                  <a:gd name="connsiteX34" fmla="*/ 331047 w 5428718"/>
                  <a:gd name="connsiteY34" fmla="*/ 1340022 h 1409294"/>
                  <a:gd name="connsiteX35" fmla="*/ 344627 w 5428718"/>
                  <a:gd name="connsiteY35" fmla="*/ 1369014 h 1409294"/>
                  <a:gd name="connsiteX36" fmla="*/ 369632 w 5428718"/>
                  <a:gd name="connsiteY36" fmla="*/ 1374834 h 1409294"/>
                  <a:gd name="connsiteX37" fmla="*/ 392481 w 5428718"/>
                  <a:gd name="connsiteY37" fmla="*/ 1328166 h 1409294"/>
                  <a:gd name="connsiteX38" fmla="*/ 378995 w 5428718"/>
                  <a:gd name="connsiteY38" fmla="*/ 1298972 h 1409294"/>
                  <a:gd name="connsiteX39" fmla="*/ 375370 w 5428718"/>
                  <a:gd name="connsiteY39" fmla="*/ 1271301 h 1409294"/>
                  <a:gd name="connsiteX40" fmla="*/ 395713 w 5428718"/>
                  <a:gd name="connsiteY40" fmla="*/ 1279882 h 1409294"/>
                  <a:gd name="connsiteX41" fmla="*/ 419316 w 5428718"/>
                  <a:gd name="connsiteY41" fmla="*/ 1323208 h 1409294"/>
                  <a:gd name="connsiteX42" fmla="*/ 413282 w 5428718"/>
                  <a:gd name="connsiteY42" fmla="*/ 1372249 h 1409294"/>
                  <a:gd name="connsiteX43" fmla="*/ 373727 w 5428718"/>
                  <a:gd name="connsiteY43" fmla="*/ 1396498 h 1409294"/>
                  <a:gd name="connsiteX44" fmla="*/ 327922 w 5428718"/>
                  <a:gd name="connsiteY44" fmla="*/ 1388522 h 1409294"/>
                  <a:gd name="connsiteX45" fmla="*/ 304103 w 5428718"/>
                  <a:gd name="connsiteY45" fmla="*/ 1345087 h 1409294"/>
                  <a:gd name="connsiteX46" fmla="*/ 310246 w 5428718"/>
                  <a:gd name="connsiteY46" fmla="*/ 1296157 h 1409294"/>
                  <a:gd name="connsiteX47" fmla="*/ 350016 w 5428718"/>
                  <a:gd name="connsiteY47" fmla="*/ 1272015 h 1409294"/>
                  <a:gd name="connsiteX48" fmla="*/ 375370 w 5428718"/>
                  <a:gd name="connsiteY48" fmla="*/ 1271301 h 1409294"/>
                  <a:gd name="connsiteX49" fmla="*/ 585080 w 5428718"/>
                  <a:gd name="connsiteY49" fmla="*/ 1229977 h 1409294"/>
                  <a:gd name="connsiteX50" fmla="*/ 607281 w 5428718"/>
                  <a:gd name="connsiteY50" fmla="*/ 1351118 h 1409294"/>
                  <a:gd name="connsiteX51" fmla="*/ 607389 w 5428718"/>
                  <a:gd name="connsiteY51" fmla="*/ 1351227 h 1409294"/>
                  <a:gd name="connsiteX52" fmla="*/ 574732 w 5428718"/>
                  <a:gd name="connsiteY52" fmla="*/ 1357153 h 1409294"/>
                  <a:gd name="connsiteX53" fmla="*/ 505324 w 5428718"/>
                  <a:gd name="connsiteY53" fmla="*/ 1275136 h 1409294"/>
                  <a:gd name="connsiteX54" fmla="*/ 504569 w 5428718"/>
                  <a:gd name="connsiteY54" fmla="*/ 1275135 h 1409294"/>
                  <a:gd name="connsiteX55" fmla="*/ 512438 w 5428718"/>
                  <a:gd name="connsiteY55" fmla="*/ 1309625 h 1409294"/>
                  <a:gd name="connsiteX56" fmla="*/ 522892 w 5428718"/>
                  <a:gd name="connsiteY56" fmla="*/ 1366637 h 1409294"/>
                  <a:gd name="connsiteX57" fmla="*/ 499935 w 5428718"/>
                  <a:gd name="connsiteY57" fmla="*/ 1370841 h 1409294"/>
                  <a:gd name="connsiteX58" fmla="*/ 477733 w 5428718"/>
                  <a:gd name="connsiteY58" fmla="*/ 1249700 h 1409294"/>
                  <a:gd name="connsiteX59" fmla="*/ 510067 w 5428718"/>
                  <a:gd name="connsiteY59" fmla="*/ 1243772 h 1409294"/>
                  <a:gd name="connsiteX60" fmla="*/ 579259 w 5428718"/>
                  <a:gd name="connsiteY60" fmla="*/ 1324820 h 1409294"/>
                  <a:gd name="connsiteX61" fmla="*/ 579798 w 5428718"/>
                  <a:gd name="connsiteY61" fmla="*/ 1324820 h 1409294"/>
                  <a:gd name="connsiteX62" fmla="*/ 572470 w 5428718"/>
                  <a:gd name="connsiteY62" fmla="*/ 1291517 h 1409294"/>
                  <a:gd name="connsiteX63" fmla="*/ 562016 w 5428718"/>
                  <a:gd name="connsiteY63" fmla="*/ 1234181 h 1409294"/>
                  <a:gd name="connsiteX64" fmla="*/ 696893 w 5428718"/>
                  <a:gd name="connsiteY64" fmla="*/ 1240853 h 1409294"/>
                  <a:gd name="connsiteX65" fmla="*/ 672064 w 5428718"/>
                  <a:gd name="connsiteY65" fmla="*/ 1234723 h 1409294"/>
                  <a:gd name="connsiteX66" fmla="*/ 650832 w 5428718"/>
                  <a:gd name="connsiteY66" fmla="*/ 1249164 h 1409294"/>
                  <a:gd name="connsiteX67" fmla="*/ 648461 w 5428718"/>
                  <a:gd name="connsiteY67" fmla="*/ 1281175 h 1409294"/>
                  <a:gd name="connsiteX68" fmla="*/ 648568 w 5428718"/>
                  <a:gd name="connsiteY68" fmla="*/ 1281175 h 1409294"/>
                  <a:gd name="connsiteX69" fmla="*/ 661717 w 5428718"/>
                  <a:gd name="connsiteY69" fmla="*/ 1310382 h 1409294"/>
                  <a:gd name="connsiteX70" fmla="*/ 686614 w 5428718"/>
                  <a:gd name="connsiteY70" fmla="*/ 1316525 h 1409294"/>
                  <a:gd name="connsiteX71" fmla="*/ 710001 w 5428718"/>
                  <a:gd name="connsiteY71" fmla="*/ 1270182 h 1409294"/>
                  <a:gd name="connsiteX72" fmla="*/ 696893 w 5428718"/>
                  <a:gd name="connsiteY72" fmla="*/ 1240853 h 1409294"/>
                  <a:gd name="connsiteX73" fmla="*/ 693565 w 5428718"/>
                  <a:gd name="connsiteY73" fmla="*/ 1212871 h 1409294"/>
                  <a:gd name="connsiteX74" fmla="*/ 713773 w 5428718"/>
                  <a:gd name="connsiteY74" fmla="*/ 1221682 h 1409294"/>
                  <a:gd name="connsiteX75" fmla="*/ 736837 w 5428718"/>
                  <a:gd name="connsiteY75" fmla="*/ 1265331 h 1409294"/>
                  <a:gd name="connsiteX76" fmla="*/ 737054 w 5428718"/>
                  <a:gd name="connsiteY76" fmla="*/ 1265330 h 1409294"/>
                  <a:gd name="connsiteX77" fmla="*/ 730371 w 5428718"/>
                  <a:gd name="connsiteY77" fmla="*/ 1314263 h 1409294"/>
                  <a:gd name="connsiteX78" fmla="*/ 690493 w 5428718"/>
                  <a:gd name="connsiteY78" fmla="*/ 1338081 h 1409294"/>
                  <a:gd name="connsiteX79" fmla="*/ 644796 w 5428718"/>
                  <a:gd name="connsiteY79" fmla="*/ 1329566 h 1409294"/>
                  <a:gd name="connsiteX80" fmla="*/ 621517 w 5428718"/>
                  <a:gd name="connsiteY80" fmla="*/ 1285808 h 1409294"/>
                  <a:gd name="connsiteX81" fmla="*/ 628199 w 5428718"/>
                  <a:gd name="connsiteY81" fmla="*/ 1236878 h 1409294"/>
                  <a:gd name="connsiteX82" fmla="*/ 668184 w 5428718"/>
                  <a:gd name="connsiteY82" fmla="*/ 1213274 h 1409294"/>
                  <a:gd name="connsiteX83" fmla="*/ 693565 w 5428718"/>
                  <a:gd name="connsiteY83" fmla="*/ 1212871 h 1409294"/>
                  <a:gd name="connsiteX84" fmla="*/ 831026 w 5428718"/>
                  <a:gd name="connsiteY84" fmla="*/ 1186430 h 1409294"/>
                  <a:gd name="connsiteX85" fmla="*/ 834800 w 5428718"/>
                  <a:gd name="connsiteY85" fmla="*/ 1207879 h 1409294"/>
                  <a:gd name="connsiteX86" fmla="*/ 801927 w 5428718"/>
                  <a:gd name="connsiteY86" fmla="*/ 1213698 h 1409294"/>
                  <a:gd name="connsiteX87" fmla="*/ 819602 w 5428718"/>
                  <a:gd name="connsiteY87" fmla="*/ 1313499 h 1409294"/>
                  <a:gd name="connsiteX88" fmla="*/ 819494 w 5428718"/>
                  <a:gd name="connsiteY88" fmla="*/ 1313391 h 1409294"/>
                  <a:gd name="connsiteX89" fmla="*/ 793843 w 5428718"/>
                  <a:gd name="connsiteY89" fmla="*/ 1317919 h 1409294"/>
                  <a:gd name="connsiteX90" fmla="*/ 776168 w 5428718"/>
                  <a:gd name="connsiteY90" fmla="*/ 1218117 h 1409294"/>
                  <a:gd name="connsiteX91" fmla="*/ 743296 w 5428718"/>
                  <a:gd name="connsiteY91" fmla="*/ 1223937 h 1409294"/>
                  <a:gd name="connsiteX92" fmla="*/ 739524 w 5428718"/>
                  <a:gd name="connsiteY92" fmla="*/ 1202597 h 1409294"/>
                  <a:gd name="connsiteX93" fmla="*/ 982223 w 5428718"/>
                  <a:gd name="connsiteY93" fmla="*/ 1166495 h 1409294"/>
                  <a:gd name="connsiteX94" fmla="*/ 977589 w 5428718"/>
                  <a:gd name="connsiteY94" fmla="*/ 1188805 h 1409294"/>
                  <a:gd name="connsiteX95" fmla="*/ 962931 w 5428718"/>
                  <a:gd name="connsiteY95" fmla="*/ 1185572 h 1409294"/>
                  <a:gd name="connsiteX96" fmla="*/ 949028 w 5428718"/>
                  <a:gd name="connsiteY96" fmla="*/ 1185572 h 1409294"/>
                  <a:gd name="connsiteX97" fmla="*/ 948921 w 5428718"/>
                  <a:gd name="connsiteY97" fmla="*/ 1185788 h 1409294"/>
                  <a:gd name="connsiteX98" fmla="*/ 928335 w 5428718"/>
                  <a:gd name="connsiteY98" fmla="*/ 1200661 h 1409294"/>
                  <a:gd name="connsiteX99" fmla="*/ 925748 w 5428718"/>
                  <a:gd name="connsiteY99" fmla="*/ 1232455 h 1409294"/>
                  <a:gd name="connsiteX100" fmla="*/ 963362 w 5428718"/>
                  <a:gd name="connsiteY100" fmla="*/ 1267590 h 1409294"/>
                  <a:gd name="connsiteX101" fmla="*/ 993216 w 5428718"/>
                  <a:gd name="connsiteY101" fmla="*/ 1255736 h 1409294"/>
                  <a:gd name="connsiteX102" fmla="*/ 996988 w 5428718"/>
                  <a:gd name="connsiteY102" fmla="*/ 1277291 h 1409294"/>
                  <a:gd name="connsiteX103" fmla="*/ 964763 w 5428718"/>
                  <a:gd name="connsiteY103" fmla="*/ 1289362 h 1409294"/>
                  <a:gd name="connsiteX104" fmla="*/ 921437 w 5428718"/>
                  <a:gd name="connsiteY104" fmla="*/ 1280415 h 1409294"/>
                  <a:gd name="connsiteX105" fmla="*/ 899343 w 5428718"/>
                  <a:gd name="connsiteY105" fmla="*/ 1236874 h 1409294"/>
                  <a:gd name="connsiteX106" fmla="*/ 900419 w 5428718"/>
                  <a:gd name="connsiteY106" fmla="*/ 1202493 h 1409294"/>
                  <a:gd name="connsiteX107" fmla="*/ 916371 w 5428718"/>
                  <a:gd name="connsiteY107" fmla="*/ 1177166 h 1409294"/>
                  <a:gd name="connsiteX108" fmla="*/ 945256 w 5428718"/>
                  <a:gd name="connsiteY108" fmla="*/ 1164232 h 1409294"/>
                  <a:gd name="connsiteX109" fmla="*/ 982223 w 5428718"/>
                  <a:gd name="connsiteY109" fmla="*/ 1166495 h 1409294"/>
                  <a:gd name="connsiteX110" fmla="*/ 1058331 w 5428718"/>
                  <a:gd name="connsiteY110" fmla="*/ 1171661 h 1409294"/>
                  <a:gd name="connsiteX111" fmla="*/ 1039362 w 5428718"/>
                  <a:gd name="connsiteY111" fmla="*/ 1171230 h 1409294"/>
                  <a:gd name="connsiteX112" fmla="*/ 1031604 w 5428718"/>
                  <a:gd name="connsiteY112" fmla="*/ 1172632 h 1409294"/>
                  <a:gd name="connsiteX113" fmla="*/ 1037419 w 5428718"/>
                  <a:gd name="connsiteY113" fmla="*/ 1205377 h 1409294"/>
                  <a:gd name="connsiteX114" fmla="*/ 1037314 w 5428718"/>
                  <a:gd name="connsiteY114" fmla="*/ 1205396 h 1409294"/>
                  <a:gd name="connsiteX115" fmla="*/ 1037423 w 5428718"/>
                  <a:gd name="connsiteY115" fmla="*/ 1205395 h 1409294"/>
                  <a:gd name="connsiteX116" fmla="*/ 1037419 w 5428718"/>
                  <a:gd name="connsiteY116" fmla="*/ 1205377 h 1409294"/>
                  <a:gd name="connsiteX117" fmla="*/ 1045613 w 5428718"/>
                  <a:gd name="connsiteY117" fmla="*/ 1203887 h 1409294"/>
                  <a:gd name="connsiteX118" fmla="*/ 1062858 w 5428718"/>
                  <a:gd name="connsiteY118" fmla="*/ 1196666 h 1409294"/>
                  <a:gd name="connsiteX119" fmla="*/ 1066414 w 5428718"/>
                  <a:gd name="connsiteY119" fmla="*/ 1182871 h 1409294"/>
                  <a:gd name="connsiteX120" fmla="*/ 1058331 w 5428718"/>
                  <a:gd name="connsiteY120" fmla="*/ 1171661 h 1409294"/>
                  <a:gd name="connsiteX121" fmla="*/ 1075468 w 5428718"/>
                  <a:gd name="connsiteY121" fmla="*/ 1152370 h 1409294"/>
                  <a:gd name="connsiteX122" fmla="*/ 1092172 w 5428718"/>
                  <a:gd name="connsiteY122" fmla="*/ 1177588 h 1409294"/>
                  <a:gd name="connsiteX123" fmla="*/ 1089694 w 5428718"/>
                  <a:gd name="connsiteY123" fmla="*/ 1197635 h 1409294"/>
                  <a:gd name="connsiteX124" fmla="*/ 1075360 w 5428718"/>
                  <a:gd name="connsiteY124" fmla="*/ 1213695 h 1409294"/>
                  <a:gd name="connsiteX125" fmla="*/ 1120410 w 5428718"/>
                  <a:gd name="connsiteY125" fmla="*/ 1260147 h 1409294"/>
                  <a:gd name="connsiteX126" fmla="*/ 1091850 w 5428718"/>
                  <a:gd name="connsiteY126" fmla="*/ 1265212 h 1409294"/>
                  <a:gd name="connsiteX127" fmla="*/ 1054667 w 5428718"/>
                  <a:gd name="connsiteY127" fmla="*/ 1223825 h 1409294"/>
                  <a:gd name="connsiteX128" fmla="*/ 1040979 w 5428718"/>
                  <a:gd name="connsiteY128" fmla="*/ 1226196 h 1409294"/>
                  <a:gd name="connsiteX129" fmla="*/ 1040979 w 5428718"/>
                  <a:gd name="connsiteY129" fmla="*/ 1226305 h 1409294"/>
                  <a:gd name="connsiteX130" fmla="*/ 1049170 w 5428718"/>
                  <a:gd name="connsiteY130" fmla="*/ 1272864 h 1409294"/>
                  <a:gd name="connsiteX131" fmla="*/ 1023411 w 5428718"/>
                  <a:gd name="connsiteY131" fmla="*/ 1277390 h 1409294"/>
                  <a:gd name="connsiteX132" fmla="*/ 1001964 w 5428718"/>
                  <a:gd name="connsiteY132" fmla="*/ 1156142 h 1409294"/>
                  <a:gd name="connsiteX133" fmla="*/ 1037314 w 5428718"/>
                  <a:gd name="connsiteY133" fmla="*/ 1149890 h 1409294"/>
                  <a:gd name="connsiteX134" fmla="*/ 1075468 w 5428718"/>
                  <a:gd name="connsiteY134" fmla="*/ 1152370 h 1409294"/>
                  <a:gd name="connsiteX135" fmla="*/ 1194537 w 5428718"/>
                  <a:gd name="connsiteY135" fmla="*/ 1152580 h 1409294"/>
                  <a:gd name="connsiteX136" fmla="*/ 1169749 w 5428718"/>
                  <a:gd name="connsiteY136" fmla="*/ 1146450 h 1409294"/>
                  <a:gd name="connsiteX137" fmla="*/ 1148515 w 5428718"/>
                  <a:gd name="connsiteY137" fmla="*/ 1160893 h 1409294"/>
                  <a:gd name="connsiteX138" fmla="*/ 1146252 w 5428718"/>
                  <a:gd name="connsiteY138" fmla="*/ 1192902 h 1409294"/>
                  <a:gd name="connsiteX139" fmla="*/ 1159402 w 5428718"/>
                  <a:gd name="connsiteY139" fmla="*/ 1222109 h 1409294"/>
                  <a:gd name="connsiteX140" fmla="*/ 1184299 w 5428718"/>
                  <a:gd name="connsiteY140" fmla="*/ 1228253 h 1409294"/>
                  <a:gd name="connsiteX141" fmla="*/ 1207686 w 5428718"/>
                  <a:gd name="connsiteY141" fmla="*/ 1181909 h 1409294"/>
                  <a:gd name="connsiteX142" fmla="*/ 1194537 w 5428718"/>
                  <a:gd name="connsiteY142" fmla="*/ 1152580 h 1409294"/>
                  <a:gd name="connsiteX143" fmla="*/ 1191357 w 5428718"/>
                  <a:gd name="connsiteY143" fmla="*/ 1124490 h 1409294"/>
                  <a:gd name="connsiteX144" fmla="*/ 1211565 w 5428718"/>
                  <a:gd name="connsiteY144" fmla="*/ 1133300 h 1409294"/>
                  <a:gd name="connsiteX145" fmla="*/ 1234631 w 5428718"/>
                  <a:gd name="connsiteY145" fmla="*/ 1176844 h 1409294"/>
                  <a:gd name="connsiteX146" fmla="*/ 1234737 w 5428718"/>
                  <a:gd name="connsiteY146" fmla="*/ 1176951 h 1409294"/>
                  <a:gd name="connsiteX147" fmla="*/ 1228164 w 5428718"/>
                  <a:gd name="connsiteY147" fmla="*/ 1225882 h 1409294"/>
                  <a:gd name="connsiteX148" fmla="*/ 1188285 w 5428718"/>
                  <a:gd name="connsiteY148" fmla="*/ 1249701 h 1409294"/>
                  <a:gd name="connsiteX149" fmla="*/ 1142588 w 5428718"/>
                  <a:gd name="connsiteY149" fmla="*/ 1241293 h 1409294"/>
                  <a:gd name="connsiteX150" fmla="*/ 1119308 w 5428718"/>
                  <a:gd name="connsiteY150" fmla="*/ 1197537 h 1409294"/>
                  <a:gd name="connsiteX151" fmla="*/ 1125991 w 5428718"/>
                  <a:gd name="connsiteY151" fmla="*/ 1148606 h 1409294"/>
                  <a:gd name="connsiteX152" fmla="*/ 1165976 w 5428718"/>
                  <a:gd name="connsiteY152" fmla="*/ 1124895 h 1409294"/>
                  <a:gd name="connsiteX153" fmla="*/ 1191357 w 5428718"/>
                  <a:gd name="connsiteY153" fmla="*/ 1124490 h 1409294"/>
                  <a:gd name="connsiteX154" fmla="*/ 1320380 w 5428718"/>
                  <a:gd name="connsiteY154" fmla="*/ 1105806 h 1409294"/>
                  <a:gd name="connsiteX155" fmla="*/ 1315745 w 5428718"/>
                  <a:gd name="connsiteY155" fmla="*/ 1127255 h 1409294"/>
                  <a:gd name="connsiteX156" fmla="*/ 1298715 w 5428718"/>
                  <a:gd name="connsiteY156" fmla="*/ 1124667 h 1409294"/>
                  <a:gd name="connsiteX157" fmla="*/ 1285998 w 5428718"/>
                  <a:gd name="connsiteY157" fmla="*/ 1125422 h 1409294"/>
                  <a:gd name="connsiteX158" fmla="*/ 1275436 w 5428718"/>
                  <a:gd name="connsiteY158" fmla="*/ 1130918 h 1409294"/>
                  <a:gd name="connsiteX159" fmla="*/ 1273174 w 5428718"/>
                  <a:gd name="connsiteY159" fmla="*/ 1140510 h 1409294"/>
                  <a:gd name="connsiteX160" fmla="*/ 1275868 w 5428718"/>
                  <a:gd name="connsiteY160" fmla="*/ 1146114 h 1409294"/>
                  <a:gd name="connsiteX161" fmla="*/ 1281795 w 5428718"/>
                  <a:gd name="connsiteY161" fmla="*/ 1150103 h 1409294"/>
                  <a:gd name="connsiteX162" fmla="*/ 1299688 w 5428718"/>
                  <a:gd name="connsiteY162" fmla="*/ 1155599 h 1409294"/>
                  <a:gd name="connsiteX163" fmla="*/ 1325984 w 5428718"/>
                  <a:gd name="connsiteY163" fmla="*/ 1167561 h 1409294"/>
                  <a:gd name="connsiteX164" fmla="*/ 1336007 w 5428718"/>
                  <a:gd name="connsiteY164" fmla="*/ 1186422 h 1409294"/>
                  <a:gd name="connsiteX165" fmla="*/ 1335683 w 5428718"/>
                  <a:gd name="connsiteY165" fmla="*/ 1186423 h 1409294"/>
                  <a:gd name="connsiteX166" fmla="*/ 1328679 w 5428718"/>
                  <a:gd name="connsiteY166" fmla="*/ 1214444 h 1409294"/>
                  <a:gd name="connsiteX167" fmla="*/ 1297640 w 5428718"/>
                  <a:gd name="connsiteY167" fmla="*/ 1229963 h 1409294"/>
                  <a:gd name="connsiteX168" fmla="*/ 1261965 w 5428718"/>
                  <a:gd name="connsiteY168" fmla="*/ 1228994 h 1409294"/>
                  <a:gd name="connsiteX169" fmla="*/ 1257547 w 5428718"/>
                  <a:gd name="connsiteY169" fmla="*/ 1205176 h 1409294"/>
                  <a:gd name="connsiteX170" fmla="*/ 1279748 w 5428718"/>
                  <a:gd name="connsiteY170" fmla="*/ 1209056 h 1409294"/>
                  <a:gd name="connsiteX171" fmla="*/ 1295699 w 5428718"/>
                  <a:gd name="connsiteY171" fmla="*/ 1208408 h 1409294"/>
                  <a:gd name="connsiteX172" fmla="*/ 1308093 w 5428718"/>
                  <a:gd name="connsiteY172" fmla="*/ 1202804 h 1409294"/>
                  <a:gd name="connsiteX173" fmla="*/ 1310786 w 5428718"/>
                  <a:gd name="connsiteY173" fmla="*/ 1192350 h 1409294"/>
                  <a:gd name="connsiteX174" fmla="*/ 1307663 w 5428718"/>
                  <a:gd name="connsiteY174" fmla="*/ 1186422 h 1409294"/>
                  <a:gd name="connsiteX175" fmla="*/ 1300872 w 5428718"/>
                  <a:gd name="connsiteY175" fmla="*/ 1182112 h 1409294"/>
                  <a:gd name="connsiteX176" fmla="*/ 1283628 w 5428718"/>
                  <a:gd name="connsiteY176" fmla="*/ 1176830 h 1409294"/>
                  <a:gd name="connsiteX177" fmla="*/ 1265092 w 5428718"/>
                  <a:gd name="connsiteY177" fmla="*/ 1169826 h 1409294"/>
                  <a:gd name="connsiteX178" fmla="*/ 1254205 w 5428718"/>
                  <a:gd name="connsiteY178" fmla="*/ 1160233 h 1409294"/>
                  <a:gd name="connsiteX179" fmla="*/ 1248169 w 5428718"/>
                  <a:gd name="connsiteY179" fmla="*/ 1145899 h 1409294"/>
                  <a:gd name="connsiteX180" fmla="*/ 1254420 w 5428718"/>
                  <a:gd name="connsiteY180" fmla="*/ 1118631 h 1409294"/>
                  <a:gd name="connsiteX181" fmla="*/ 1282872 w 5428718"/>
                  <a:gd name="connsiteY181" fmla="*/ 1103867 h 1409294"/>
                  <a:gd name="connsiteX182" fmla="*/ 1301302 w 5428718"/>
                  <a:gd name="connsiteY182" fmla="*/ 1102789 h 1409294"/>
                  <a:gd name="connsiteX183" fmla="*/ 1320380 w 5428718"/>
                  <a:gd name="connsiteY183" fmla="*/ 1105806 h 1409294"/>
                  <a:gd name="connsiteX184" fmla="*/ 1413048 w 5428718"/>
                  <a:gd name="connsiteY184" fmla="*/ 1088264 h 1409294"/>
                  <a:gd name="connsiteX185" fmla="*/ 1408523 w 5428718"/>
                  <a:gd name="connsiteY185" fmla="*/ 1109712 h 1409294"/>
                  <a:gd name="connsiteX186" fmla="*/ 1391493 w 5428718"/>
                  <a:gd name="connsiteY186" fmla="*/ 1107233 h 1409294"/>
                  <a:gd name="connsiteX187" fmla="*/ 1378775 w 5428718"/>
                  <a:gd name="connsiteY187" fmla="*/ 1107988 h 1409294"/>
                  <a:gd name="connsiteX188" fmla="*/ 1368213 w 5428718"/>
                  <a:gd name="connsiteY188" fmla="*/ 1113484 h 1409294"/>
                  <a:gd name="connsiteX189" fmla="*/ 1366057 w 5428718"/>
                  <a:gd name="connsiteY189" fmla="*/ 1123076 h 1409294"/>
                  <a:gd name="connsiteX190" fmla="*/ 1368752 w 5428718"/>
                  <a:gd name="connsiteY190" fmla="*/ 1128680 h 1409294"/>
                  <a:gd name="connsiteX191" fmla="*/ 1374681 w 5428718"/>
                  <a:gd name="connsiteY191" fmla="*/ 1132669 h 1409294"/>
                  <a:gd name="connsiteX192" fmla="*/ 1392572 w 5428718"/>
                  <a:gd name="connsiteY192" fmla="*/ 1138058 h 1409294"/>
                  <a:gd name="connsiteX193" fmla="*/ 1418868 w 5428718"/>
                  <a:gd name="connsiteY193" fmla="*/ 1149912 h 1409294"/>
                  <a:gd name="connsiteX194" fmla="*/ 1428892 w 5428718"/>
                  <a:gd name="connsiteY194" fmla="*/ 1168665 h 1409294"/>
                  <a:gd name="connsiteX195" fmla="*/ 1429001 w 5428718"/>
                  <a:gd name="connsiteY195" fmla="*/ 1168881 h 1409294"/>
                  <a:gd name="connsiteX196" fmla="*/ 1422103 w 5428718"/>
                  <a:gd name="connsiteY196" fmla="*/ 1196903 h 1409294"/>
                  <a:gd name="connsiteX197" fmla="*/ 1391063 w 5428718"/>
                  <a:gd name="connsiteY197" fmla="*/ 1212531 h 1409294"/>
                  <a:gd name="connsiteX198" fmla="*/ 1355389 w 5428718"/>
                  <a:gd name="connsiteY198" fmla="*/ 1211669 h 1409294"/>
                  <a:gd name="connsiteX199" fmla="*/ 1350861 w 5428718"/>
                  <a:gd name="connsiteY199" fmla="*/ 1187851 h 1409294"/>
                  <a:gd name="connsiteX200" fmla="*/ 1373064 w 5428718"/>
                  <a:gd name="connsiteY200" fmla="*/ 1191622 h 1409294"/>
                  <a:gd name="connsiteX201" fmla="*/ 1389015 w 5428718"/>
                  <a:gd name="connsiteY201" fmla="*/ 1190868 h 1409294"/>
                  <a:gd name="connsiteX202" fmla="*/ 1401302 w 5428718"/>
                  <a:gd name="connsiteY202" fmla="*/ 1185156 h 1409294"/>
                  <a:gd name="connsiteX203" fmla="*/ 1403995 w 5428718"/>
                  <a:gd name="connsiteY203" fmla="*/ 1174702 h 1409294"/>
                  <a:gd name="connsiteX204" fmla="*/ 1400870 w 5428718"/>
                  <a:gd name="connsiteY204" fmla="*/ 1168774 h 1409294"/>
                  <a:gd name="connsiteX205" fmla="*/ 1393971 w 5428718"/>
                  <a:gd name="connsiteY205" fmla="*/ 1164570 h 1409294"/>
                  <a:gd name="connsiteX206" fmla="*/ 1376729 w 5428718"/>
                  <a:gd name="connsiteY206" fmla="*/ 1159290 h 1409294"/>
                  <a:gd name="connsiteX207" fmla="*/ 1358190 w 5428718"/>
                  <a:gd name="connsiteY207" fmla="*/ 1152392 h 1409294"/>
                  <a:gd name="connsiteX208" fmla="*/ 1347197 w 5428718"/>
                  <a:gd name="connsiteY208" fmla="*/ 1142908 h 1409294"/>
                  <a:gd name="connsiteX209" fmla="*/ 1341054 w 5428718"/>
                  <a:gd name="connsiteY209" fmla="*/ 1128680 h 1409294"/>
                  <a:gd name="connsiteX210" fmla="*/ 1347198 w 5428718"/>
                  <a:gd name="connsiteY210" fmla="*/ 1101413 h 1409294"/>
                  <a:gd name="connsiteX211" fmla="*/ 1375542 w 5428718"/>
                  <a:gd name="connsiteY211" fmla="*/ 1086539 h 1409294"/>
                  <a:gd name="connsiteX212" fmla="*/ 1393972 w 5428718"/>
                  <a:gd name="connsiteY212" fmla="*/ 1085354 h 1409294"/>
                  <a:gd name="connsiteX213" fmla="*/ 1413048 w 5428718"/>
                  <a:gd name="connsiteY213" fmla="*/ 1088264 h 1409294"/>
                  <a:gd name="connsiteX214" fmla="*/ 1932711 w 5428718"/>
                  <a:gd name="connsiteY214" fmla="*/ 1004956 h 1409294"/>
                  <a:gd name="connsiteX215" fmla="*/ 1937562 w 5428718"/>
                  <a:gd name="connsiteY215" fmla="*/ 1025957 h 1409294"/>
                  <a:gd name="connsiteX216" fmla="*/ 1820791 w 5428718"/>
                  <a:gd name="connsiteY216" fmla="*/ 1052938 h 1409294"/>
                  <a:gd name="connsiteX217" fmla="*/ 1815939 w 5428718"/>
                  <a:gd name="connsiteY217" fmla="*/ 1031936 h 1409294"/>
                  <a:gd name="connsiteX218" fmla="*/ 2307258 w 5428718"/>
                  <a:gd name="connsiteY218" fmla="*/ 869261 h 1409294"/>
                  <a:gd name="connsiteX219" fmla="*/ 2303487 w 5428718"/>
                  <a:gd name="connsiteY219" fmla="*/ 891786 h 1409294"/>
                  <a:gd name="connsiteX220" fmla="*/ 2288723 w 5428718"/>
                  <a:gd name="connsiteY220" fmla="*/ 889093 h 1409294"/>
                  <a:gd name="connsiteX221" fmla="*/ 2274818 w 5428718"/>
                  <a:gd name="connsiteY221" fmla="*/ 889632 h 1409294"/>
                  <a:gd name="connsiteX222" fmla="*/ 2274925 w 5428718"/>
                  <a:gd name="connsiteY222" fmla="*/ 889415 h 1409294"/>
                  <a:gd name="connsiteX223" fmla="*/ 2254988 w 5428718"/>
                  <a:gd name="connsiteY223" fmla="*/ 905044 h 1409294"/>
                  <a:gd name="connsiteX224" fmla="*/ 2253587 w 5428718"/>
                  <a:gd name="connsiteY224" fmla="*/ 936945 h 1409294"/>
                  <a:gd name="connsiteX225" fmla="*/ 2292494 w 5428718"/>
                  <a:gd name="connsiteY225" fmla="*/ 970680 h 1409294"/>
                  <a:gd name="connsiteX226" fmla="*/ 2321809 w 5428718"/>
                  <a:gd name="connsiteY226" fmla="*/ 957746 h 1409294"/>
                  <a:gd name="connsiteX227" fmla="*/ 2326444 w 5428718"/>
                  <a:gd name="connsiteY227" fmla="*/ 979195 h 1409294"/>
                  <a:gd name="connsiteX228" fmla="*/ 2294650 w 5428718"/>
                  <a:gd name="connsiteY228" fmla="*/ 992561 h 1409294"/>
                  <a:gd name="connsiteX229" fmla="*/ 2251000 w 5428718"/>
                  <a:gd name="connsiteY229" fmla="*/ 985338 h 1409294"/>
                  <a:gd name="connsiteX230" fmla="*/ 2227181 w 5428718"/>
                  <a:gd name="connsiteY230" fmla="*/ 942658 h 1409294"/>
                  <a:gd name="connsiteX231" fmla="*/ 2226858 w 5428718"/>
                  <a:gd name="connsiteY231" fmla="*/ 908277 h 1409294"/>
                  <a:gd name="connsiteX232" fmla="*/ 2241838 w 5428718"/>
                  <a:gd name="connsiteY232" fmla="*/ 882410 h 1409294"/>
                  <a:gd name="connsiteX233" fmla="*/ 2270184 w 5428718"/>
                  <a:gd name="connsiteY233" fmla="*/ 868400 h 1409294"/>
                  <a:gd name="connsiteX234" fmla="*/ 2307258 w 5428718"/>
                  <a:gd name="connsiteY234" fmla="*/ 869261 h 1409294"/>
                  <a:gd name="connsiteX235" fmla="*/ 2383354 w 5428718"/>
                  <a:gd name="connsiteY235" fmla="*/ 870986 h 1409294"/>
                  <a:gd name="connsiteX236" fmla="*/ 2364385 w 5428718"/>
                  <a:gd name="connsiteY236" fmla="*/ 871418 h 1409294"/>
                  <a:gd name="connsiteX237" fmla="*/ 2356625 w 5428718"/>
                  <a:gd name="connsiteY237" fmla="*/ 873142 h 1409294"/>
                  <a:gd name="connsiteX238" fmla="*/ 2363738 w 5428718"/>
                  <a:gd name="connsiteY238" fmla="*/ 905584 h 1409294"/>
                  <a:gd name="connsiteX239" fmla="*/ 2371929 w 5428718"/>
                  <a:gd name="connsiteY239" fmla="*/ 903752 h 1409294"/>
                  <a:gd name="connsiteX240" fmla="*/ 2388850 w 5428718"/>
                  <a:gd name="connsiteY240" fmla="*/ 895776 h 1409294"/>
                  <a:gd name="connsiteX241" fmla="*/ 2391868 w 5428718"/>
                  <a:gd name="connsiteY241" fmla="*/ 881873 h 1409294"/>
                  <a:gd name="connsiteX242" fmla="*/ 2383354 w 5428718"/>
                  <a:gd name="connsiteY242" fmla="*/ 870986 h 1409294"/>
                  <a:gd name="connsiteX243" fmla="*/ 2399738 w 5428718"/>
                  <a:gd name="connsiteY243" fmla="*/ 851048 h 1409294"/>
                  <a:gd name="connsiteX244" fmla="*/ 2417413 w 5428718"/>
                  <a:gd name="connsiteY244" fmla="*/ 875514 h 1409294"/>
                  <a:gd name="connsiteX245" fmla="*/ 2415686 w 5428718"/>
                  <a:gd name="connsiteY245" fmla="*/ 895668 h 1409294"/>
                  <a:gd name="connsiteX246" fmla="*/ 2402000 w 5428718"/>
                  <a:gd name="connsiteY246" fmla="*/ 912266 h 1409294"/>
                  <a:gd name="connsiteX247" fmla="*/ 2448884 w 5428718"/>
                  <a:gd name="connsiteY247" fmla="*/ 956887 h 1409294"/>
                  <a:gd name="connsiteX248" fmla="*/ 2420646 w 5428718"/>
                  <a:gd name="connsiteY248" fmla="*/ 963136 h 1409294"/>
                  <a:gd name="connsiteX249" fmla="*/ 2381844 w 5428718"/>
                  <a:gd name="connsiteY249" fmla="*/ 923366 h 1409294"/>
                  <a:gd name="connsiteX250" fmla="*/ 2368287 w 5428718"/>
                  <a:gd name="connsiteY250" fmla="*/ 926378 h 1409294"/>
                  <a:gd name="connsiteX251" fmla="*/ 2368266 w 5428718"/>
                  <a:gd name="connsiteY251" fmla="*/ 926277 h 1409294"/>
                  <a:gd name="connsiteX252" fmla="*/ 2368266 w 5428718"/>
                  <a:gd name="connsiteY252" fmla="*/ 926383 h 1409294"/>
                  <a:gd name="connsiteX253" fmla="*/ 2368287 w 5428718"/>
                  <a:gd name="connsiteY253" fmla="*/ 926378 h 1409294"/>
                  <a:gd name="connsiteX254" fmla="*/ 2378396 w 5428718"/>
                  <a:gd name="connsiteY254" fmla="*/ 972405 h 1409294"/>
                  <a:gd name="connsiteX255" fmla="*/ 2352852 w 5428718"/>
                  <a:gd name="connsiteY255" fmla="*/ 978009 h 1409294"/>
                  <a:gd name="connsiteX256" fmla="*/ 2326447 w 5428718"/>
                  <a:gd name="connsiteY256" fmla="*/ 857838 h 1409294"/>
                  <a:gd name="connsiteX257" fmla="*/ 2361477 w 5428718"/>
                  <a:gd name="connsiteY257" fmla="*/ 850078 h 1409294"/>
                  <a:gd name="connsiteX258" fmla="*/ 2399738 w 5428718"/>
                  <a:gd name="connsiteY258" fmla="*/ 851048 h 1409294"/>
                  <a:gd name="connsiteX259" fmla="*/ 2462679 w 5428718"/>
                  <a:gd name="connsiteY259" fmla="*/ 827665 h 1409294"/>
                  <a:gd name="connsiteX260" fmla="*/ 2489408 w 5428718"/>
                  <a:gd name="connsiteY260" fmla="*/ 947837 h 1409294"/>
                  <a:gd name="connsiteX261" fmla="*/ 2463972 w 5428718"/>
                  <a:gd name="connsiteY261" fmla="*/ 953548 h 1409294"/>
                  <a:gd name="connsiteX262" fmla="*/ 2437245 w 5428718"/>
                  <a:gd name="connsiteY262" fmla="*/ 833378 h 1409294"/>
                  <a:gd name="connsiteX263" fmla="*/ 2621112 w 5428718"/>
                  <a:gd name="connsiteY263" fmla="*/ 792094 h 1409294"/>
                  <a:gd name="connsiteX264" fmla="*/ 2648272 w 5428718"/>
                  <a:gd name="connsiteY264" fmla="*/ 912158 h 1409294"/>
                  <a:gd name="connsiteX265" fmla="*/ 2624560 w 5428718"/>
                  <a:gd name="connsiteY265" fmla="*/ 917546 h 1409294"/>
                  <a:gd name="connsiteX266" fmla="*/ 2611735 w 5428718"/>
                  <a:gd name="connsiteY266" fmla="*/ 860747 h 1409294"/>
                  <a:gd name="connsiteX267" fmla="*/ 2609794 w 5428718"/>
                  <a:gd name="connsiteY267" fmla="*/ 851480 h 1409294"/>
                  <a:gd name="connsiteX268" fmla="*/ 2604622 w 5428718"/>
                  <a:gd name="connsiteY268" fmla="*/ 823349 h 1409294"/>
                  <a:gd name="connsiteX269" fmla="*/ 2603868 w 5428718"/>
                  <a:gd name="connsiteY269" fmla="*/ 823564 h 1409294"/>
                  <a:gd name="connsiteX270" fmla="*/ 2594167 w 5428718"/>
                  <a:gd name="connsiteY270" fmla="*/ 924552 h 1409294"/>
                  <a:gd name="connsiteX271" fmla="*/ 2570887 w 5428718"/>
                  <a:gd name="connsiteY271" fmla="*/ 929833 h 1409294"/>
                  <a:gd name="connsiteX272" fmla="*/ 2570672 w 5428718"/>
                  <a:gd name="connsiteY272" fmla="*/ 929617 h 1409294"/>
                  <a:gd name="connsiteX273" fmla="*/ 2520449 w 5428718"/>
                  <a:gd name="connsiteY273" fmla="*/ 841995 h 1409294"/>
                  <a:gd name="connsiteX274" fmla="*/ 2519693 w 5428718"/>
                  <a:gd name="connsiteY274" fmla="*/ 842210 h 1409294"/>
                  <a:gd name="connsiteX275" fmla="*/ 2529932 w 5428718"/>
                  <a:gd name="connsiteY275" fmla="*/ 880255 h 1409294"/>
                  <a:gd name="connsiteX276" fmla="*/ 2542542 w 5428718"/>
                  <a:gd name="connsiteY276" fmla="*/ 936084 h 1409294"/>
                  <a:gd name="connsiteX277" fmla="*/ 2519800 w 5428718"/>
                  <a:gd name="connsiteY277" fmla="*/ 941258 h 1409294"/>
                  <a:gd name="connsiteX278" fmla="*/ 2492640 w 5428718"/>
                  <a:gd name="connsiteY278" fmla="*/ 821194 h 1409294"/>
                  <a:gd name="connsiteX279" fmla="*/ 2527345 w 5428718"/>
                  <a:gd name="connsiteY279" fmla="*/ 813325 h 1409294"/>
                  <a:gd name="connsiteX280" fmla="*/ 2576493 w 5428718"/>
                  <a:gd name="connsiteY280" fmla="*/ 898686 h 1409294"/>
                  <a:gd name="connsiteX281" fmla="*/ 2577031 w 5428718"/>
                  <a:gd name="connsiteY281" fmla="*/ 898686 h 1409294"/>
                  <a:gd name="connsiteX282" fmla="*/ 2586406 w 5428718"/>
                  <a:gd name="connsiteY282" fmla="*/ 799961 h 1409294"/>
                  <a:gd name="connsiteX283" fmla="*/ 2719727 w 5428718"/>
                  <a:gd name="connsiteY283" fmla="*/ 769357 h 1409294"/>
                  <a:gd name="connsiteX284" fmla="*/ 2724468 w 5428718"/>
                  <a:gd name="connsiteY284" fmla="*/ 790159 h 1409294"/>
                  <a:gd name="connsiteX285" fmla="*/ 2680818 w 5428718"/>
                  <a:gd name="connsiteY285" fmla="*/ 800182 h 1409294"/>
                  <a:gd name="connsiteX286" fmla="*/ 2686855 w 5428718"/>
                  <a:gd name="connsiteY286" fmla="*/ 826478 h 1409294"/>
                  <a:gd name="connsiteX287" fmla="*/ 2727487 w 5428718"/>
                  <a:gd name="connsiteY287" fmla="*/ 817103 h 1409294"/>
                  <a:gd name="connsiteX288" fmla="*/ 2732229 w 5428718"/>
                  <a:gd name="connsiteY288" fmla="*/ 837904 h 1409294"/>
                  <a:gd name="connsiteX289" fmla="*/ 2691597 w 5428718"/>
                  <a:gd name="connsiteY289" fmla="*/ 847279 h 1409294"/>
                  <a:gd name="connsiteX290" fmla="*/ 2698712 w 5428718"/>
                  <a:gd name="connsiteY290" fmla="*/ 878212 h 1409294"/>
                  <a:gd name="connsiteX291" fmla="*/ 2742358 w 5428718"/>
                  <a:gd name="connsiteY291" fmla="*/ 868189 h 1409294"/>
                  <a:gd name="connsiteX292" fmla="*/ 2747210 w 5428718"/>
                  <a:gd name="connsiteY292" fmla="*/ 889205 h 1409294"/>
                  <a:gd name="connsiteX293" fmla="*/ 2747317 w 5428718"/>
                  <a:gd name="connsiteY293" fmla="*/ 889312 h 1409294"/>
                  <a:gd name="connsiteX294" fmla="*/ 2678232 w 5428718"/>
                  <a:gd name="connsiteY294" fmla="*/ 905157 h 1409294"/>
                  <a:gd name="connsiteX295" fmla="*/ 2650642 w 5428718"/>
                  <a:gd name="connsiteY295" fmla="*/ 785200 h 1409294"/>
                  <a:gd name="connsiteX296" fmla="*/ 2859628 w 5428718"/>
                  <a:gd name="connsiteY296" fmla="*/ 743814 h 1409294"/>
                  <a:gd name="connsiteX297" fmla="*/ 2856071 w 5428718"/>
                  <a:gd name="connsiteY297" fmla="*/ 765477 h 1409294"/>
                  <a:gd name="connsiteX298" fmla="*/ 2838934 w 5428718"/>
                  <a:gd name="connsiteY298" fmla="*/ 763752 h 1409294"/>
                  <a:gd name="connsiteX299" fmla="*/ 2826216 w 5428718"/>
                  <a:gd name="connsiteY299" fmla="*/ 765046 h 1409294"/>
                  <a:gd name="connsiteX300" fmla="*/ 2815978 w 5428718"/>
                  <a:gd name="connsiteY300" fmla="*/ 770974 h 1409294"/>
                  <a:gd name="connsiteX301" fmla="*/ 2814145 w 5428718"/>
                  <a:gd name="connsiteY301" fmla="*/ 780673 h 1409294"/>
                  <a:gd name="connsiteX302" fmla="*/ 2817056 w 5428718"/>
                  <a:gd name="connsiteY302" fmla="*/ 786170 h 1409294"/>
                  <a:gd name="connsiteX303" fmla="*/ 2823199 w 5428718"/>
                  <a:gd name="connsiteY303" fmla="*/ 789833 h 1409294"/>
                  <a:gd name="connsiteX304" fmla="*/ 2841305 w 5428718"/>
                  <a:gd name="connsiteY304" fmla="*/ 794468 h 1409294"/>
                  <a:gd name="connsiteX305" fmla="*/ 2868143 w 5428718"/>
                  <a:gd name="connsiteY305" fmla="*/ 805139 h 1409294"/>
                  <a:gd name="connsiteX306" fmla="*/ 2879027 w 5428718"/>
                  <a:gd name="connsiteY306" fmla="*/ 823460 h 1409294"/>
                  <a:gd name="connsiteX307" fmla="*/ 2878812 w 5428718"/>
                  <a:gd name="connsiteY307" fmla="*/ 823568 h 1409294"/>
                  <a:gd name="connsiteX308" fmla="*/ 2873099 w 5428718"/>
                  <a:gd name="connsiteY308" fmla="*/ 851912 h 1409294"/>
                  <a:gd name="connsiteX309" fmla="*/ 2842814 w 5428718"/>
                  <a:gd name="connsiteY309" fmla="*/ 868834 h 1409294"/>
                  <a:gd name="connsiteX310" fmla="*/ 2807140 w 5428718"/>
                  <a:gd name="connsiteY310" fmla="*/ 869590 h 1409294"/>
                  <a:gd name="connsiteX311" fmla="*/ 2801643 w 5428718"/>
                  <a:gd name="connsiteY311" fmla="*/ 845986 h 1409294"/>
                  <a:gd name="connsiteX312" fmla="*/ 2823953 w 5428718"/>
                  <a:gd name="connsiteY312" fmla="*/ 848788 h 1409294"/>
                  <a:gd name="connsiteX313" fmla="*/ 2839796 w 5428718"/>
                  <a:gd name="connsiteY313" fmla="*/ 847386 h 1409294"/>
                  <a:gd name="connsiteX314" fmla="*/ 2851868 w 5428718"/>
                  <a:gd name="connsiteY314" fmla="*/ 841135 h 1409294"/>
                  <a:gd name="connsiteX315" fmla="*/ 2854131 w 5428718"/>
                  <a:gd name="connsiteY315" fmla="*/ 830574 h 1409294"/>
                  <a:gd name="connsiteX316" fmla="*/ 2850682 w 5428718"/>
                  <a:gd name="connsiteY316" fmla="*/ 824753 h 1409294"/>
                  <a:gd name="connsiteX317" fmla="*/ 2843677 w 5428718"/>
                  <a:gd name="connsiteY317" fmla="*/ 820873 h 1409294"/>
                  <a:gd name="connsiteX318" fmla="*/ 2826217 w 5428718"/>
                  <a:gd name="connsiteY318" fmla="*/ 816347 h 1409294"/>
                  <a:gd name="connsiteX319" fmla="*/ 2807463 w 5428718"/>
                  <a:gd name="connsiteY319" fmla="*/ 810312 h 1409294"/>
                  <a:gd name="connsiteX320" fmla="*/ 2796146 w 5428718"/>
                  <a:gd name="connsiteY320" fmla="*/ 801259 h 1409294"/>
                  <a:gd name="connsiteX321" fmla="*/ 2789463 w 5428718"/>
                  <a:gd name="connsiteY321" fmla="*/ 787247 h 1409294"/>
                  <a:gd name="connsiteX322" fmla="*/ 2794423 w 5428718"/>
                  <a:gd name="connsiteY322" fmla="*/ 759765 h 1409294"/>
                  <a:gd name="connsiteX323" fmla="*/ 2822121 w 5428718"/>
                  <a:gd name="connsiteY323" fmla="*/ 743706 h 1409294"/>
                  <a:gd name="connsiteX324" fmla="*/ 2840443 w 5428718"/>
                  <a:gd name="connsiteY324" fmla="*/ 741767 h 1409294"/>
                  <a:gd name="connsiteX325" fmla="*/ 2859628 w 5428718"/>
                  <a:gd name="connsiteY325" fmla="*/ 743814 h 1409294"/>
                  <a:gd name="connsiteX326" fmla="*/ 2967397 w 5428718"/>
                  <a:gd name="connsiteY326" fmla="*/ 718265 h 1409294"/>
                  <a:gd name="connsiteX327" fmla="*/ 2964057 w 5428718"/>
                  <a:gd name="connsiteY327" fmla="*/ 740900 h 1409294"/>
                  <a:gd name="connsiteX328" fmla="*/ 2949182 w 5428718"/>
                  <a:gd name="connsiteY328" fmla="*/ 738528 h 1409294"/>
                  <a:gd name="connsiteX329" fmla="*/ 2935279 w 5428718"/>
                  <a:gd name="connsiteY329" fmla="*/ 739282 h 1409294"/>
                  <a:gd name="connsiteX330" fmla="*/ 2915663 w 5428718"/>
                  <a:gd name="connsiteY330" fmla="*/ 755342 h 1409294"/>
                  <a:gd name="connsiteX331" fmla="*/ 2914910 w 5428718"/>
                  <a:gd name="connsiteY331" fmla="*/ 787243 h 1409294"/>
                  <a:gd name="connsiteX332" fmla="*/ 2954463 w 5428718"/>
                  <a:gd name="connsiteY332" fmla="*/ 820115 h 1409294"/>
                  <a:gd name="connsiteX333" fmla="*/ 2983564 w 5428718"/>
                  <a:gd name="connsiteY333" fmla="*/ 806536 h 1409294"/>
                  <a:gd name="connsiteX334" fmla="*/ 2988629 w 5428718"/>
                  <a:gd name="connsiteY334" fmla="*/ 827875 h 1409294"/>
                  <a:gd name="connsiteX335" fmla="*/ 2957158 w 5428718"/>
                  <a:gd name="connsiteY335" fmla="*/ 841886 h 1409294"/>
                  <a:gd name="connsiteX336" fmla="*/ 2913401 w 5428718"/>
                  <a:gd name="connsiteY336" fmla="*/ 835527 h 1409294"/>
                  <a:gd name="connsiteX337" fmla="*/ 2888720 w 5428718"/>
                  <a:gd name="connsiteY337" fmla="*/ 793279 h 1409294"/>
                  <a:gd name="connsiteX338" fmla="*/ 2887750 w 5428718"/>
                  <a:gd name="connsiteY338" fmla="*/ 758898 h 1409294"/>
                  <a:gd name="connsiteX339" fmla="*/ 2902192 w 5428718"/>
                  <a:gd name="connsiteY339" fmla="*/ 732708 h 1409294"/>
                  <a:gd name="connsiteX340" fmla="*/ 2930321 w 5428718"/>
                  <a:gd name="connsiteY340" fmla="*/ 718158 h 1409294"/>
                  <a:gd name="connsiteX341" fmla="*/ 2967397 w 5428718"/>
                  <a:gd name="connsiteY341" fmla="*/ 718265 h 1409294"/>
                  <a:gd name="connsiteX342" fmla="*/ 3055126 w 5428718"/>
                  <a:gd name="connsiteY342" fmla="*/ 690135 h 1409294"/>
                  <a:gd name="connsiteX343" fmla="*/ 3060084 w 5428718"/>
                  <a:gd name="connsiteY343" fmla="*/ 710936 h 1409294"/>
                  <a:gd name="connsiteX344" fmla="*/ 3016541 w 5428718"/>
                  <a:gd name="connsiteY344" fmla="*/ 721390 h 1409294"/>
                  <a:gd name="connsiteX345" fmla="*/ 3022903 w 5428718"/>
                  <a:gd name="connsiteY345" fmla="*/ 747689 h 1409294"/>
                  <a:gd name="connsiteX346" fmla="*/ 3063425 w 5428718"/>
                  <a:gd name="connsiteY346" fmla="*/ 737880 h 1409294"/>
                  <a:gd name="connsiteX347" fmla="*/ 3068382 w 5428718"/>
                  <a:gd name="connsiteY347" fmla="*/ 758681 h 1409294"/>
                  <a:gd name="connsiteX348" fmla="*/ 3027858 w 5428718"/>
                  <a:gd name="connsiteY348" fmla="*/ 768490 h 1409294"/>
                  <a:gd name="connsiteX349" fmla="*/ 3035296 w 5428718"/>
                  <a:gd name="connsiteY349" fmla="*/ 799313 h 1409294"/>
                  <a:gd name="connsiteX350" fmla="*/ 3078837 w 5428718"/>
                  <a:gd name="connsiteY350" fmla="*/ 788858 h 1409294"/>
                  <a:gd name="connsiteX351" fmla="*/ 3083902 w 5428718"/>
                  <a:gd name="connsiteY351" fmla="*/ 809769 h 1409294"/>
                  <a:gd name="connsiteX352" fmla="*/ 3014927 w 5428718"/>
                  <a:gd name="connsiteY352" fmla="*/ 826365 h 1409294"/>
                  <a:gd name="connsiteX353" fmla="*/ 2986150 w 5428718"/>
                  <a:gd name="connsiteY353" fmla="*/ 706733 h 1409294"/>
                  <a:gd name="connsiteX354" fmla="*/ 3313909 w 5428718"/>
                  <a:gd name="connsiteY354" fmla="*/ 753183 h 1409294"/>
                  <a:gd name="connsiteX355" fmla="*/ 3313802 w 5428718"/>
                  <a:gd name="connsiteY355" fmla="*/ 753290 h 1409294"/>
                  <a:gd name="connsiteX356" fmla="*/ 3313783 w 5428718"/>
                  <a:gd name="connsiteY356" fmla="*/ 753214 h 1409294"/>
                  <a:gd name="connsiteX357" fmla="*/ 3186079 w 5428718"/>
                  <a:gd name="connsiteY357" fmla="*/ 658237 h 1409294"/>
                  <a:gd name="connsiteX358" fmla="*/ 3215288 w 5428718"/>
                  <a:gd name="connsiteY358" fmla="*/ 777761 h 1409294"/>
                  <a:gd name="connsiteX359" fmla="*/ 3215181 w 5428718"/>
                  <a:gd name="connsiteY359" fmla="*/ 777761 h 1409294"/>
                  <a:gd name="connsiteX360" fmla="*/ 3182953 w 5428718"/>
                  <a:gd name="connsiteY360" fmla="*/ 785630 h 1409294"/>
                  <a:gd name="connsiteX361" fmla="*/ 3108803 w 5428718"/>
                  <a:gd name="connsiteY361" fmla="*/ 707922 h 1409294"/>
                  <a:gd name="connsiteX362" fmla="*/ 3108049 w 5428718"/>
                  <a:gd name="connsiteY362" fmla="*/ 708138 h 1409294"/>
                  <a:gd name="connsiteX363" fmla="*/ 3117966 w 5428718"/>
                  <a:gd name="connsiteY363" fmla="*/ 741980 h 1409294"/>
                  <a:gd name="connsiteX364" fmla="*/ 3131760 w 5428718"/>
                  <a:gd name="connsiteY364" fmla="*/ 798239 h 1409294"/>
                  <a:gd name="connsiteX365" fmla="*/ 3109126 w 5428718"/>
                  <a:gd name="connsiteY365" fmla="*/ 803737 h 1409294"/>
                  <a:gd name="connsiteX366" fmla="*/ 3079919 w 5428718"/>
                  <a:gd name="connsiteY366" fmla="*/ 684211 h 1409294"/>
                  <a:gd name="connsiteX367" fmla="*/ 3111928 w 5428718"/>
                  <a:gd name="connsiteY367" fmla="*/ 676342 h 1409294"/>
                  <a:gd name="connsiteX368" fmla="*/ 3185758 w 5428718"/>
                  <a:gd name="connsiteY368" fmla="*/ 753188 h 1409294"/>
                  <a:gd name="connsiteX369" fmla="*/ 3186295 w 5428718"/>
                  <a:gd name="connsiteY369" fmla="*/ 753188 h 1409294"/>
                  <a:gd name="connsiteX370" fmla="*/ 3177029 w 5428718"/>
                  <a:gd name="connsiteY370" fmla="*/ 720425 h 1409294"/>
                  <a:gd name="connsiteX371" fmla="*/ 3163232 w 5428718"/>
                  <a:gd name="connsiteY371" fmla="*/ 663841 h 1409294"/>
                  <a:gd name="connsiteX372" fmla="*/ 3284162 w 5428718"/>
                  <a:gd name="connsiteY372" fmla="*/ 633764 h 1409294"/>
                  <a:gd name="connsiteX373" fmla="*/ 3289336 w 5428718"/>
                  <a:gd name="connsiteY373" fmla="*/ 654565 h 1409294"/>
                  <a:gd name="connsiteX374" fmla="*/ 3245901 w 5428718"/>
                  <a:gd name="connsiteY374" fmla="*/ 665343 h 1409294"/>
                  <a:gd name="connsiteX375" fmla="*/ 3252368 w 5428718"/>
                  <a:gd name="connsiteY375" fmla="*/ 691533 h 1409294"/>
                  <a:gd name="connsiteX376" fmla="*/ 3292784 w 5428718"/>
                  <a:gd name="connsiteY376" fmla="*/ 681510 h 1409294"/>
                  <a:gd name="connsiteX377" fmla="*/ 3297957 w 5428718"/>
                  <a:gd name="connsiteY377" fmla="*/ 702312 h 1409294"/>
                  <a:gd name="connsiteX378" fmla="*/ 3257542 w 5428718"/>
                  <a:gd name="connsiteY378" fmla="*/ 712335 h 1409294"/>
                  <a:gd name="connsiteX379" fmla="*/ 3265194 w 5428718"/>
                  <a:gd name="connsiteY379" fmla="*/ 743159 h 1409294"/>
                  <a:gd name="connsiteX380" fmla="*/ 3308629 w 5428718"/>
                  <a:gd name="connsiteY380" fmla="*/ 732381 h 1409294"/>
                  <a:gd name="connsiteX381" fmla="*/ 3313783 w 5428718"/>
                  <a:gd name="connsiteY381" fmla="*/ 753214 h 1409294"/>
                  <a:gd name="connsiteX382" fmla="*/ 3245148 w 5428718"/>
                  <a:gd name="connsiteY382" fmla="*/ 770319 h 1409294"/>
                  <a:gd name="connsiteX383" fmla="*/ 3215401 w 5428718"/>
                  <a:gd name="connsiteY383" fmla="*/ 650901 h 1409294"/>
                  <a:gd name="connsiteX384" fmla="*/ 3423536 w 5428718"/>
                  <a:gd name="connsiteY384" fmla="*/ 630796 h 1409294"/>
                  <a:gd name="connsiteX385" fmla="*/ 3395596 w 5428718"/>
                  <a:gd name="connsiteY385" fmla="*/ 627630 h 1409294"/>
                  <a:gd name="connsiteX386" fmla="*/ 3382123 w 5428718"/>
                  <a:gd name="connsiteY386" fmla="*/ 631078 h 1409294"/>
                  <a:gd name="connsiteX387" fmla="*/ 3401847 w 5428718"/>
                  <a:gd name="connsiteY387" fmla="*/ 708785 h 1409294"/>
                  <a:gd name="connsiteX388" fmla="*/ 3412732 w 5428718"/>
                  <a:gd name="connsiteY388" fmla="*/ 705983 h 1409294"/>
                  <a:gd name="connsiteX389" fmla="*/ 3439353 w 5428718"/>
                  <a:gd name="connsiteY389" fmla="*/ 657483 h 1409294"/>
                  <a:gd name="connsiteX390" fmla="*/ 3423536 w 5428718"/>
                  <a:gd name="connsiteY390" fmla="*/ 630796 h 1409294"/>
                  <a:gd name="connsiteX391" fmla="*/ 3416059 w 5428718"/>
                  <a:gd name="connsiteY391" fmla="*/ 604619 h 1409294"/>
                  <a:gd name="connsiteX392" fmla="*/ 3438384 w 5428718"/>
                  <a:gd name="connsiteY392" fmla="*/ 611247 h 1409294"/>
                  <a:gd name="connsiteX393" fmla="*/ 3465542 w 5428718"/>
                  <a:gd name="connsiteY393" fmla="*/ 650262 h 1409294"/>
                  <a:gd name="connsiteX394" fmla="*/ 3465435 w 5428718"/>
                  <a:gd name="connsiteY394" fmla="*/ 650155 h 1409294"/>
                  <a:gd name="connsiteX395" fmla="*/ 3460153 w 5428718"/>
                  <a:gd name="connsiteY395" fmla="*/ 699516 h 1409294"/>
                  <a:gd name="connsiteX396" fmla="*/ 3415749 w 5428718"/>
                  <a:gd name="connsiteY396" fmla="*/ 727538 h 1409294"/>
                  <a:gd name="connsiteX397" fmla="*/ 3382016 w 5428718"/>
                  <a:gd name="connsiteY397" fmla="*/ 736161 h 1409294"/>
                  <a:gd name="connsiteX398" fmla="*/ 3351622 w 5428718"/>
                  <a:gd name="connsiteY398" fmla="*/ 616852 h 1409294"/>
                  <a:gd name="connsiteX399" fmla="*/ 3389129 w 5428718"/>
                  <a:gd name="connsiteY399" fmla="*/ 607367 h 1409294"/>
                  <a:gd name="connsiteX400" fmla="*/ 3416059 w 5428718"/>
                  <a:gd name="connsiteY400" fmla="*/ 604619 h 1409294"/>
                  <a:gd name="connsiteX401" fmla="*/ 3556163 w 5428718"/>
                  <a:gd name="connsiteY401" fmla="*/ 595321 h 1409294"/>
                  <a:gd name="connsiteX402" fmla="*/ 3530956 w 5428718"/>
                  <a:gd name="connsiteY402" fmla="*/ 591197 h 1409294"/>
                  <a:gd name="connsiteX403" fmla="*/ 3510909 w 5428718"/>
                  <a:gd name="connsiteY403" fmla="*/ 607257 h 1409294"/>
                  <a:gd name="connsiteX404" fmla="*/ 3511126 w 5428718"/>
                  <a:gd name="connsiteY404" fmla="*/ 639375 h 1409294"/>
                  <a:gd name="connsiteX405" fmla="*/ 3526537 w 5428718"/>
                  <a:gd name="connsiteY405" fmla="*/ 667396 h 1409294"/>
                  <a:gd name="connsiteX406" fmla="*/ 3551865 w 5428718"/>
                  <a:gd name="connsiteY406" fmla="*/ 671599 h 1409294"/>
                  <a:gd name="connsiteX407" fmla="*/ 3571589 w 5428718"/>
                  <a:gd name="connsiteY407" fmla="*/ 623531 h 1409294"/>
                  <a:gd name="connsiteX408" fmla="*/ 3556163 w 5428718"/>
                  <a:gd name="connsiteY408" fmla="*/ 595321 h 1409294"/>
                  <a:gd name="connsiteX409" fmla="*/ 3550600 w 5428718"/>
                  <a:gd name="connsiteY409" fmla="*/ 567689 h 1409294"/>
                  <a:gd name="connsiteX410" fmla="*/ 3571480 w 5428718"/>
                  <a:gd name="connsiteY410" fmla="*/ 574924 h 1409294"/>
                  <a:gd name="connsiteX411" fmla="*/ 3597886 w 5428718"/>
                  <a:gd name="connsiteY411" fmla="*/ 616526 h 1409294"/>
                  <a:gd name="connsiteX412" fmla="*/ 3597994 w 5428718"/>
                  <a:gd name="connsiteY412" fmla="*/ 616633 h 1409294"/>
                  <a:gd name="connsiteX413" fmla="*/ 3595193 w 5428718"/>
                  <a:gd name="connsiteY413" fmla="*/ 665886 h 1409294"/>
                  <a:gd name="connsiteX414" fmla="*/ 3557361 w 5428718"/>
                  <a:gd name="connsiteY414" fmla="*/ 692724 h 1409294"/>
                  <a:gd name="connsiteX415" fmla="*/ 3511126 w 5428718"/>
                  <a:gd name="connsiteY415" fmla="*/ 687873 h 1409294"/>
                  <a:gd name="connsiteX416" fmla="*/ 3484504 w 5428718"/>
                  <a:gd name="connsiteY416" fmla="*/ 646057 h 1409294"/>
                  <a:gd name="connsiteX417" fmla="*/ 3487306 w 5428718"/>
                  <a:gd name="connsiteY417" fmla="*/ 596803 h 1409294"/>
                  <a:gd name="connsiteX418" fmla="*/ 3525352 w 5428718"/>
                  <a:gd name="connsiteY418" fmla="*/ 570074 h 1409294"/>
                  <a:gd name="connsiteX419" fmla="*/ 3550600 w 5428718"/>
                  <a:gd name="connsiteY419" fmla="*/ 567689 h 1409294"/>
                  <a:gd name="connsiteX420" fmla="*/ 3786614 w 5428718"/>
                  <a:gd name="connsiteY420" fmla="*/ 629668 h 1409294"/>
                  <a:gd name="connsiteX421" fmla="*/ 3786506 w 5428718"/>
                  <a:gd name="connsiteY421" fmla="*/ 629775 h 1409294"/>
                  <a:gd name="connsiteX422" fmla="*/ 3786486 w 5428718"/>
                  <a:gd name="connsiteY422" fmla="*/ 629703 h 1409294"/>
                  <a:gd name="connsiteX423" fmla="*/ 3754280 w 5428718"/>
                  <a:gd name="connsiteY423" fmla="*/ 511006 h 1409294"/>
                  <a:gd name="connsiteX424" fmla="*/ 3786486 w 5428718"/>
                  <a:gd name="connsiteY424" fmla="*/ 629703 h 1409294"/>
                  <a:gd name="connsiteX425" fmla="*/ 3754602 w 5428718"/>
                  <a:gd name="connsiteY425" fmla="*/ 638398 h 1409294"/>
                  <a:gd name="connsiteX426" fmla="*/ 3678512 w 5428718"/>
                  <a:gd name="connsiteY426" fmla="*/ 562522 h 1409294"/>
                  <a:gd name="connsiteX427" fmla="*/ 3677758 w 5428718"/>
                  <a:gd name="connsiteY427" fmla="*/ 562737 h 1409294"/>
                  <a:gd name="connsiteX428" fmla="*/ 3688536 w 5428718"/>
                  <a:gd name="connsiteY428" fmla="*/ 596257 h 1409294"/>
                  <a:gd name="connsiteX429" fmla="*/ 3703733 w 5428718"/>
                  <a:gd name="connsiteY429" fmla="*/ 652193 h 1409294"/>
                  <a:gd name="connsiteX430" fmla="*/ 3681206 w 5428718"/>
                  <a:gd name="connsiteY430" fmla="*/ 658336 h 1409294"/>
                  <a:gd name="connsiteX431" fmla="*/ 3648982 w 5428718"/>
                  <a:gd name="connsiteY431" fmla="*/ 539567 h 1409294"/>
                  <a:gd name="connsiteX432" fmla="*/ 3680775 w 5428718"/>
                  <a:gd name="connsiteY432" fmla="*/ 530944 h 1409294"/>
                  <a:gd name="connsiteX433" fmla="*/ 3756544 w 5428718"/>
                  <a:gd name="connsiteY433" fmla="*/ 605956 h 1409294"/>
                  <a:gd name="connsiteX434" fmla="*/ 3757083 w 5428718"/>
                  <a:gd name="connsiteY434" fmla="*/ 605956 h 1409294"/>
                  <a:gd name="connsiteX435" fmla="*/ 3746951 w 5428718"/>
                  <a:gd name="connsiteY435" fmla="*/ 573409 h 1409294"/>
                  <a:gd name="connsiteX436" fmla="*/ 3731647 w 5428718"/>
                  <a:gd name="connsiteY436" fmla="*/ 517149 h 1409294"/>
                  <a:gd name="connsiteX437" fmla="*/ 3865171 w 5428718"/>
                  <a:gd name="connsiteY437" fmla="*/ 511370 h 1409294"/>
                  <a:gd name="connsiteX438" fmla="*/ 3839950 w 5428718"/>
                  <a:gd name="connsiteY438" fmla="*/ 507558 h 1409294"/>
                  <a:gd name="connsiteX439" fmla="*/ 3820119 w 5428718"/>
                  <a:gd name="connsiteY439" fmla="*/ 523939 h 1409294"/>
                  <a:gd name="connsiteX440" fmla="*/ 3820873 w 5428718"/>
                  <a:gd name="connsiteY440" fmla="*/ 556057 h 1409294"/>
                  <a:gd name="connsiteX441" fmla="*/ 3820875 w 5428718"/>
                  <a:gd name="connsiteY441" fmla="*/ 556166 h 1409294"/>
                  <a:gd name="connsiteX442" fmla="*/ 3836716 w 5428718"/>
                  <a:gd name="connsiteY442" fmla="*/ 583971 h 1409294"/>
                  <a:gd name="connsiteX443" fmla="*/ 3862045 w 5428718"/>
                  <a:gd name="connsiteY443" fmla="*/ 587744 h 1409294"/>
                  <a:gd name="connsiteX444" fmla="*/ 3881015 w 5428718"/>
                  <a:gd name="connsiteY444" fmla="*/ 539352 h 1409294"/>
                  <a:gd name="connsiteX445" fmla="*/ 3865171 w 5428718"/>
                  <a:gd name="connsiteY445" fmla="*/ 511370 h 1409294"/>
                  <a:gd name="connsiteX446" fmla="*/ 3859242 w 5428718"/>
                  <a:gd name="connsiteY446" fmla="*/ 484103 h 1409294"/>
                  <a:gd name="connsiteX447" fmla="*/ 3880259 w 5428718"/>
                  <a:gd name="connsiteY447" fmla="*/ 490960 h 1409294"/>
                  <a:gd name="connsiteX448" fmla="*/ 3907310 w 5428718"/>
                  <a:gd name="connsiteY448" fmla="*/ 532239 h 1409294"/>
                  <a:gd name="connsiteX449" fmla="*/ 3907420 w 5428718"/>
                  <a:gd name="connsiteY449" fmla="*/ 532131 h 1409294"/>
                  <a:gd name="connsiteX450" fmla="*/ 3905370 w 5428718"/>
                  <a:gd name="connsiteY450" fmla="*/ 581493 h 1409294"/>
                  <a:gd name="connsiteX451" fmla="*/ 3867864 w 5428718"/>
                  <a:gd name="connsiteY451" fmla="*/ 608976 h 1409294"/>
                  <a:gd name="connsiteX452" fmla="*/ 3821628 w 5428718"/>
                  <a:gd name="connsiteY452" fmla="*/ 604772 h 1409294"/>
                  <a:gd name="connsiteX453" fmla="*/ 3794361 w 5428718"/>
                  <a:gd name="connsiteY453" fmla="*/ 563388 h 1409294"/>
                  <a:gd name="connsiteX454" fmla="*/ 3796408 w 5428718"/>
                  <a:gd name="connsiteY454" fmla="*/ 514133 h 1409294"/>
                  <a:gd name="connsiteX455" fmla="*/ 3834023 w 5428718"/>
                  <a:gd name="connsiteY455" fmla="*/ 486865 h 1409294"/>
                  <a:gd name="connsiteX456" fmla="*/ 3859242 w 5428718"/>
                  <a:gd name="connsiteY456" fmla="*/ 484103 h 1409294"/>
                  <a:gd name="connsiteX457" fmla="*/ 3993105 w 5428718"/>
                  <a:gd name="connsiteY457" fmla="*/ 444073 h 1409294"/>
                  <a:gd name="connsiteX458" fmla="*/ 3999031 w 5428718"/>
                  <a:gd name="connsiteY458" fmla="*/ 464982 h 1409294"/>
                  <a:gd name="connsiteX459" fmla="*/ 3966915 w 5428718"/>
                  <a:gd name="connsiteY459" fmla="*/ 474035 h 1409294"/>
                  <a:gd name="connsiteX460" fmla="*/ 3994505 w 5428718"/>
                  <a:gd name="connsiteY460" fmla="*/ 571572 h 1409294"/>
                  <a:gd name="connsiteX461" fmla="*/ 3994396 w 5428718"/>
                  <a:gd name="connsiteY461" fmla="*/ 571681 h 1409294"/>
                  <a:gd name="connsiteX462" fmla="*/ 3969285 w 5428718"/>
                  <a:gd name="connsiteY462" fmla="*/ 578793 h 1409294"/>
                  <a:gd name="connsiteX463" fmla="*/ 3941695 w 5428718"/>
                  <a:gd name="connsiteY463" fmla="*/ 481256 h 1409294"/>
                  <a:gd name="connsiteX464" fmla="*/ 3909577 w 5428718"/>
                  <a:gd name="connsiteY464" fmla="*/ 490310 h 1409294"/>
                  <a:gd name="connsiteX465" fmla="*/ 3903649 w 5428718"/>
                  <a:gd name="connsiteY465" fmla="*/ 469400 h 1409294"/>
                  <a:gd name="connsiteX466" fmla="*/ 4140434 w 5428718"/>
                  <a:gd name="connsiteY466" fmla="*/ 408827 h 1409294"/>
                  <a:gd name="connsiteX467" fmla="*/ 4138279 w 5428718"/>
                  <a:gd name="connsiteY467" fmla="*/ 431567 h 1409294"/>
                  <a:gd name="connsiteX468" fmla="*/ 4123298 w 5428718"/>
                  <a:gd name="connsiteY468" fmla="*/ 429950 h 1409294"/>
                  <a:gd name="connsiteX469" fmla="*/ 4109395 w 5428718"/>
                  <a:gd name="connsiteY469" fmla="*/ 431459 h 1409294"/>
                  <a:gd name="connsiteX470" fmla="*/ 4109179 w 5428718"/>
                  <a:gd name="connsiteY470" fmla="*/ 431458 h 1409294"/>
                  <a:gd name="connsiteX471" fmla="*/ 4090317 w 5428718"/>
                  <a:gd name="connsiteY471" fmla="*/ 448379 h 1409294"/>
                  <a:gd name="connsiteX472" fmla="*/ 4091180 w 5428718"/>
                  <a:gd name="connsiteY472" fmla="*/ 480282 h 1409294"/>
                  <a:gd name="connsiteX473" fmla="*/ 4132352 w 5428718"/>
                  <a:gd name="connsiteY473" fmla="*/ 511214 h 1409294"/>
                  <a:gd name="connsiteX474" fmla="*/ 4160695 w 5428718"/>
                  <a:gd name="connsiteY474" fmla="*/ 496233 h 1409294"/>
                  <a:gd name="connsiteX475" fmla="*/ 4166732 w 5428718"/>
                  <a:gd name="connsiteY475" fmla="*/ 517249 h 1409294"/>
                  <a:gd name="connsiteX476" fmla="*/ 4136016 w 5428718"/>
                  <a:gd name="connsiteY476" fmla="*/ 532770 h 1409294"/>
                  <a:gd name="connsiteX477" fmla="*/ 4092043 w 5428718"/>
                  <a:gd name="connsiteY477" fmla="*/ 528566 h 1409294"/>
                  <a:gd name="connsiteX478" fmla="*/ 4065421 w 5428718"/>
                  <a:gd name="connsiteY478" fmla="*/ 487611 h 1409294"/>
                  <a:gd name="connsiteX479" fmla="*/ 4062836 w 5428718"/>
                  <a:gd name="connsiteY479" fmla="*/ 453338 h 1409294"/>
                  <a:gd name="connsiteX480" fmla="*/ 4075983 w 5428718"/>
                  <a:gd name="connsiteY480" fmla="*/ 426502 h 1409294"/>
                  <a:gd name="connsiteX481" fmla="*/ 4103359 w 5428718"/>
                  <a:gd name="connsiteY481" fmla="*/ 410551 h 1409294"/>
                  <a:gd name="connsiteX482" fmla="*/ 4140434 w 5428718"/>
                  <a:gd name="connsiteY482" fmla="*/ 408827 h 1409294"/>
                  <a:gd name="connsiteX483" fmla="*/ 4216192 w 5428718"/>
                  <a:gd name="connsiteY483" fmla="*/ 405592 h 1409294"/>
                  <a:gd name="connsiteX484" fmla="*/ 4197224 w 5428718"/>
                  <a:gd name="connsiteY484" fmla="*/ 407316 h 1409294"/>
                  <a:gd name="connsiteX485" fmla="*/ 4189573 w 5428718"/>
                  <a:gd name="connsiteY485" fmla="*/ 409580 h 1409294"/>
                  <a:gd name="connsiteX486" fmla="*/ 4198949 w 5428718"/>
                  <a:gd name="connsiteY486" fmla="*/ 441481 h 1409294"/>
                  <a:gd name="connsiteX487" fmla="*/ 4198949 w 5428718"/>
                  <a:gd name="connsiteY487" fmla="*/ 441374 h 1409294"/>
                  <a:gd name="connsiteX488" fmla="*/ 4207032 w 5428718"/>
                  <a:gd name="connsiteY488" fmla="*/ 439003 h 1409294"/>
                  <a:gd name="connsiteX489" fmla="*/ 4223414 w 5428718"/>
                  <a:gd name="connsiteY489" fmla="*/ 429949 h 1409294"/>
                  <a:gd name="connsiteX490" fmla="*/ 4225462 w 5428718"/>
                  <a:gd name="connsiteY490" fmla="*/ 415830 h 1409294"/>
                  <a:gd name="connsiteX491" fmla="*/ 4216192 w 5428718"/>
                  <a:gd name="connsiteY491" fmla="*/ 405592 h 1409294"/>
                  <a:gd name="connsiteX492" fmla="*/ 4230957 w 5428718"/>
                  <a:gd name="connsiteY492" fmla="*/ 384467 h 1409294"/>
                  <a:gd name="connsiteX493" fmla="*/ 4250358 w 5428718"/>
                  <a:gd name="connsiteY493" fmla="*/ 407748 h 1409294"/>
                  <a:gd name="connsiteX494" fmla="*/ 4250034 w 5428718"/>
                  <a:gd name="connsiteY494" fmla="*/ 428010 h 1409294"/>
                  <a:gd name="connsiteX495" fmla="*/ 4237534 w 5428718"/>
                  <a:gd name="connsiteY495" fmla="*/ 445471 h 1409294"/>
                  <a:gd name="connsiteX496" fmla="*/ 4287325 w 5428718"/>
                  <a:gd name="connsiteY496" fmla="*/ 486748 h 1409294"/>
                  <a:gd name="connsiteX497" fmla="*/ 4259519 w 5428718"/>
                  <a:gd name="connsiteY497" fmla="*/ 494938 h 1409294"/>
                  <a:gd name="connsiteX498" fmla="*/ 4218025 w 5428718"/>
                  <a:gd name="connsiteY498" fmla="*/ 457863 h 1409294"/>
                  <a:gd name="connsiteX499" fmla="*/ 4204661 w 5428718"/>
                  <a:gd name="connsiteY499" fmla="*/ 461743 h 1409294"/>
                  <a:gd name="connsiteX500" fmla="*/ 4204876 w 5428718"/>
                  <a:gd name="connsiteY500" fmla="*/ 461743 h 1409294"/>
                  <a:gd name="connsiteX501" fmla="*/ 4218132 w 5428718"/>
                  <a:gd name="connsiteY501" fmla="*/ 507116 h 1409294"/>
                  <a:gd name="connsiteX502" fmla="*/ 4193129 w 5428718"/>
                  <a:gd name="connsiteY502" fmla="*/ 514446 h 1409294"/>
                  <a:gd name="connsiteX503" fmla="*/ 4158425 w 5428718"/>
                  <a:gd name="connsiteY503" fmla="*/ 396323 h 1409294"/>
                  <a:gd name="connsiteX504" fmla="*/ 4192806 w 5428718"/>
                  <a:gd name="connsiteY504" fmla="*/ 386193 h 1409294"/>
                  <a:gd name="connsiteX505" fmla="*/ 4230957 w 5428718"/>
                  <a:gd name="connsiteY505" fmla="*/ 384467 h 1409294"/>
                  <a:gd name="connsiteX506" fmla="*/ 4348981 w 5428718"/>
                  <a:gd name="connsiteY506" fmla="*/ 371440 h 1409294"/>
                  <a:gd name="connsiteX507" fmla="*/ 4323640 w 5428718"/>
                  <a:gd name="connsiteY507" fmla="*/ 368180 h 1409294"/>
                  <a:gd name="connsiteX508" fmla="*/ 4304134 w 5428718"/>
                  <a:gd name="connsiteY508" fmla="*/ 384992 h 1409294"/>
                  <a:gd name="connsiteX509" fmla="*/ 4305426 w 5428718"/>
                  <a:gd name="connsiteY509" fmla="*/ 417110 h 1409294"/>
                  <a:gd name="connsiteX510" fmla="*/ 4305427 w 5428718"/>
                  <a:gd name="connsiteY510" fmla="*/ 417002 h 1409294"/>
                  <a:gd name="connsiteX511" fmla="*/ 4321808 w 5428718"/>
                  <a:gd name="connsiteY511" fmla="*/ 444485 h 1409294"/>
                  <a:gd name="connsiteX512" fmla="*/ 4347244 w 5428718"/>
                  <a:gd name="connsiteY512" fmla="*/ 447826 h 1409294"/>
                  <a:gd name="connsiteX513" fmla="*/ 4365351 w 5428718"/>
                  <a:gd name="connsiteY513" fmla="*/ 399111 h 1409294"/>
                  <a:gd name="connsiteX514" fmla="*/ 4348981 w 5428718"/>
                  <a:gd name="connsiteY514" fmla="*/ 371440 h 1409294"/>
                  <a:gd name="connsiteX515" fmla="*/ 4342420 w 5428718"/>
                  <a:gd name="connsiteY515" fmla="*/ 344038 h 1409294"/>
                  <a:gd name="connsiteX516" fmla="*/ 4363518 w 5428718"/>
                  <a:gd name="connsiteY516" fmla="*/ 350505 h 1409294"/>
                  <a:gd name="connsiteX517" fmla="*/ 4391324 w 5428718"/>
                  <a:gd name="connsiteY517" fmla="*/ 391244 h 1409294"/>
                  <a:gd name="connsiteX518" fmla="*/ 4391432 w 5428718"/>
                  <a:gd name="connsiteY518" fmla="*/ 391351 h 1409294"/>
                  <a:gd name="connsiteX519" fmla="*/ 4390354 w 5428718"/>
                  <a:gd name="connsiteY519" fmla="*/ 440713 h 1409294"/>
                  <a:gd name="connsiteX520" fmla="*/ 4353386 w 5428718"/>
                  <a:gd name="connsiteY520" fmla="*/ 468842 h 1409294"/>
                  <a:gd name="connsiteX521" fmla="*/ 4307043 w 5428718"/>
                  <a:gd name="connsiteY521" fmla="*/ 465501 h 1409294"/>
                  <a:gd name="connsiteX522" fmla="*/ 4279021 w 5428718"/>
                  <a:gd name="connsiteY522" fmla="*/ 424655 h 1409294"/>
                  <a:gd name="connsiteX523" fmla="*/ 4280207 w 5428718"/>
                  <a:gd name="connsiteY523" fmla="*/ 375293 h 1409294"/>
                  <a:gd name="connsiteX524" fmla="*/ 4317282 w 5428718"/>
                  <a:gd name="connsiteY524" fmla="*/ 347271 h 1409294"/>
                  <a:gd name="connsiteX525" fmla="*/ 4342420 w 5428718"/>
                  <a:gd name="connsiteY525" fmla="*/ 344038 h 1409294"/>
                  <a:gd name="connsiteX526" fmla="*/ 4468592 w 5428718"/>
                  <a:gd name="connsiteY526" fmla="*/ 311170 h 1409294"/>
                  <a:gd name="connsiteX527" fmla="*/ 4466436 w 5428718"/>
                  <a:gd name="connsiteY527" fmla="*/ 333049 h 1409294"/>
                  <a:gd name="connsiteX528" fmla="*/ 4449192 w 5428718"/>
                  <a:gd name="connsiteY528" fmla="*/ 332401 h 1409294"/>
                  <a:gd name="connsiteX529" fmla="*/ 4436583 w 5428718"/>
                  <a:gd name="connsiteY529" fmla="*/ 334558 h 1409294"/>
                  <a:gd name="connsiteX530" fmla="*/ 4426666 w 5428718"/>
                  <a:gd name="connsiteY530" fmla="*/ 341131 h 1409294"/>
                  <a:gd name="connsiteX531" fmla="*/ 4425481 w 5428718"/>
                  <a:gd name="connsiteY531" fmla="*/ 350939 h 1409294"/>
                  <a:gd name="connsiteX532" fmla="*/ 4428714 w 5428718"/>
                  <a:gd name="connsiteY532" fmla="*/ 356221 h 1409294"/>
                  <a:gd name="connsiteX533" fmla="*/ 4435073 w 5428718"/>
                  <a:gd name="connsiteY533" fmla="*/ 359454 h 1409294"/>
                  <a:gd name="connsiteX534" fmla="*/ 4453396 w 5428718"/>
                  <a:gd name="connsiteY534" fmla="*/ 362903 h 1409294"/>
                  <a:gd name="connsiteX535" fmla="*/ 4480880 w 5428718"/>
                  <a:gd name="connsiteY535" fmla="*/ 371849 h 1409294"/>
                  <a:gd name="connsiteX536" fmla="*/ 4492949 w 5428718"/>
                  <a:gd name="connsiteY536" fmla="*/ 389415 h 1409294"/>
                  <a:gd name="connsiteX537" fmla="*/ 4493057 w 5428718"/>
                  <a:gd name="connsiteY537" fmla="*/ 389308 h 1409294"/>
                  <a:gd name="connsiteX538" fmla="*/ 4489176 w 5428718"/>
                  <a:gd name="connsiteY538" fmla="*/ 417976 h 1409294"/>
                  <a:gd name="connsiteX539" fmla="*/ 4459970 w 5428718"/>
                  <a:gd name="connsiteY539" fmla="*/ 436836 h 1409294"/>
                  <a:gd name="connsiteX540" fmla="*/ 4424510 w 5428718"/>
                  <a:gd name="connsiteY540" fmla="*/ 439855 h 1409294"/>
                  <a:gd name="connsiteX541" fmla="*/ 4417506 w 5428718"/>
                  <a:gd name="connsiteY541" fmla="*/ 416683 h 1409294"/>
                  <a:gd name="connsiteX542" fmla="*/ 4439924 w 5428718"/>
                  <a:gd name="connsiteY542" fmla="*/ 418083 h 1409294"/>
                  <a:gd name="connsiteX543" fmla="*/ 4455658 w 5428718"/>
                  <a:gd name="connsiteY543" fmla="*/ 415713 h 1409294"/>
                  <a:gd name="connsiteX544" fmla="*/ 4467299 w 5428718"/>
                  <a:gd name="connsiteY544" fmla="*/ 408707 h 1409294"/>
                  <a:gd name="connsiteX545" fmla="*/ 4468807 w 5428718"/>
                  <a:gd name="connsiteY545" fmla="*/ 398038 h 1409294"/>
                  <a:gd name="connsiteX546" fmla="*/ 4465034 w 5428718"/>
                  <a:gd name="connsiteY546" fmla="*/ 392433 h 1409294"/>
                  <a:gd name="connsiteX547" fmla="*/ 4457815 w 5428718"/>
                  <a:gd name="connsiteY547" fmla="*/ 388984 h 1409294"/>
                  <a:gd name="connsiteX548" fmla="*/ 4440139 w 5428718"/>
                  <a:gd name="connsiteY548" fmla="*/ 385644 h 1409294"/>
                  <a:gd name="connsiteX549" fmla="*/ 4420955 w 5428718"/>
                  <a:gd name="connsiteY549" fmla="*/ 380794 h 1409294"/>
                  <a:gd name="connsiteX550" fmla="*/ 4408991 w 5428718"/>
                  <a:gd name="connsiteY550" fmla="*/ 372494 h 1409294"/>
                  <a:gd name="connsiteX551" fmla="*/ 4401340 w 5428718"/>
                  <a:gd name="connsiteY551" fmla="*/ 359023 h 1409294"/>
                  <a:gd name="connsiteX552" fmla="*/ 4404466 w 5428718"/>
                  <a:gd name="connsiteY552" fmla="*/ 331217 h 1409294"/>
                  <a:gd name="connsiteX553" fmla="*/ 4431086 w 5428718"/>
                  <a:gd name="connsiteY553" fmla="*/ 313433 h 1409294"/>
                  <a:gd name="connsiteX554" fmla="*/ 4449300 w 5428718"/>
                  <a:gd name="connsiteY554" fmla="*/ 310307 h 1409294"/>
                  <a:gd name="connsiteX555" fmla="*/ 4468592 w 5428718"/>
                  <a:gd name="connsiteY555" fmla="*/ 311170 h 1409294"/>
                  <a:gd name="connsiteX556" fmla="*/ 4558924 w 5428718"/>
                  <a:gd name="connsiteY556" fmla="*/ 283243 h 1409294"/>
                  <a:gd name="connsiteX557" fmla="*/ 4556876 w 5428718"/>
                  <a:gd name="connsiteY557" fmla="*/ 305120 h 1409294"/>
                  <a:gd name="connsiteX558" fmla="*/ 4539631 w 5428718"/>
                  <a:gd name="connsiteY558" fmla="*/ 304474 h 1409294"/>
                  <a:gd name="connsiteX559" fmla="*/ 4527021 w 5428718"/>
                  <a:gd name="connsiteY559" fmla="*/ 306629 h 1409294"/>
                  <a:gd name="connsiteX560" fmla="*/ 4517214 w 5428718"/>
                  <a:gd name="connsiteY560" fmla="*/ 313310 h 1409294"/>
                  <a:gd name="connsiteX561" fmla="*/ 4516028 w 5428718"/>
                  <a:gd name="connsiteY561" fmla="*/ 323119 h 1409294"/>
                  <a:gd name="connsiteX562" fmla="*/ 4519369 w 5428718"/>
                  <a:gd name="connsiteY562" fmla="*/ 328400 h 1409294"/>
                  <a:gd name="connsiteX563" fmla="*/ 4525729 w 5428718"/>
                  <a:gd name="connsiteY563" fmla="*/ 331633 h 1409294"/>
                  <a:gd name="connsiteX564" fmla="*/ 4544050 w 5428718"/>
                  <a:gd name="connsiteY564" fmla="*/ 335081 h 1409294"/>
                  <a:gd name="connsiteX565" fmla="*/ 4571534 w 5428718"/>
                  <a:gd name="connsiteY565" fmla="*/ 343920 h 1409294"/>
                  <a:gd name="connsiteX566" fmla="*/ 4583603 w 5428718"/>
                  <a:gd name="connsiteY566" fmla="*/ 361488 h 1409294"/>
                  <a:gd name="connsiteX567" fmla="*/ 4583496 w 5428718"/>
                  <a:gd name="connsiteY567" fmla="*/ 361488 h 1409294"/>
                  <a:gd name="connsiteX568" fmla="*/ 4579723 w 5428718"/>
                  <a:gd name="connsiteY568" fmla="*/ 390156 h 1409294"/>
                  <a:gd name="connsiteX569" fmla="*/ 4550625 w 5428718"/>
                  <a:gd name="connsiteY569" fmla="*/ 409124 h 1409294"/>
                  <a:gd name="connsiteX570" fmla="*/ 4515166 w 5428718"/>
                  <a:gd name="connsiteY570" fmla="*/ 412250 h 1409294"/>
                  <a:gd name="connsiteX571" fmla="*/ 4508054 w 5428718"/>
                  <a:gd name="connsiteY571" fmla="*/ 389078 h 1409294"/>
                  <a:gd name="connsiteX572" fmla="*/ 4530470 w 5428718"/>
                  <a:gd name="connsiteY572" fmla="*/ 390371 h 1409294"/>
                  <a:gd name="connsiteX573" fmla="*/ 4546206 w 5428718"/>
                  <a:gd name="connsiteY573" fmla="*/ 387894 h 1409294"/>
                  <a:gd name="connsiteX574" fmla="*/ 4557845 w 5428718"/>
                  <a:gd name="connsiteY574" fmla="*/ 380887 h 1409294"/>
                  <a:gd name="connsiteX575" fmla="*/ 4559354 w 5428718"/>
                  <a:gd name="connsiteY575" fmla="*/ 370218 h 1409294"/>
                  <a:gd name="connsiteX576" fmla="*/ 4555583 w 5428718"/>
                  <a:gd name="connsiteY576" fmla="*/ 364612 h 1409294"/>
                  <a:gd name="connsiteX577" fmla="*/ 4548360 w 5428718"/>
                  <a:gd name="connsiteY577" fmla="*/ 361164 h 1409294"/>
                  <a:gd name="connsiteX578" fmla="*/ 4530686 w 5428718"/>
                  <a:gd name="connsiteY578" fmla="*/ 357823 h 1409294"/>
                  <a:gd name="connsiteX579" fmla="*/ 4511501 w 5428718"/>
                  <a:gd name="connsiteY579" fmla="*/ 353080 h 1409294"/>
                  <a:gd name="connsiteX580" fmla="*/ 4499538 w 5428718"/>
                  <a:gd name="connsiteY580" fmla="*/ 344889 h 1409294"/>
                  <a:gd name="connsiteX581" fmla="*/ 4491888 w 5428718"/>
                  <a:gd name="connsiteY581" fmla="*/ 331419 h 1409294"/>
                  <a:gd name="connsiteX582" fmla="*/ 4494905 w 5428718"/>
                  <a:gd name="connsiteY582" fmla="*/ 303612 h 1409294"/>
                  <a:gd name="connsiteX583" fmla="*/ 4521416 w 5428718"/>
                  <a:gd name="connsiteY583" fmla="*/ 285720 h 1409294"/>
                  <a:gd name="connsiteX584" fmla="*/ 4539632 w 5428718"/>
                  <a:gd name="connsiteY584" fmla="*/ 282486 h 1409294"/>
                  <a:gd name="connsiteX585" fmla="*/ 4558924 w 5428718"/>
                  <a:gd name="connsiteY585" fmla="*/ 283243 h 1409294"/>
                  <a:gd name="connsiteX586" fmla="*/ 4985041 w 5428718"/>
                  <a:gd name="connsiteY586" fmla="*/ 193974 h 1409294"/>
                  <a:gd name="connsiteX587" fmla="*/ 4990830 w 5428718"/>
                  <a:gd name="connsiteY587" fmla="*/ 214737 h 1409294"/>
                  <a:gd name="connsiteX588" fmla="*/ 4875386 w 5428718"/>
                  <a:gd name="connsiteY588" fmla="*/ 246926 h 1409294"/>
                  <a:gd name="connsiteX589" fmla="*/ 4869597 w 5428718"/>
                  <a:gd name="connsiteY589" fmla="*/ 226162 h 1409294"/>
                  <a:gd name="connsiteX590" fmla="*/ 5322317 w 5428718"/>
                  <a:gd name="connsiteY590" fmla="*/ 28819 h 1409294"/>
                  <a:gd name="connsiteX591" fmla="*/ 5320808 w 5428718"/>
                  <a:gd name="connsiteY591" fmla="*/ 51559 h 1409294"/>
                  <a:gd name="connsiteX592" fmla="*/ 5305827 w 5428718"/>
                  <a:gd name="connsiteY592" fmla="*/ 50374 h 1409294"/>
                  <a:gd name="connsiteX593" fmla="*/ 5292032 w 5428718"/>
                  <a:gd name="connsiteY593" fmla="*/ 52206 h 1409294"/>
                  <a:gd name="connsiteX594" fmla="*/ 5291817 w 5428718"/>
                  <a:gd name="connsiteY594" fmla="*/ 52098 h 1409294"/>
                  <a:gd name="connsiteX595" fmla="*/ 5273494 w 5428718"/>
                  <a:gd name="connsiteY595" fmla="*/ 69558 h 1409294"/>
                  <a:gd name="connsiteX596" fmla="*/ 5275219 w 5428718"/>
                  <a:gd name="connsiteY596" fmla="*/ 101461 h 1409294"/>
                  <a:gd name="connsiteX597" fmla="*/ 5317144 w 5428718"/>
                  <a:gd name="connsiteY597" fmla="*/ 131314 h 1409294"/>
                  <a:gd name="connsiteX598" fmla="*/ 5345057 w 5428718"/>
                  <a:gd name="connsiteY598" fmla="*/ 115579 h 1409294"/>
                  <a:gd name="connsiteX599" fmla="*/ 5351739 w 5428718"/>
                  <a:gd name="connsiteY599" fmla="*/ 136487 h 1409294"/>
                  <a:gd name="connsiteX600" fmla="*/ 5321454 w 5428718"/>
                  <a:gd name="connsiteY600" fmla="*/ 152762 h 1409294"/>
                  <a:gd name="connsiteX601" fmla="*/ 5277374 w 5428718"/>
                  <a:gd name="connsiteY601" fmla="*/ 149745 h 1409294"/>
                  <a:gd name="connsiteX602" fmla="*/ 5249569 w 5428718"/>
                  <a:gd name="connsiteY602" fmla="*/ 109543 h 1409294"/>
                  <a:gd name="connsiteX603" fmla="*/ 5246011 w 5428718"/>
                  <a:gd name="connsiteY603" fmla="*/ 75378 h 1409294"/>
                  <a:gd name="connsiteX604" fmla="*/ 5258406 w 5428718"/>
                  <a:gd name="connsiteY604" fmla="*/ 48218 h 1409294"/>
                  <a:gd name="connsiteX605" fmla="*/ 5285349 w 5428718"/>
                  <a:gd name="connsiteY605" fmla="*/ 31512 h 1409294"/>
                  <a:gd name="connsiteX606" fmla="*/ 5322317 w 5428718"/>
                  <a:gd name="connsiteY606" fmla="*/ 28819 h 1409294"/>
                  <a:gd name="connsiteX607" fmla="*/ 5397978 w 5428718"/>
                  <a:gd name="connsiteY607" fmla="*/ 23434 h 1409294"/>
                  <a:gd name="connsiteX608" fmla="*/ 5379116 w 5428718"/>
                  <a:gd name="connsiteY608" fmla="*/ 25588 h 1409294"/>
                  <a:gd name="connsiteX609" fmla="*/ 5371573 w 5428718"/>
                  <a:gd name="connsiteY609" fmla="*/ 27960 h 1409294"/>
                  <a:gd name="connsiteX610" fmla="*/ 5381702 w 5428718"/>
                  <a:gd name="connsiteY610" fmla="*/ 59645 h 1409294"/>
                  <a:gd name="connsiteX611" fmla="*/ 5381811 w 5428718"/>
                  <a:gd name="connsiteY611" fmla="*/ 59645 h 1409294"/>
                  <a:gd name="connsiteX612" fmla="*/ 5389787 w 5428718"/>
                  <a:gd name="connsiteY612" fmla="*/ 57060 h 1409294"/>
                  <a:gd name="connsiteX613" fmla="*/ 5405953 w 5428718"/>
                  <a:gd name="connsiteY613" fmla="*/ 47574 h 1409294"/>
                  <a:gd name="connsiteX614" fmla="*/ 5407570 w 5428718"/>
                  <a:gd name="connsiteY614" fmla="*/ 33455 h 1409294"/>
                  <a:gd name="connsiteX615" fmla="*/ 5397978 w 5428718"/>
                  <a:gd name="connsiteY615" fmla="*/ 23434 h 1409294"/>
                  <a:gd name="connsiteX616" fmla="*/ 5412527 w 5428718"/>
                  <a:gd name="connsiteY616" fmla="*/ 1985 h 1409294"/>
                  <a:gd name="connsiteX617" fmla="*/ 5428718 w 5428718"/>
                  <a:gd name="connsiteY617" fmla="*/ 20453 h 1409294"/>
                  <a:gd name="connsiteX618" fmla="*/ 5411360 w 5428718"/>
                  <a:gd name="connsiteY618" fmla="*/ 84017 h 1409294"/>
                  <a:gd name="connsiteX619" fmla="*/ 5401426 w 5428718"/>
                  <a:gd name="connsiteY619" fmla="*/ 75596 h 1409294"/>
                  <a:gd name="connsiteX620" fmla="*/ 5388169 w 5428718"/>
                  <a:gd name="connsiteY620" fmla="*/ 79800 h 1409294"/>
                  <a:gd name="connsiteX621" fmla="*/ 5388384 w 5428718"/>
                  <a:gd name="connsiteY621" fmla="*/ 79907 h 1409294"/>
                  <a:gd name="connsiteX622" fmla="*/ 5401412 w 5428718"/>
                  <a:gd name="connsiteY622" fmla="*/ 120444 h 1409294"/>
                  <a:gd name="connsiteX623" fmla="*/ 5399958 w 5428718"/>
                  <a:gd name="connsiteY623" fmla="*/ 125770 h 1409294"/>
                  <a:gd name="connsiteX624" fmla="*/ 5377931 w 5428718"/>
                  <a:gd name="connsiteY624" fmla="*/ 132826 h 1409294"/>
                  <a:gd name="connsiteX625" fmla="*/ 5340209 w 5428718"/>
                  <a:gd name="connsiteY625" fmla="*/ 15673 h 1409294"/>
                  <a:gd name="connsiteX626" fmla="*/ 5374374 w 5428718"/>
                  <a:gd name="connsiteY626" fmla="*/ 4680 h 1409294"/>
                  <a:gd name="connsiteX627" fmla="*/ 5412527 w 5428718"/>
                  <a:gd name="connsiteY627" fmla="*/ 1985 h 140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Lst>
                <a:rect l="l" t="t" r="r" b="b"/>
                <a:pathLst>
                  <a:path w="5428718" h="1409294">
                    <a:moveTo>
                      <a:pt x="111077" y="1369015"/>
                    </a:moveTo>
                    <a:lnTo>
                      <a:pt x="111274" y="1370113"/>
                    </a:lnTo>
                    <a:lnTo>
                      <a:pt x="108778" y="1369431"/>
                    </a:lnTo>
                    <a:close/>
                    <a:moveTo>
                      <a:pt x="6433" y="1338618"/>
                    </a:moveTo>
                    <a:lnTo>
                      <a:pt x="6951" y="1341624"/>
                    </a:lnTo>
                    <a:lnTo>
                      <a:pt x="0" y="1339725"/>
                    </a:lnTo>
                    <a:close/>
                    <a:moveTo>
                      <a:pt x="105473" y="1320839"/>
                    </a:moveTo>
                    <a:lnTo>
                      <a:pt x="109246" y="1341855"/>
                    </a:lnTo>
                    <a:lnTo>
                      <a:pt x="65164" y="1349831"/>
                    </a:lnTo>
                    <a:lnTo>
                      <a:pt x="66639" y="1357924"/>
                    </a:lnTo>
                    <a:lnTo>
                      <a:pt x="38789" y="1350318"/>
                    </a:lnTo>
                    <a:lnTo>
                      <a:pt x="35742" y="1333449"/>
                    </a:lnTo>
                    <a:close/>
                    <a:moveTo>
                      <a:pt x="238037" y="1299773"/>
                    </a:moveTo>
                    <a:cubicBezTo>
                      <a:pt x="246200" y="1300905"/>
                      <a:pt x="253502" y="1303546"/>
                      <a:pt x="259915" y="1307695"/>
                    </a:cubicBezTo>
                    <a:cubicBezTo>
                      <a:pt x="272849" y="1315992"/>
                      <a:pt x="281040" y="1329466"/>
                      <a:pt x="284705" y="1348219"/>
                    </a:cubicBezTo>
                    <a:lnTo>
                      <a:pt x="284812" y="1348219"/>
                    </a:lnTo>
                    <a:cubicBezTo>
                      <a:pt x="288585" y="1368157"/>
                      <a:pt x="285890" y="1384432"/>
                      <a:pt x="276621" y="1397257"/>
                    </a:cubicBezTo>
                    <a:lnTo>
                      <a:pt x="254749" y="1409294"/>
                    </a:lnTo>
                    <a:lnTo>
                      <a:pt x="225815" y="1401393"/>
                    </a:lnTo>
                    <a:lnTo>
                      <a:pt x="228768" y="1400814"/>
                    </a:lnTo>
                    <a:cubicBezTo>
                      <a:pt x="253450" y="1396071"/>
                      <a:pt x="263256" y="1380444"/>
                      <a:pt x="258191" y="1353930"/>
                    </a:cubicBezTo>
                    <a:lnTo>
                      <a:pt x="258300" y="1354039"/>
                    </a:lnTo>
                    <a:cubicBezTo>
                      <a:pt x="255820" y="1341051"/>
                      <a:pt x="251078" y="1331863"/>
                      <a:pt x="244086" y="1326475"/>
                    </a:cubicBezTo>
                    <a:cubicBezTo>
                      <a:pt x="237094" y="1321086"/>
                      <a:pt x="227852" y="1319496"/>
                      <a:pt x="216374" y="1321705"/>
                    </a:cubicBezTo>
                    <a:lnTo>
                      <a:pt x="202687" y="1324292"/>
                    </a:lnTo>
                    <a:lnTo>
                      <a:pt x="217012" y="1398989"/>
                    </a:lnTo>
                    <a:lnTo>
                      <a:pt x="189049" y="1391352"/>
                    </a:lnTo>
                    <a:lnTo>
                      <a:pt x="173047" y="1308234"/>
                    </a:lnTo>
                    <a:lnTo>
                      <a:pt x="210985" y="1300905"/>
                    </a:lnTo>
                    <a:cubicBezTo>
                      <a:pt x="220846" y="1299019"/>
                      <a:pt x="229872" y="1298641"/>
                      <a:pt x="238037" y="1299773"/>
                    </a:cubicBezTo>
                    <a:close/>
                    <a:moveTo>
                      <a:pt x="378995" y="1298972"/>
                    </a:moveTo>
                    <a:cubicBezTo>
                      <a:pt x="372595" y="1293139"/>
                      <a:pt x="364296" y="1291200"/>
                      <a:pt x="354111" y="1293140"/>
                    </a:cubicBezTo>
                    <a:cubicBezTo>
                      <a:pt x="343873" y="1295079"/>
                      <a:pt x="336867" y="1300037"/>
                      <a:pt x="332986" y="1307904"/>
                    </a:cubicBezTo>
                    <a:cubicBezTo>
                      <a:pt x="329108" y="1315772"/>
                      <a:pt x="328460" y="1326442"/>
                      <a:pt x="331047" y="1339915"/>
                    </a:cubicBezTo>
                    <a:lnTo>
                      <a:pt x="331047" y="1340022"/>
                    </a:lnTo>
                    <a:cubicBezTo>
                      <a:pt x="333634" y="1353493"/>
                      <a:pt x="338160" y="1363195"/>
                      <a:pt x="344627" y="1369014"/>
                    </a:cubicBezTo>
                    <a:cubicBezTo>
                      <a:pt x="351094" y="1374833"/>
                      <a:pt x="359394" y="1376774"/>
                      <a:pt x="369632" y="1374834"/>
                    </a:cubicBezTo>
                    <a:cubicBezTo>
                      <a:pt x="390109" y="1370954"/>
                      <a:pt x="397653" y="1355326"/>
                      <a:pt x="392481" y="1328166"/>
                    </a:cubicBezTo>
                    <a:cubicBezTo>
                      <a:pt x="389894" y="1314532"/>
                      <a:pt x="385394" y="1304806"/>
                      <a:pt x="378995" y="1298972"/>
                    </a:cubicBezTo>
                    <a:close/>
                    <a:moveTo>
                      <a:pt x="375370" y="1271301"/>
                    </a:moveTo>
                    <a:cubicBezTo>
                      <a:pt x="382995" y="1272608"/>
                      <a:pt x="389786" y="1275464"/>
                      <a:pt x="395713" y="1279882"/>
                    </a:cubicBezTo>
                    <a:cubicBezTo>
                      <a:pt x="407569" y="1288721"/>
                      <a:pt x="415436" y="1303163"/>
                      <a:pt x="419316" y="1323208"/>
                    </a:cubicBezTo>
                    <a:cubicBezTo>
                      <a:pt x="423197" y="1343255"/>
                      <a:pt x="421149" y="1359530"/>
                      <a:pt x="413282" y="1372249"/>
                    </a:cubicBezTo>
                    <a:cubicBezTo>
                      <a:pt x="405413" y="1384857"/>
                      <a:pt x="392264" y="1392941"/>
                      <a:pt x="373727" y="1396498"/>
                    </a:cubicBezTo>
                    <a:cubicBezTo>
                      <a:pt x="355189" y="1400054"/>
                      <a:pt x="339993" y="1397360"/>
                      <a:pt x="327922" y="1388522"/>
                    </a:cubicBezTo>
                    <a:cubicBezTo>
                      <a:pt x="315959" y="1379684"/>
                      <a:pt x="307983" y="1365242"/>
                      <a:pt x="304103" y="1345087"/>
                    </a:cubicBezTo>
                    <a:cubicBezTo>
                      <a:pt x="300223" y="1324934"/>
                      <a:pt x="302271" y="1308659"/>
                      <a:pt x="310246" y="1296157"/>
                    </a:cubicBezTo>
                    <a:cubicBezTo>
                      <a:pt x="318222" y="1283655"/>
                      <a:pt x="331371" y="1275571"/>
                      <a:pt x="350016" y="1272015"/>
                    </a:cubicBezTo>
                    <a:cubicBezTo>
                      <a:pt x="359285" y="1270237"/>
                      <a:pt x="367745" y="1269994"/>
                      <a:pt x="375370" y="1271301"/>
                    </a:cubicBezTo>
                    <a:close/>
                    <a:moveTo>
                      <a:pt x="585080" y="1229977"/>
                    </a:moveTo>
                    <a:lnTo>
                      <a:pt x="607281" y="1351118"/>
                    </a:lnTo>
                    <a:lnTo>
                      <a:pt x="607389" y="1351227"/>
                    </a:lnTo>
                    <a:lnTo>
                      <a:pt x="574732" y="1357153"/>
                    </a:lnTo>
                    <a:lnTo>
                      <a:pt x="505324" y="1275136"/>
                    </a:lnTo>
                    <a:lnTo>
                      <a:pt x="504569" y="1275135"/>
                    </a:lnTo>
                    <a:cubicBezTo>
                      <a:pt x="508558" y="1291302"/>
                      <a:pt x="511252" y="1302727"/>
                      <a:pt x="512438" y="1309625"/>
                    </a:cubicBezTo>
                    <a:lnTo>
                      <a:pt x="522892" y="1366637"/>
                    </a:lnTo>
                    <a:lnTo>
                      <a:pt x="499935" y="1370841"/>
                    </a:lnTo>
                    <a:lnTo>
                      <a:pt x="477733" y="1249700"/>
                    </a:lnTo>
                    <a:lnTo>
                      <a:pt x="510067" y="1243772"/>
                    </a:lnTo>
                    <a:lnTo>
                      <a:pt x="579259" y="1324820"/>
                    </a:lnTo>
                    <a:lnTo>
                      <a:pt x="579798" y="1324820"/>
                    </a:lnTo>
                    <a:cubicBezTo>
                      <a:pt x="576133" y="1309085"/>
                      <a:pt x="573654" y="1298093"/>
                      <a:pt x="572470" y="1291517"/>
                    </a:cubicBezTo>
                    <a:lnTo>
                      <a:pt x="562016" y="1234181"/>
                    </a:lnTo>
                    <a:close/>
                    <a:moveTo>
                      <a:pt x="696893" y="1240853"/>
                    </a:moveTo>
                    <a:cubicBezTo>
                      <a:pt x="690575" y="1234939"/>
                      <a:pt x="682302" y="1232891"/>
                      <a:pt x="672064" y="1234723"/>
                    </a:cubicBezTo>
                    <a:cubicBezTo>
                      <a:pt x="661826" y="1236554"/>
                      <a:pt x="654711" y="1241405"/>
                      <a:pt x="650832" y="1249164"/>
                    </a:cubicBezTo>
                    <a:cubicBezTo>
                      <a:pt x="646844" y="1256925"/>
                      <a:pt x="646089" y="1267594"/>
                      <a:pt x="648461" y="1281175"/>
                    </a:cubicBezTo>
                    <a:lnTo>
                      <a:pt x="648568" y="1281175"/>
                    </a:lnTo>
                    <a:cubicBezTo>
                      <a:pt x="651048" y="1294755"/>
                      <a:pt x="655359" y="1304454"/>
                      <a:pt x="661717" y="1310382"/>
                    </a:cubicBezTo>
                    <a:cubicBezTo>
                      <a:pt x="668075" y="1316310"/>
                      <a:pt x="676375" y="1318358"/>
                      <a:pt x="686614" y="1316525"/>
                    </a:cubicBezTo>
                    <a:cubicBezTo>
                      <a:pt x="707091" y="1312860"/>
                      <a:pt x="714958" y="1297448"/>
                      <a:pt x="710001" y="1270182"/>
                    </a:cubicBezTo>
                    <a:cubicBezTo>
                      <a:pt x="707576" y="1256548"/>
                      <a:pt x="703211" y="1246767"/>
                      <a:pt x="696893" y="1240853"/>
                    </a:cubicBezTo>
                    <a:close/>
                    <a:moveTo>
                      <a:pt x="693565" y="1212871"/>
                    </a:moveTo>
                    <a:cubicBezTo>
                      <a:pt x="701163" y="1214272"/>
                      <a:pt x="707899" y="1217209"/>
                      <a:pt x="713773" y="1221682"/>
                    </a:cubicBezTo>
                    <a:cubicBezTo>
                      <a:pt x="725520" y="1230628"/>
                      <a:pt x="733281" y="1245177"/>
                      <a:pt x="736837" y="1265331"/>
                    </a:cubicBezTo>
                    <a:lnTo>
                      <a:pt x="737054" y="1265330"/>
                    </a:lnTo>
                    <a:cubicBezTo>
                      <a:pt x="740610" y="1285377"/>
                      <a:pt x="738454" y="1301652"/>
                      <a:pt x="730371" y="1314263"/>
                    </a:cubicBezTo>
                    <a:cubicBezTo>
                      <a:pt x="722396" y="1326871"/>
                      <a:pt x="709032" y="1334740"/>
                      <a:pt x="690493" y="1338081"/>
                    </a:cubicBezTo>
                    <a:cubicBezTo>
                      <a:pt x="671955" y="1341422"/>
                      <a:pt x="656652" y="1338620"/>
                      <a:pt x="644796" y="1329566"/>
                    </a:cubicBezTo>
                    <a:cubicBezTo>
                      <a:pt x="632940" y="1320512"/>
                      <a:pt x="625180" y="1305963"/>
                      <a:pt x="621517" y="1285808"/>
                    </a:cubicBezTo>
                    <a:cubicBezTo>
                      <a:pt x="617960" y="1265654"/>
                      <a:pt x="620115" y="1249380"/>
                      <a:pt x="628199" y="1236878"/>
                    </a:cubicBezTo>
                    <a:cubicBezTo>
                      <a:pt x="636281" y="1224483"/>
                      <a:pt x="649646" y="1216616"/>
                      <a:pt x="668184" y="1213274"/>
                    </a:cubicBezTo>
                    <a:cubicBezTo>
                      <a:pt x="677506" y="1211604"/>
                      <a:pt x="685967" y="1211469"/>
                      <a:pt x="693565" y="1212871"/>
                    </a:cubicBezTo>
                    <a:close/>
                    <a:moveTo>
                      <a:pt x="831026" y="1186430"/>
                    </a:moveTo>
                    <a:lnTo>
                      <a:pt x="834800" y="1207879"/>
                    </a:lnTo>
                    <a:lnTo>
                      <a:pt x="801927" y="1213698"/>
                    </a:lnTo>
                    <a:lnTo>
                      <a:pt x="819602" y="1313499"/>
                    </a:lnTo>
                    <a:lnTo>
                      <a:pt x="819494" y="1313391"/>
                    </a:lnTo>
                    <a:lnTo>
                      <a:pt x="793843" y="1317919"/>
                    </a:lnTo>
                    <a:lnTo>
                      <a:pt x="776168" y="1218117"/>
                    </a:lnTo>
                    <a:lnTo>
                      <a:pt x="743296" y="1223937"/>
                    </a:lnTo>
                    <a:lnTo>
                      <a:pt x="739524" y="1202597"/>
                    </a:lnTo>
                    <a:close/>
                    <a:moveTo>
                      <a:pt x="982223" y="1166495"/>
                    </a:moveTo>
                    <a:lnTo>
                      <a:pt x="977589" y="1188805"/>
                    </a:lnTo>
                    <a:cubicBezTo>
                      <a:pt x="972630" y="1187512"/>
                      <a:pt x="967781" y="1186435"/>
                      <a:pt x="962931" y="1185572"/>
                    </a:cubicBezTo>
                    <a:cubicBezTo>
                      <a:pt x="958081" y="1184817"/>
                      <a:pt x="953446" y="1184818"/>
                      <a:pt x="949028" y="1185572"/>
                    </a:cubicBezTo>
                    <a:lnTo>
                      <a:pt x="948921" y="1185788"/>
                    </a:lnTo>
                    <a:cubicBezTo>
                      <a:pt x="939219" y="1187511"/>
                      <a:pt x="932430" y="1192470"/>
                      <a:pt x="928335" y="1200661"/>
                    </a:cubicBezTo>
                    <a:cubicBezTo>
                      <a:pt x="924346" y="1208851"/>
                      <a:pt x="923485" y="1219522"/>
                      <a:pt x="925748" y="1232455"/>
                    </a:cubicBezTo>
                    <a:cubicBezTo>
                      <a:pt x="930489" y="1259508"/>
                      <a:pt x="942993" y="1271255"/>
                      <a:pt x="963362" y="1267590"/>
                    </a:cubicBezTo>
                    <a:cubicBezTo>
                      <a:pt x="971876" y="1266081"/>
                      <a:pt x="981791" y="1262094"/>
                      <a:pt x="993216" y="1255736"/>
                    </a:cubicBezTo>
                    <a:lnTo>
                      <a:pt x="996988" y="1277291"/>
                    </a:lnTo>
                    <a:cubicBezTo>
                      <a:pt x="987719" y="1283219"/>
                      <a:pt x="977050" y="1287206"/>
                      <a:pt x="964763" y="1289362"/>
                    </a:cubicBezTo>
                    <a:cubicBezTo>
                      <a:pt x="947088" y="1292486"/>
                      <a:pt x="932646" y="1289469"/>
                      <a:pt x="921437" y="1280415"/>
                    </a:cubicBezTo>
                    <a:cubicBezTo>
                      <a:pt x="910227" y="1271363"/>
                      <a:pt x="902791" y="1256812"/>
                      <a:pt x="899343" y="1236874"/>
                    </a:cubicBezTo>
                    <a:cubicBezTo>
                      <a:pt x="897080" y="1224264"/>
                      <a:pt x="897510" y="1212840"/>
                      <a:pt x="900419" y="1202493"/>
                    </a:cubicBezTo>
                    <a:cubicBezTo>
                      <a:pt x="903329" y="1192146"/>
                      <a:pt x="908612" y="1183740"/>
                      <a:pt x="916371" y="1177166"/>
                    </a:cubicBezTo>
                    <a:cubicBezTo>
                      <a:pt x="924024" y="1170590"/>
                      <a:pt x="933723" y="1166280"/>
                      <a:pt x="945256" y="1164232"/>
                    </a:cubicBezTo>
                    <a:cubicBezTo>
                      <a:pt x="957003" y="1162185"/>
                      <a:pt x="969398" y="1162938"/>
                      <a:pt x="982223" y="1166495"/>
                    </a:cubicBezTo>
                    <a:close/>
                    <a:moveTo>
                      <a:pt x="1058331" y="1171661"/>
                    </a:moveTo>
                    <a:cubicBezTo>
                      <a:pt x="1053913" y="1169937"/>
                      <a:pt x="1047661" y="1169828"/>
                      <a:pt x="1039362" y="1171230"/>
                    </a:cubicBezTo>
                    <a:lnTo>
                      <a:pt x="1031604" y="1172632"/>
                    </a:lnTo>
                    <a:lnTo>
                      <a:pt x="1037419" y="1205377"/>
                    </a:lnTo>
                    <a:lnTo>
                      <a:pt x="1037314" y="1205396"/>
                    </a:lnTo>
                    <a:lnTo>
                      <a:pt x="1037423" y="1205395"/>
                    </a:lnTo>
                    <a:lnTo>
                      <a:pt x="1037419" y="1205377"/>
                    </a:lnTo>
                    <a:lnTo>
                      <a:pt x="1045613" y="1203887"/>
                    </a:lnTo>
                    <a:cubicBezTo>
                      <a:pt x="1053696" y="1202485"/>
                      <a:pt x="1059516" y="1200006"/>
                      <a:pt x="1062858" y="1196666"/>
                    </a:cubicBezTo>
                    <a:cubicBezTo>
                      <a:pt x="1066199" y="1193324"/>
                      <a:pt x="1067384" y="1188690"/>
                      <a:pt x="1066414" y="1182871"/>
                    </a:cubicBezTo>
                    <a:cubicBezTo>
                      <a:pt x="1065445" y="1177157"/>
                      <a:pt x="1062641" y="1173386"/>
                      <a:pt x="1058331" y="1171661"/>
                    </a:cubicBezTo>
                    <a:close/>
                    <a:moveTo>
                      <a:pt x="1075468" y="1152370"/>
                    </a:moveTo>
                    <a:cubicBezTo>
                      <a:pt x="1084413" y="1157004"/>
                      <a:pt x="1090018" y="1165411"/>
                      <a:pt x="1092172" y="1177588"/>
                    </a:cubicBezTo>
                    <a:cubicBezTo>
                      <a:pt x="1093466" y="1184703"/>
                      <a:pt x="1092604" y="1191383"/>
                      <a:pt x="1089694" y="1197635"/>
                    </a:cubicBezTo>
                    <a:cubicBezTo>
                      <a:pt x="1086783" y="1203887"/>
                      <a:pt x="1081933" y="1209276"/>
                      <a:pt x="1075360" y="1213695"/>
                    </a:cubicBezTo>
                    <a:cubicBezTo>
                      <a:pt x="1098424" y="1237729"/>
                      <a:pt x="1113405" y="1253249"/>
                      <a:pt x="1120410" y="1260147"/>
                    </a:cubicBezTo>
                    <a:lnTo>
                      <a:pt x="1091850" y="1265212"/>
                    </a:lnTo>
                    <a:lnTo>
                      <a:pt x="1054667" y="1223825"/>
                    </a:lnTo>
                    <a:lnTo>
                      <a:pt x="1040979" y="1226196"/>
                    </a:lnTo>
                    <a:lnTo>
                      <a:pt x="1040979" y="1226305"/>
                    </a:lnTo>
                    <a:lnTo>
                      <a:pt x="1049170" y="1272864"/>
                    </a:lnTo>
                    <a:lnTo>
                      <a:pt x="1023411" y="1277390"/>
                    </a:lnTo>
                    <a:lnTo>
                      <a:pt x="1001964" y="1156142"/>
                    </a:lnTo>
                    <a:lnTo>
                      <a:pt x="1037314" y="1149890"/>
                    </a:lnTo>
                    <a:cubicBezTo>
                      <a:pt x="1053805" y="1146981"/>
                      <a:pt x="1066522" y="1147843"/>
                      <a:pt x="1075468" y="1152370"/>
                    </a:cubicBezTo>
                    <a:close/>
                    <a:moveTo>
                      <a:pt x="1194537" y="1152580"/>
                    </a:moveTo>
                    <a:cubicBezTo>
                      <a:pt x="1188205" y="1146665"/>
                      <a:pt x="1179933" y="1144618"/>
                      <a:pt x="1169749" y="1146450"/>
                    </a:cubicBezTo>
                    <a:cubicBezTo>
                      <a:pt x="1159508" y="1148282"/>
                      <a:pt x="1152504" y="1153132"/>
                      <a:pt x="1148515" y="1160893"/>
                    </a:cubicBezTo>
                    <a:cubicBezTo>
                      <a:pt x="1144528" y="1168653"/>
                      <a:pt x="1143774" y="1179430"/>
                      <a:pt x="1146252" y="1192902"/>
                    </a:cubicBezTo>
                    <a:cubicBezTo>
                      <a:pt x="1148731" y="1206482"/>
                      <a:pt x="1153043" y="1216181"/>
                      <a:pt x="1159402" y="1222109"/>
                    </a:cubicBezTo>
                    <a:cubicBezTo>
                      <a:pt x="1165760" y="1228037"/>
                      <a:pt x="1174059" y="1230085"/>
                      <a:pt x="1184299" y="1228253"/>
                    </a:cubicBezTo>
                    <a:cubicBezTo>
                      <a:pt x="1204775" y="1224589"/>
                      <a:pt x="1212535" y="1209068"/>
                      <a:pt x="1207686" y="1181909"/>
                    </a:cubicBezTo>
                    <a:cubicBezTo>
                      <a:pt x="1205261" y="1168275"/>
                      <a:pt x="1200869" y="1158494"/>
                      <a:pt x="1194537" y="1152580"/>
                    </a:cubicBezTo>
                    <a:close/>
                    <a:moveTo>
                      <a:pt x="1191357" y="1124490"/>
                    </a:moveTo>
                    <a:cubicBezTo>
                      <a:pt x="1198956" y="1125891"/>
                      <a:pt x="1205691" y="1128827"/>
                      <a:pt x="1211565" y="1133300"/>
                    </a:cubicBezTo>
                    <a:cubicBezTo>
                      <a:pt x="1223314" y="1142246"/>
                      <a:pt x="1231074" y="1156797"/>
                      <a:pt x="1234631" y="1176844"/>
                    </a:cubicBezTo>
                    <a:lnTo>
                      <a:pt x="1234737" y="1176951"/>
                    </a:lnTo>
                    <a:cubicBezTo>
                      <a:pt x="1238293" y="1196997"/>
                      <a:pt x="1236139" y="1213272"/>
                      <a:pt x="1228164" y="1225882"/>
                    </a:cubicBezTo>
                    <a:cubicBezTo>
                      <a:pt x="1220188" y="1238493"/>
                      <a:pt x="1206823" y="1246360"/>
                      <a:pt x="1188285" y="1249701"/>
                    </a:cubicBezTo>
                    <a:cubicBezTo>
                      <a:pt x="1169749" y="1253041"/>
                      <a:pt x="1154444" y="1250240"/>
                      <a:pt x="1142588" y="1241293"/>
                    </a:cubicBezTo>
                    <a:cubicBezTo>
                      <a:pt x="1130734" y="1232348"/>
                      <a:pt x="1122973" y="1217690"/>
                      <a:pt x="1119308" y="1197537"/>
                    </a:cubicBezTo>
                    <a:cubicBezTo>
                      <a:pt x="1115643" y="1177383"/>
                      <a:pt x="1117907" y="1161108"/>
                      <a:pt x="1125991" y="1148606"/>
                    </a:cubicBezTo>
                    <a:cubicBezTo>
                      <a:pt x="1134074" y="1136211"/>
                      <a:pt x="1147439" y="1128344"/>
                      <a:pt x="1165976" y="1124895"/>
                    </a:cubicBezTo>
                    <a:cubicBezTo>
                      <a:pt x="1175298" y="1123224"/>
                      <a:pt x="1183759" y="1123089"/>
                      <a:pt x="1191357" y="1124490"/>
                    </a:cubicBezTo>
                    <a:close/>
                    <a:moveTo>
                      <a:pt x="1320380" y="1105806"/>
                    </a:moveTo>
                    <a:lnTo>
                      <a:pt x="1315745" y="1127255"/>
                    </a:lnTo>
                    <a:cubicBezTo>
                      <a:pt x="1308848" y="1125852"/>
                      <a:pt x="1303135" y="1124883"/>
                      <a:pt x="1298715" y="1124667"/>
                    </a:cubicBezTo>
                    <a:cubicBezTo>
                      <a:pt x="1294299" y="1124344"/>
                      <a:pt x="1290094" y="1124668"/>
                      <a:pt x="1285998" y="1125422"/>
                    </a:cubicBezTo>
                    <a:cubicBezTo>
                      <a:pt x="1281149" y="1126283"/>
                      <a:pt x="1277593" y="1128116"/>
                      <a:pt x="1275436" y="1130918"/>
                    </a:cubicBezTo>
                    <a:cubicBezTo>
                      <a:pt x="1273281" y="1133612"/>
                      <a:pt x="1272528" y="1136846"/>
                      <a:pt x="1273174" y="1140510"/>
                    </a:cubicBezTo>
                    <a:cubicBezTo>
                      <a:pt x="1273604" y="1142773"/>
                      <a:pt x="1274467" y="1144606"/>
                      <a:pt x="1275868" y="1146114"/>
                    </a:cubicBezTo>
                    <a:cubicBezTo>
                      <a:pt x="1277268" y="1147623"/>
                      <a:pt x="1279209" y="1148916"/>
                      <a:pt x="1281795" y="1150103"/>
                    </a:cubicBezTo>
                    <a:cubicBezTo>
                      <a:pt x="1284382" y="1151288"/>
                      <a:pt x="1290310" y="1153120"/>
                      <a:pt x="1299688" y="1155599"/>
                    </a:cubicBezTo>
                    <a:cubicBezTo>
                      <a:pt x="1311974" y="1158940"/>
                      <a:pt x="1320704" y="1162928"/>
                      <a:pt x="1325984" y="1167561"/>
                    </a:cubicBezTo>
                    <a:cubicBezTo>
                      <a:pt x="1331158" y="1172195"/>
                      <a:pt x="1334499" y="1178556"/>
                      <a:pt x="1336007" y="1186422"/>
                    </a:cubicBezTo>
                    <a:lnTo>
                      <a:pt x="1335683" y="1186423"/>
                    </a:lnTo>
                    <a:cubicBezTo>
                      <a:pt x="1337731" y="1197309"/>
                      <a:pt x="1335361" y="1206684"/>
                      <a:pt x="1328679" y="1214444"/>
                    </a:cubicBezTo>
                    <a:cubicBezTo>
                      <a:pt x="1321996" y="1222204"/>
                      <a:pt x="1311650" y="1227378"/>
                      <a:pt x="1297640" y="1229963"/>
                    </a:cubicBezTo>
                    <a:cubicBezTo>
                      <a:pt x="1284705" y="1232335"/>
                      <a:pt x="1272850" y="1232011"/>
                      <a:pt x="1261965" y="1228994"/>
                    </a:cubicBezTo>
                    <a:lnTo>
                      <a:pt x="1257547" y="1205176"/>
                    </a:lnTo>
                    <a:cubicBezTo>
                      <a:pt x="1266384" y="1207332"/>
                      <a:pt x="1273819" y="1208623"/>
                      <a:pt x="1279748" y="1209056"/>
                    </a:cubicBezTo>
                    <a:cubicBezTo>
                      <a:pt x="1285676" y="1209486"/>
                      <a:pt x="1290957" y="1209271"/>
                      <a:pt x="1295699" y="1208408"/>
                    </a:cubicBezTo>
                    <a:cubicBezTo>
                      <a:pt x="1301303" y="1207331"/>
                      <a:pt x="1305399" y="1205499"/>
                      <a:pt x="1308093" y="1202804"/>
                    </a:cubicBezTo>
                    <a:cubicBezTo>
                      <a:pt x="1310680" y="1200110"/>
                      <a:pt x="1311650" y="1196661"/>
                      <a:pt x="1310786" y="1192350"/>
                    </a:cubicBezTo>
                    <a:cubicBezTo>
                      <a:pt x="1310357" y="1189979"/>
                      <a:pt x="1309277" y="1188040"/>
                      <a:pt x="1307663" y="1186422"/>
                    </a:cubicBezTo>
                    <a:cubicBezTo>
                      <a:pt x="1306046" y="1184805"/>
                      <a:pt x="1303674" y="1183405"/>
                      <a:pt x="1300872" y="1182112"/>
                    </a:cubicBezTo>
                    <a:cubicBezTo>
                      <a:pt x="1297961" y="1180818"/>
                      <a:pt x="1292251" y="1179094"/>
                      <a:pt x="1283628" y="1176830"/>
                    </a:cubicBezTo>
                    <a:cubicBezTo>
                      <a:pt x="1275545" y="1174675"/>
                      <a:pt x="1269402" y="1172413"/>
                      <a:pt x="1265092" y="1169826"/>
                    </a:cubicBezTo>
                    <a:cubicBezTo>
                      <a:pt x="1260779" y="1167346"/>
                      <a:pt x="1257223" y="1164113"/>
                      <a:pt x="1254205" y="1160233"/>
                    </a:cubicBezTo>
                    <a:cubicBezTo>
                      <a:pt x="1251188" y="1156353"/>
                      <a:pt x="1249247" y="1151612"/>
                      <a:pt x="1248169" y="1145899"/>
                    </a:cubicBezTo>
                    <a:cubicBezTo>
                      <a:pt x="1246229" y="1135227"/>
                      <a:pt x="1248277" y="1126068"/>
                      <a:pt x="1254420" y="1118631"/>
                    </a:cubicBezTo>
                    <a:cubicBezTo>
                      <a:pt x="1260563" y="1111195"/>
                      <a:pt x="1270047" y="1106235"/>
                      <a:pt x="1282872" y="1103867"/>
                    </a:cubicBezTo>
                    <a:cubicBezTo>
                      <a:pt x="1289125" y="1102681"/>
                      <a:pt x="1295268" y="1102358"/>
                      <a:pt x="1301302" y="1102789"/>
                    </a:cubicBezTo>
                    <a:cubicBezTo>
                      <a:pt x="1307340" y="1103220"/>
                      <a:pt x="1313697" y="1104189"/>
                      <a:pt x="1320380" y="1105806"/>
                    </a:cubicBezTo>
                    <a:close/>
                    <a:moveTo>
                      <a:pt x="1413048" y="1088264"/>
                    </a:moveTo>
                    <a:lnTo>
                      <a:pt x="1408523" y="1109712"/>
                    </a:lnTo>
                    <a:cubicBezTo>
                      <a:pt x="1401625" y="1108310"/>
                      <a:pt x="1395912" y="1107449"/>
                      <a:pt x="1391493" y="1107233"/>
                    </a:cubicBezTo>
                    <a:cubicBezTo>
                      <a:pt x="1387075" y="1107018"/>
                      <a:pt x="1382872" y="1107233"/>
                      <a:pt x="1378775" y="1107988"/>
                    </a:cubicBezTo>
                    <a:cubicBezTo>
                      <a:pt x="1373926" y="1108957"/>
                      <a:pt x="1370368" y="1110789"/>
                      <a:pt x="1368213" y="1113484"/>
                    </a:cubicBezTo>
                    <a:cubicBezTo>
                      <a:pt x="1366057" y="1116179"/>
                      <a:pt x="1365303" y="1119411"/>
                      <a:pt x="1366057" y="1123076"/>
                    </a:cubicBezTo>
                    <a:cubicBezTo>
                      <a:pt x="1366490" y="1125339"/>
                      <a:pt x="1367351" y="1127172"/>
                      <a:pt x="1368752" y="1128680"/>
                    </a:cubicBezTo>
                    <a:cubicBezTo>
                      <a:pt x="1370152" y="1130189"/>
                      <a:pt x="1372095" y="1131483"/>
                      <a:pt x="1374681" y="1132669"/>
                    </a:cubicBezTo>
                    <a:cubicBezTo>
                      <a:pt x="1377268" y="1133854"/>
                      <a:pt x="1383194" y="1135578"/>
                      <a:pt x="1392572" y="1138058"/>
                    </a:cubicBezTo>
                    <a:cubicBezTo>
                      <a:pt x="1404858" y="1141290"/>
                      <a:pt x="1413696" y="1145277"/>
                      <a:pt x="1418868" y="1149912"/>
                    </a:cubicBezTo>
                    <a:cubicBezTo>
                      <a:pt x="1424042" y="1154546"/>
                      <a:pt x="1427383" y="1160798"/>
                      <a:pt x="1428892" y="1168665"/>
                    </a:cubicBezTo>
                    <a:lnTo>
                      <a:pt x="1429001" y="1168881"/>
                    </a:lnTo>
                    <a:cubicBezTo>
                      <a:pt x="1431047" y="1179767"/>
                      <a:pt x="1428784" y="1189143"/>
                      <a:pt x="1422103" y="1196903"/>
                    </a:cubicBezTo>
                    <a:cubicBezTo>
                      <a:pt x="1415420" y="1204663"/>
                      <a:pt x="1405073" y="1209837"/>
                      <a:pt x="1391063" y="1212531"/>
                    </a:cubicBezTo>
                    <a:cubicBezTo>
                      <a:pt x="1378129" y="1215010"/>
                      <a:pt x="1366274" y="1214687"/>
                      <a:pt x="1355389" y="1211669"/>
                    </a:cubicBezTo>
                    <a:lnTo>
                      <a:pt x="1350861" y="1187851"/>
                    </a:lnTo>
                    <a:cubicBezTo>
                      <a:pt x="1359699" y="1190005"/>
                      <a:pt x="1367136" y="1191192"/>
                      <a:pt x="1373064" y="1191622"/>
                    </a:cubicBezTo>
                    <a:cubicBezTo>
                      <a:pt x="1378991" y="1192053"/>
                      <a:pt x="1384272" y="1191838"/>
                      <a:pt x="1389015" y="1190868"/>
                    </a:cubicBezTo>
                    <a:cubicBezTo>
                      <a:pt x="1394620" y="1189790"/>
                      <a:pt x="1398714" y="1187958"/>
                      <a:pt x="1401302" y="1185156"/>
                    </a:cubicBezTo>
                    <a:cubicBezTo>
                      <a:pt x="1403889" y="1182462"/>
                      <a:pt x="1404857" y="1178905"/>
                      <a:pt x="1403995" y="1174702"/>
                    </a:cubicBezTo>
                    <a:cubicBezTo>
                      <a:pt x="1403564" y="1172330"/>
                      <a:pt x="1402486" y="1170391"/>
                      <a:pt x="1400870" y="1168774"/>
                    </a:cubicBezTo>
                    <a:cubicBezTo>
                      <a:pt x="1399145" y="1167156"/>
                      <a:pt x="1396882" y="1165756"/>
                      <a:pt x="1393971" y="1164570"/>
                    </a:cubicBezTo>
                    <a:cubicBezTo>
                      <a:pt x="1391063" y="1163385"/>
                      <a:pt x="1385350" y="1161552"/>
                      <a:pt x="1376729" y="1159290"/>
                    </a:cubicBezTo>
                    <a:cubicBezTo>
                      <a:pt x="1368645" y="1157242"/>
                      <a:pt x="1362501" y="1154871"/>
                      <a:pt x="1358190" y="1152392"/>
                    </a:cubicBezTo>
                    <a:cubicBezTo>
                      <a:pt x="1353880" y="1149912"/>
                      <a:pt x="1350214" y="1146680"/>
                      <a:pt x="1347197" y="1142908"/>
                    </a:cubicBezTo>
                    <a:cubicBezTo>
                      <a:pt x="1344179" y="1139027"/>
                      <a:pt x="1342131" y="1134284"/>
                      <a:pt x="1341054" y="1128680"/>
                    </a:cubicBezTo>
                    <a:cubicBezTo>
                      <a:pt x="1339007" y="1118011"/>
                      <a:pt x="1341054" y="1108850"/>
                      <a:pt x="1347198" y="1101413"/>
                    </a:cubicBezTo>
                    <a:cubicBezTo>
                      <a:pt x="1353340" y="1093869"/>
                      <a:pt x="1362716" y="1089019"/>
                      <a:pt x="1375542" y="1086539"/>
                    </a:cubicBezTo>
                    <a:cubicBezTo>
                      <a:pt x="1381793" y="1085354"/>
                      <a:pt x="1387936" y="1084923"/>
                      <a:pt x="1393972" y="1085354"/>
                    </a:cubicBezTo>
                    <a:cubicBezTo>
                      <a:pt x="1400008" y="1085785"/>
                      <a:pt x="1406367" y="1086754"/>
                      <a:pt x="1413048" y="1088264"/>
                    </a:cubicBezTo>
                    <a:close/>
                    <a:moveTo>
                      <a:pt x="1932711" y="1004956"/>
                    </a:moveTo>
                    <a:lnTo>
                      <a:pt x="1937562" y="1025957"/>
                    </a:lnTo>
                    <a:lnTo>
                      <a:pt x="1820791" y="1052938"/>
                    </a:lnTo>
                    <a:lnTo>
                      <a:pt x="1815939" y="1031936"/>
                    </a:lnTo>
                    <a:close/>
                    <a:moveTo>
                      <a:pt x="2307258" y="869261"/>
                    </a:moveTo>
                    <a:lnTo>
                      <a:pt x="2303487" y="891786"/>
                    </a:lnTo>
                    <a:cubicBezTo>
                      <a:pt x="2298529" y="890601"/>
                      <a:pt x="2293573" y="889739"/>
                      <a:pt x="2288723" y="889093"/>
                    </a:cubicBezTo>
                    <a:cubicBezTo>
                      <a:pt x="2283872" y="888445"/>
                      <a:pt x="2279130" y="888660"/>
                      <a:pt x="2274818" y="889632"/>
                    </a:cubicBezTo>
                    <a:lnTo>
                      <a:pt x="2274925" y="889415"/>
                    </a:lnTo>
                    <a:cubicBezTo>
                      <a:pt x="2265334" y="891463"/>
                      <a:pt x="2258652" y="896745"/>
                      <a:pt x="2254988" y="905044"/>
                    </a:cubicBezTo>
                    <a:cubicBezTo>
                      <a:pt x="2251322" y="913342"/>
                      <a:pt x="2250785" y="924013"/>
                      <a:pt x="2253587" y="936945"/>
                    </a:cubicBezTo>
                    <a:cubicBezTo>
                      <a:pt x="2259408" y="963783"/>
                      <a:pt x="2272340" y="974991"/>
                      <a:pt x="2292494" y="970680"/>
                    </a:cubicBezTo>
                    <a:cubicBezTo>
                      <a:pt x="2300900" y="968848"/>
                      <a:pt x="2310708" y="964537"/>
                      <a:pt x="2321809" y="957746"/>
                    </a:cubicBezTo>
                    <a:lnTo>
                      <a:pt x="2326444" y="979195"/>
                    </a:lnTo>
                    <a:cubicBezTo>
                      <a:pt x="2317498" y="985445"/>
                      <a:pt x="2306828" y="989864"/>
                      <a:pt x="2294650" y="992561"/>
                    </a:cubicBezTo>
                    <a:cubicBezTo>
                      <a:pt x="2277190" y="996331"/>
                      <a:pt x="2262639" y="993960"/>
                      <a:pt x="2251000" y="985338"/>
                    </a:cubicBezTo>
                    <a:cubicBezTo>
                      <a:pt x="2239469" y="976715"/>
                      <a:pt x="2231493" y="962489"/>
                      <a:pt x="2227181" y="942658"/>
                    </a:cubicBezTo>
                    <a:cubicBezTo>
                      <a:pt x="2224487" y="930156"/>
                      <a:pt x="2224378" y="918731"/>
                      <a:pt x="2226858" y="908277"/>
                    </a:cubicBezTo>
                    <a:cubicBezTo>
                      <a:pt x="2229337" y="897930"/>
                      <a:pt x="2234402" y="889200"/>
                      <a:pt x="2241838" y="882410"/>
                    </a:cubicBezTo>
                    <a:cubicBezTo>
                      <a:pt x="2249275" y="875620"/>
                      <a:pt x="2258760" y="870878"/>
                      <a:pt x="2270184" y="868400"/>
                    </a:cubicBezTo>
                    <a:cubicBezTo>
                      <a:pt x="2281826" y="865920"/>
                      <a:pt x="2294219" y="866136"/>
                      <a:pt x="2307258" y="869261"/>
                    </a:cubicBezTo>
                    <a:close/>
                    <a:moveTo>
                      <a:pt x="2383354" y="870986"/>
                    </a:moveTo>
                    <a:cubicBezTo>
                      <a:pt x="2378934" y="869477"/>
                      <a:pt x="2372576" y="869586"/>
                      <a:pt x="2364385" y="871418"/>
                    </a:cubicBezTo>
                    <a:lnTo>
                      <a:pt x="2356625" y="873142"/>
                    </a:lnTo>
                    <a:lnTo>
                      <a:pt x="2363738" y="905584"/>
                    </a:lnTo>
                    <a:lnTo>
                      <a:pt x="2371929" y="903752"/>
                    </a:lnTo>
                    <a:cubicBezTo>
                      <a:pt x="2380013" y="902028"/>
                      <a:pt x="2385618" y="899332"/>
                      <a:pt x="2388850" y="895776"/>
                    </a:cubicBezTo>
                    <a:cubicBezTo>
                      <a:pt x="2392083" y="892219"/>
                      <a:pt x="2393054" y="887585"/>
                      <a:pt x="2391868" y="881873"/>
                    </a:cubicBezTo>
                    <a:cubicBezTo>
                      <a:pt x="2390575" y="876160"/>
                      <a:pt x="2387773" y="872496"/>
                      <a:pt x="2383354" y="870986"/>
                    </a:cubicBezTo>
                    <a:close/>
                    <a:moveTo>
                      <a:pt x="2399738" y="851048"/>
                    </a:moveTo>
                    <a:cubicBezTo>
                      <a:pt x="2408898" y="855252"/>
                      <a:pt x="2414825" y="863443"/>
                      <a:pt x="2417413" y="875514"/>
                    </a:cubicBezTo>
                    <a:cubicBezTo>
                      <a:pt x="2418921" y="882627"/>
                      <a:pt x="2418382" y="889309"/>
                      <a:pt x="2415686" y="895668"/>
                    </a:cubicBezTo>
                    <a:cubicBezTo>
                      <a:pt x="2412993" y="902028"/>
                      <a:pt x="2408467" y="907524"/>
                      <a:pt x="2402000" y="912266"/>
                    </a:cubicBezTo>
                    <a:cubicBezTo>
                      <a:pt x="2426034" y="935330"/>
                      <a:pt x="2441661" y="950203"/>
                      <a:pt x="2448884" y="956887"/>
                    </a:cubicBezTo>
                    <a:lnTo>
                      <a:pt x="2420646" y="963136"/>
                    </a:lnTo>
                    <a:lnTo>
                      <a:pt x="2381844" y="923366"/>
                    </a:lnTo>
                    <a:lnTo>
                      <a:pt x="2368287" y="926378"/>
                    </a:lnTo>
                    <a:lnTo>
                      <a:pt x="2368266" y="926277"/>
                    </a:lnTo>
                    <a:lnTo>
                      <a:pt x="2368266" y="926383"/>
                    </a:lnTo>
                    <a:lnTo>
                      <a:pt x="2368287" y="926378"/>
                    </a:lnTo>
                    <a:lnTo>
                      <a:pt x="2378396" y="972405"/>
                    </a:lnTo>
                    <a:lnTo>
                      <a:pt x="2352852" y="978009"/>
                    </a:lnTo>
                    <a:lnTo>
                      <a:pt x="2326447" y="857838"/>
                    </a:lnTo>
                    <a:lnTo>
                      <a:pt x="2361477" y="850078"/>
                    </a:lnTo>
                    <a:cubicBezTo>
                      <a:pt x="2377857" y="846522"/>
                      <a:pt x="2390574" y="846845"/>
                      <a:pt x="2399738" y="851048"/>
                    </a:cubicBezTo>
                    <a:close/>
                    <a:moveTo>
                      <a:pt x="2462679" y="827665"/>
                    </a:moveTo>
                    <a:lnTo>
                      <a:pt x="2489408" y="947837"/>
                    </a:lnTo>
                    <a:lnTo>
                      <a:pt x="2463972" y="953548"/>
                    </a:lnTo>
                    <a:lnTo>
                      <a:pt x="2437245" y="833378"/>
                    </a:lnTo>
                    <a:close/>
                    <a:moveTo>
                      <a:pt x="2621112" y="792094"/>
                    </a:moveTo>
                    <a:lnTo>
                      <a:pt x="2648272" y="912158"/>
                    </a:lnTo>
                    <a:lnTo>
                      <a:pt x="2624560" y="917546"/>
                    </a:lnTo>
                    <a:lnTo>
                      <a:pt x="2611735" y="860747"/>
                    </a:lnTo>
                    <a:cubicBezTo>
                      <a:pt x="2611087" y="858053"/>
                      <a:pt x="2610443" y="854928"/>
                      <a:pt x="2609794" y="851480"/>
                    </a:cubicBezTo>
                    <a:cubicBezTo>
                      <a:pt x="2609040" y="847922"/>
                      <a:pt x="2607316" y="838546"/>
                      <a:pt x="2604622" y="823349"/>
                    </a:cubicBezTo>
                    <a:lnTo>
                      <a:pt x="2603868" y="823564"/>
                    </a:lnTo>
                    <a:lnTo>
                      <a:pt x="2594167" y="924552"/>
                    </a:lnTo>
                    <a:lnTo>
                      <a:pt x="2570887" y="929833"/>
                    </a:lnTo>
                    <a:lnTo>
                      <a:pt x="2570672" y="929617"/>
                    </a:lnTo>
                    <a:lnTo>
                      <a:pt x="2520449" y="841995"/>
                    </a:lnTo>
                    <a:lnTo>
                      <a:pt x="2519693" y="842210"/>
                    </a:lnTo>
                    <a:cubicBezTo>
                      <a:pt x="2525083" y="861179"/>
                      <a:pt x="2528424" y="873789"/>
                      <a:pt x="2529932" y="880255"/>
                    </a:cubicBezTo>
                    <a:lnTo>
                      <a:pt x="2542542" y="936084"/>
                    </a:lnTo>
                    <a:lnTo>
                      <a:pt x="2519800" y="941258"/>
                    </a:lnTo>
                    <a:lnTo>
                      <a:pt x="2492640" y="821194"/>
                    </a:lnTo>
                    <a:lnTo>
                      <a:pt x="2527345" y="813325"/>
                    </a:lnTo>
                    <a:lnTo>
                      <a:pt x="2576493" y="898686"/>
                    </a:lnTo>
                    <a:lnTo>
                      <a:pt x="2577031" y="898686"/>
                    </a:lnTo>
                    <a:cubicBezTo>
                      <a:pt x="2577031" y="898686"/>
                      <a:pt x="2586406" y="799961"/>
                      <a:pt x="2586406" y="799961"/>
                    </a:cubicBezTo>
                    <a:close/>
                    <a:moveTo>
                      <a:pt x="2719727" y="769357"/>
                    </a:moveTo>
                    <a:lnTo>
                      <a:pt x="2724468" y="790159"/>
                    </a:lnTo>
                    <a:lnTo>
                      <a:pt x="2680818" y="800182"/>
                    </a:lnTo>
                    <a:lnTo>
                      <a:pt x="2686855" y="826478"/>
                    </a:lnTo>
                    <a:lnTo>
                      <a:pt x="2727487" y="817103"/>
                    </a:lnTo>
                    <a:lnTo>
                      <a:pt x="2732229" y="837904"/>
                    </a:lnTo>
                    <a:lnTo>
                      <a:pt x="2691597" y="847279"/>
                    </a:lnTo>
                    <a:lnTo>
                      <a:pt x="2698712" y="878212"/>
                    </a:lnTo>
                    <a:lnTo>
                      <a:pt x="2742358" y="868189"/>
                    </a:lnTo>
                    <a:lnTo>
                      <a:pt x="2747210" y="889205"/>
                    </a:lnTo>
                    <a:lnTo>
                      <a:pt x="2747317" y="889312"/>
                    </a:lnTo>
                    <a:lnTo>
                      <a:pt x="2678232" y="905157"/>
                    </a:lnTo>
                    <a:lnTo>
                      <a:pt x="2650642" y="785200"/>
                    </a:lnTo>
                    <a:close/>
                    <a:moveTo>
                      <a:pt x="2859628" y="743814"/>
                    </a:moveTo>
                    <a:lnTo>
                      <a:pt x="2856071" y="765477"/>
                    </a:lnTo>
                    <a:cubicBezTo>
                      <a:pt x="2849067" y="764401"/>
                      <a:pt x="2843352" y="763753"/>
                      <a:pt x="2838934" y="763752"/>
                    </a:cubicBezTo>
                    <a:cubicBezTo>
                      <a:pt x="2834516" y="763753"/>
                      <a:pt x="2830312" y="764183"/>
                      <a:pt x="2826216" y="765046"/>
                    </a:cubicBezTo>
                    <a:cubicBezTo>
                      <a:pt x="2821367" y="766124"/>
                      <a:pt x="2818026" y="768172"/>
                      <a:pt x="2815978" y="770974"/>
                    </a:cubicBezTo>
                    <a:cubicBezTo>
                      <a:pt x="2813930" y="773776"/>
                      <a:pt x="2813282" y="777008"/>
                      <a:pt x="2814145" y="780673"/>
                    </a:cubicBezTo>
                    <a:cubicBezTo>
                      <a:pt x="2814684" y="782936"/>
                      <a:pt x="2815654" y="784768"/>
                      <a:pt x="2817056" y="786170"/>
                    </a:cubicBezTo>
                    <a:cubicBezTo>
                      <a:pt x="2818456" y="787571"/>
                      <a:pt x="2820504" y="788864"/>
                      <a:pt x="2823199" y="789833"/>
                    </a:cubicBezTo>
                    <a:cubicBezTo>
                      <a:pt x="2825786" y="790912"/>
                      <a:pt x="2831821" y="792420"/>
                      <a:pt x="2841305" y="794468"/>
                    </a:cubicBezTo>
                    <a:cubicBezTo>
                      <a:pt x="2853807" y="797163"/>
                      <a:pt x="2862647" y="800828"/>
                      <a:pt x="2868143" y="805139"/>
                    </a:cubicBezTo>
                    <a:cubicBezTo>
                      <a:pt x="2873531" y="809558"/>
                      <a:pt x="2877196" y="815702"/>
                      <a:pt x="2879027" y="823460"/>
                    </a:cubicBezTo>
                    <a:lnTo>
                      <a:pt x="2878812" y="823568"/>
                    </a:lnTo>
                    <a:cubicBezTo>
                      <a:pt x="2881290" y="834346"/>
                      <a:pt x="2879458" y="843830"/>
                      <a:pt x="2873099" y="851912"/>
                    </a:cubicBezTo>
                    <a:cubicBezTo>
                      <a:pt x="2866741" y="859996"/>
                      <a:pt x="2856717" y="865602"/>
                      <a:pt x="2842814" y="868834"/>
                    </a:cubicBezTo>
                    <a:cubicBezTo>
                      <a:pt x="2829989" y="871852"/>
                      <a:pt x="2818132" y="872068"/>
                      <a:pt x="2807140" y="869590"/>
                    </a:cubicBezTo>
                    <a:lnTo>
                      <a:pt x="2801643" y="845986"/>
                    </a:lnTo>
                    <a:cubicBezTo>
                      <a:pt x="2810589" y="847710"/>
                      <a:pt x="2818025" y="848680"/>
                      <a:pt x="2823953" y="848788"/>
                    </a:cubicBezTo>
                    <a:cubicBezTo>
                      <a:pt x="2829881" y="849004"/>
                      <a:pt x="2835161" y="848465"/>
                      <a:pt x="2839796" y="847386"/>
                    </a:cubicBezTo>
                    <a:cubicBezTo>
                      <a:pt x="2845401" y="846093"/>
                      <a:pt x="2849389" y="844046"/>
                      <a:pt x="2851868" y="841135"/>
                    </a:cubicBezTo>
                    <a:cubicBezTo>
                      <a:pt x="2854346" y="838333"/>
                      <a:pt x="2855101" y="834776"/>
                      <a:pt x="2854131" y="830574"/>
                    </a:cubicBezTo>
                    <a:cubicBezTo>
                      <a:pt x="2853591" y="828203"/>
                      <a:pt x="2852408" y="826263"/>
                      <a:pt x="2850682" y="824753"/>
                    </a:cubicBezTo>
                    <a:cubicBezTo>
                      <a:pt x="2848957" y="823244"/>
                      <a:pt x="2846587" y="821951"/>
                      <a:pt x="2843677" y="820873"/>
                    </a:cubicBezTo>
                    <a:cubicBezTo>
                      <a:pt x="2840766" y="819796"/>
                      <a:pt x="2834947" y="818288"/>
                      <a:pt x="2826217" y="816347"/>
                    </a:cubicBezTo>
                    <a:cubicBezTo>
                      <a:pt x="2818132" y="814623"/>
                      <a:pt x="2811774" y="812576"/>
                      <a:pt x="2807463" y="810312"/>
                    </a:cubicBezTo>
                    <a:cubicBezTo>
                      <a:pt x="2803043" y="808048"/>
                      <a:pt x="2799272" y="805031"/>
                      <a:pt x="2796146" y="801259"/>
                    </a:cubicBezTo>
                    <a:cubicBezTo>
                      <a:pt x="2793020" y="797594"/>
                      <a:pt x="2790757" y="792853"/>
                      <a:pt x="2789463" y="787247"/>
                    </a:cubicBezTo>
                    <a:cubicBezTo>
                      <a:pt x="2786985" y="776686"/>
                      <a:pt x="2788601" y="767417"/>
                      <a:pt x="2794423" y="759765"/>
                    </a:cubicBezTo>
                    <a:cubicBezTo>
                      <a:pt x="2800135" y="752006"/>
                      <a:pt x="2809402" y="746617"/>
                      <a:pt x="2822121" y="743706"/>
                    </a:cubicBezTo>
                    <a:cubicBezTo>
                      <a:pt x="2828371" y="742197"/>
                      <a:pt x="2834516" y="741551"/>
                      <a:pt x="2840443" y="741767"/>
                    </a:cubicBezTo>
                    <a:cubicBezTo>
                      <a:pt x="2846480" y="741874"/>
                      <a:pt x="2852838" y="742628"/>
                      <a:pt x="2859628" y="743814"/>
                    </a:cubicBezTo>
                    <a:close/>
                    <a:moveTo>
                      <a:pt x="2967397" y="718265"/>
                    </a:moveTo>
                    <a:lnTo>
                      <a:pt x="2964057" y="740900"/>
                    </a:lnTo>
                    <a:cubicBezTo>
                      <a:pt x="2959098" y="739822"/>
                      <a:pt x="2954139" y="739067"/>
                      <a:pt x="2949182" y="738528"/>
                    </a:cubicBezTo>
                    <a:cubicBezTo>
                      <a:pt x="2944224" y="737989"/>
                      <a:pt x="2939590" y="738312"/>
                      <a:pt x="2935279" y="739282"/>
                    </a:cubicBezTo>
                    <a:cubicBezTo>
                      <a:pt x="2925686" y="741545"/>
                      <a:pt x="2919219" y="746934"/>
                      <a:pt x="2915663" y="755342"/>
                    </a:cubicBezTo>
                    <a:cubicBezTo>
                      <a:pt x="2912106" y="763748"/>
                      <a:pt x="2911891" y="774417"/>
                      <a:pt x="2914910" y="787243"/>
                    </a:cubicBezTo>
                    <a:cubicBezTo>
                      <a:pt x="2921267" y="813972"/>
                      <a:pt x="2934416" y="824965"/>
                      <a:pt x="2954463" y="820115"/>
                    </a:cubicBezTo>
                    <a:cubicBezTo>
                      <a:pt x="2962869" y="818067"/>
                      <a:pt x="2972569" y="813648"/>
                      <a:pt x="2983564" y="806536"/>
                    </a:cubicBezTo>
                    <a:lnTo>
                      <a:pt x="2988629" y="827875"/>
                    </a:lnTo>
                    <a:cubicBezTo>
                      <a:pt x="2979790" y="834342"/>
                      <a:pt x="2969230" y="838977"/>
                      <a:pt x="2957158" y="841886"/>
                    </a:cubicBezTo>
                    <a:cubicBezTo>
                      <a:pt x="2939698" y="845982"/>
                      <a:pt x="2925147" y="843933"/>
                      <a:pt x="2913401" y="835527"/>
                    </a:cubicBezTo>
                    <a:cubicBezTo>
                      <a:pt x="2901653" y="827121"/>
                      <a:pt x="2893462" y="813109"/>
                      <a:pt x="2888720" y="793279"/>
                    </a:cubicBezTo>
                    <a:cubicBezTo>
                      <a:pt x="2885811" y="780776"/>
                      <a:pt x="2885487" y="769353"/>
                      <a:pt x="2887750" y="758898"/>
                    </a:cubicBezTo>
                    <a:cubicBezTo>
                      <a:pt x="2890013" y="748443"/>
                      <a:pt x="2894862" y="739713"/>
                      <a:pt x="2902192" y="732708"/>
                    </a:cubicBezTo>
                    <a:cubicBezTo>
                      <a:pt x="2909520" y="725702"/>
                      <a:pt x="2918898" y="720852"/>
                      <a:pt x="2930321" y="718158"/>
                    </a:cubicBezTo>
                    <a:cubicBezTo>
                      <a:pt x="2941962" y="715355"/>
                      <a:pt x="2954357" y="715464"/>
                      <a:pt x="2967397" y="718265"/>
                    </a:cubicBezTo>
                    <a:close/>
                    <a:moveTo>
                      <a:pt x="3055126" y="690135"/>
                    </a:moveTo>
                    <a:lnTo>
                      <a:pt x="3060084" y="710936"/>
                    </a:lnTo>
                    <a:lnTo>
                      <a:pt x="3016541" y="721390"/>
                    </a:lnTo>
                    <a:lnTo>
                      <a:pt x="3022903" y="747689"/>
                    </a:lnTo>
                    <a:lnTo>
                      <a:pt x="3063425" y="737880"/>
                    </a:lnTo>
                    <a:lnTo>
                      <a:pt x="3068382" y="758681"/>
                    </a:lnTo>
                    <a:lnTo>
                      <a:pt x="3027858" y="768490"/>
                    </a:lnTo>
                    <a:lnTo>
                      <a:pt x="3035296" y="799313"/>
                    </a:lnTo>
                    <a:lnTo>
                      <a:pt x="3078837" y="788858"/>
                    </a:lnTo>
                    <a:lnTo>
                      <a:pt x="3083902" y="809769"/>
                    </a:lnTo>
                    <a:lnTo>
                      <a:pt x="3014927" y="826365"/>
                    </a:lnTo>
                    <a:lnTo>
                      <a:pt x="2986150" y="706733"/>
                    </a:lnTo>
                    <a:close/>
                    <a:moveTo>
                      <a:pt x="3313909" y="753183"/>
                    </a:moveTo>
                    <a:lnTo>
                      <a:pt x="3313802" y="753290"/>
                    </a:lnTo>
                    <a:lnTo>
                      <a:pt x="3313783" y="753214"/>
                    </a:lnTo>
                    <a:close/>
                    <a:moveTo>
                      <a:pt x="3186079" y="658237"/>
                    </a:moveTo>
                    <a:lnTo>
                      <a:pt x="3215288" y="777761"/>
                    </a:lnTo>
                    <a:lnTo>
                      <a:pt x="3215181" y="777761"/>
                    </a:lnTo>
                    <a:lnTo>
                      <a:pt x="3182953" y="785630"/>
                    </a:lnTo>
                    <a:lnTo>
                      <a:pt x="3108803" y="707922"/>
                    </a:lnTo>
                    <a:lnTo>
                      <a:pt x="3108049" y="708138"/>
                    </a:lnTo>
                    <a:cubicBezTo>
                      <a:pt x="3113007" y="723872"/>
                      <a:pt x="3116348" y="735082"/>
                      <a:pt x="3117966" y="741980"/>
                    </a:cubicBezTo>
                    <a:lnTo>
                      <a:pt x="3131760" y="798239"/>
                    </a:lnTo>
                    <a:lnTo>
                      <a:pt x="3109126" y="803737"/>
                    </a:lnTo>
                    <a:lnTo>
                      <a:pt x="3079919" y="684211"/>
                    </a:lnTo>
                    <a:lnTo>
                      <a:pt x="3111928" y="676342"/>
                    </a:lnTo>
                    <a:lnTo>
                      <a:pt x="3185758" y="753188"/>
                    </a:lnTo>
                    <a:lnTo>
                      <a:pt x="3186295" y="753188"/>
                    </a:lnTo>
                    <a:cubicBezTo>
                      <a:pt x="3181663" y="737668"/>
                      <a:pt x="3178536" y="726783"/>
                      <a:pt x="3177029" y="720425"/>
                    </a:cubicBezTo>
                    <a:lnTo>
                      <a:pt x="3163232" y="663841"/>
                    </a:lnTo>
                    <a:close/>
                    <a:moveTo>
                      <a:pt x="3284162" y="633764"/>
                    </a:moveTo>
                    <a:lnTo>
                      <a:pt x="3289336" y="654565"/>
                    </a:lnTo>
                    <a:lnTo>
                      <a:pt x="3245901" y="665343"/>
                    </a:lnTo>
                    <a:lnTo>
                      <a:pt x="3252368" y="691533"/>
                    </a:lnTo>
                    <a:lnTo>
                      <a:pt x="3292784" y="681510"/>
                    </a:lnTo>
                    <a:lnTo>
                      <a:pt x="3297957" y="702312"/>
                    </a:lnTo>
                    <a:lnTo>
                      <a:pt x="3257542" y="712335"/>
                    </a:lnTo>
                    <a:lnTo>
                      <a:pt x="3265194" y="743159"/>
                    </a:lnTo>
                    <a:lnTo>
                      <a:pt x="3308629" y="732381"/>
                    </a:lnTo>
                    <a:lnTo>
                      <a:pt x="3313783" y="753214"/>
                    </a:lnTo>
                    <a:lnTo>
                      <a:pt x="3245148" y="770319"/>
                    </a:lnTo>
                    <a:lnTo>
                      <a:pt x="3215401" y="650901"/>
                    </a:lnTo>
                    <a:close/>
                    <a:moveTo>
                      <a:pt x="3423536" y="630796"/>
                    </a:moveTo>
                    <a:cubicBezTo>
                      <a:pt x="3416235" y="625825"/>
                      <a:pt x="3406913" y="624774"/>
                      <a:pt x="3395596" y="627630"/>
                    </a:cubicBezTo>
                    <a:lnTo>
                      <a:pt x="3382123" y="631078"/>
                    </a:lnTo>
                    <a:lnTo>
                      <a:pt x="3401847" y="708785"/>
                    </a:lnTo>
                    <a:lnTo>
                      <a:pt x="3412732" y="705983"/>
                    </a:lnTo>
                    <a:cubicBezTo>
                      <a:pt x="3437089" y="699733"/>
                      <a:pt x="3445928" y="683566"/>
                      <a:pt x="3439353" y="657483"/>
                    </a:cubicBezTo>
                    <a:cubicBezTo>
                      <a:pt x="3436119" y="644658"/>
                      <a:pt x="3430839" y="635767"/>
                      <a:pt x="3423536" y="630796"/>
                    </a:cubicBezTo>
                    <a:close/>
                    <a:moveTo>
                      <a:pt x="3416059" y="604619"/>
                    </a:moveTo>
                    <a:cubicBezTo>
                      <a:pt x="3424265" y="605266"/>
                      <a:pt x="3431700" y="607476"/>
                      <a:pt x="3438384" y="611247"/>
                    </a:cubicBezTo>
                    <a:cubicBezTo>
                      <a:pt x="3451747" y="618792"/>
                      <a:pt x="3460800" y="631833"/>
                      <a:pt x="3465542" y="650262"/>
                    </a:cubicBezTo>
                    <a:lnTo>
                      <a:pt x="3465435" y="650155"/>
                    </a:lnTo>
                    <a:cubicBezTo>
                      <a:pt x="3470391" y="669769"/>
                      <a:pt x="3468667" y="686260"/>
                      <a:pt x="3460153" y="699516"/>
                    </a:cubicBezTo>
                    <a:cubicBezTo>
                      <a:pt x="3451639" y="712773"/>
                      <a:pt x="3436874" y="722149"/>
                      <a:pt x="3415749" y="727538"/>
                    </a:cubicBezTo>
                    <a:lnTo>
                      <a:pt x="3382016" y="736161"/>
                    </a:lnTo>
                    <a:lnTo>
                      <a:pt x="3351622" y="616852"/>
                    </a:lnTo>
                    <a:lnTo>
                      <a:pt x="3389129" y="607367"/>
                    </a:lnTo>
                    <a:cubicBezTo>
                      <a:pt x="3398882" y="604889"/>
                      <a:pt x="3407855" y="603972"/>
                      <a:pt x="3416059" y="604619"/>
                    </a:cubicBezTo>
                    <a:close/>
                    <a:moveTo>
                      <a:pt x="3556163" y="595321"/>
                    </a:moveTo>
                    <a:cubicBezTo>
                      <a:pt x="3549386" y="589932"/>
                      <a:pt x="3540979" y="588557"/>
                      <a:pt x="3530956" y="591197"/>
                    </a:cubicBezTo>
                    <a:cubicBezTo>
                      <a:pt x="3520932" y="593784"/>
                      <a:pt x="3514251" y="599173"/>
                      <a:pt x="3510909" y="607257"/>
                    </a:cubicBezTo>
                    <a:cubicBezTo>
                      <a:pt x="3507568" y="615339"/>
                      <a:pt x="3507676" y="626010"/>
                      <a:pt x="3511126" y="639375"/>
                    </a:cubicBezTo>
                    <a:cubicBezTo>
                      <a:pt x="3514574" y="652630"/>
                      <a:pt x="3519747" y="662008"/>
                      <a:pt x="3526537" y="667396"/>
                    </a:cubicBezTo>
                    <a:cubicBezTo>
                      <a:pt x="3533328" y="672785"/>
                      <a:pt x="3541734" y="674186"/>
                      <a:pt x="3551865" y="671599"/>
                    </a:cubicBezTo>
                    <a:cubicBezTo>
                      <a:pt x="3572019" y="666318"/>
                      <a:pt x="3578595" y="650259"/>
                      <a:pt x="3571589" y="623531"/>
                    </a:cubicBezTo>
                    <a:cubicBezTo>
                      <a:pt x="3568086" y="610113"/>
                      <a:pt x="3562940" y="600709"/>
                      <a:pt x="3556163" y="595321"/>
                    </a:cubicBezTo>
                    <a:close/>
                    <a:moveTo>
                      <a:pt x="3550600" y="567689"/>
                    </a:moveTo>
                    <a:cubicBezTo>
                      <a:pt x="3558278" y="568485"/>
                      <a:pt x="3565229" y="570882"/>
                      <a:pt x="3571480" y="574924"/>
                    </a:cubicBezTo>
                    <a:cubicBezTo>
                      <a:pt x="3583985" y="583007"/>
                      <a:pt x="3592714" y="596803"/>
                      <a:pt x="3597886" y="616526"/>
                    </a:cubicBezTo>
                    <a:lnTo>
                      <a:pt x="3597994" y="616633"/>
                    </a:lnTo>
                    <a:cubicBezTo>
                      <a:pt x="3603168" y="636356"/>
                      <a:pt x="3602199" y="652739"/>
                      <a:pt x="3595193" y="665886"/>
                    </a:cubicBezTo>
                    <a:cubicBezTo>
                      <a:pt x="3588186" y="679036"/>
                      <a:pt x="3575576" y="687981"/>
                      <a:pt x="3557361" y="692724"/>
                    </a:cubicBezTo>
                    <a:cubicBezTo>
                      <a:pt x="3539147" y="697465"/>
                      <a:pt x="3523735" y="695849"/>
                      <a:pt x="3511126" y="687873"/>
                    </a:cubicBezTo>
                    <a:cubicBezTo>
                      <a:pt x="3498625" y="679790"/>
                      <a:pt x="3489678" y="665886"/>
                      <a:pt x="3484504" y="646057"/>
                    </a:cubicBezTo>
                    <a:cubicBezTo>
                      <a:pt x="3479330" y="626226"/>
                      <a:pt x="3480301" y="609844"/>
                      <a:pt x="3487306" y="596803"/>
                    </a:cubicBezTo>
                    <a:cubicBezTo>
                      <a:pt x="3494420" y="583761"/>
                      <a:pt x="3507029" y="574925"/>
                      <a:pt x="3525352" y="570074"/>
                    </a:cubicBezTo>
                    <a:cubicBezTo>
                      <a:pt x="3534514" y="567703"/>
                      <a:pt x="3542921" y="566895"/>
                      <a:pt x="3550600" y="567689"/>
                    </a:cubicBezTo>
                    <a:close/>
                    <a:moveTo>
                      <a:pt x="3786614" y="629668"/>
                    </a:moveTo>
                    <a:lnTo>
                      <a:pt x="3786506" y="629775"/>
                    </a:lnTo>
                    <a:lnTo>
                      <a:pt x="3786486" y="629703"/>
                    </a:lnTo>
                    <a:close/>
                    <a:moveTo>
                      <a:pt x="3754280" y="511006"/>
                    </a:moveTo>
                    <a:lnTo>
                      <a:pt x="3786486" y="629703"/>
                    </a:lnTo>
                    <a:lnTo>
                      <a:pt x="3754602" y="638398"/>
                    </a:lnTo>
                    <a:lnTo>
                      <a:pt x="3678512" y="562522"/>
                    </a:lnTo>
                    <a:lnTo>
                      <a:pt x="3677758" y="562737"/>
                    </a:lnTo>
                    <a:cubicBezTo>
                      <a:pt x="3683147" y="578367"/>
                      <a:pt x="3686704" y="589466"/>
                      <a:pt x="3688536" y="596257"/>
                    </a:cubicBezTo>
                    <a:lnTo>
                      <a:pt x="3703733" y="652193"/>
                    </a:lnTo>
                    <a:lnTo>
                      <a:pt x="3681206" y="658336"/>
                    </a:lnTo>
                    <a:lnTo>
                      <a:pt x="3648982" y="539567"/>
                    </a:lnTo>
                    <a:lnTo>
                      <a:pt x="3680775" y="530944"/>
                    </a:lnTo>
                    <a:lnTo>
                      <a:pt x="3756544" y="605956"/>
                    </a:lnTo>
                    <a:lnTo>
                      <a:pt x="3757083" y="605956"/>
                    </a:lnTo>
                    <a:cubicBezTo>
                      <a:pt x="3752125" y="590544"/>
                      <a:pt x="3748677" y="579767"/>
                      <a:pt x="3746951" y="573409"/>
                    </a:cubicBezTo>
                    <a:lnTo>
                      <a:pt x="3731647" y="517149"/>
                    </a:lnTo>
                    <a:close/>
                    <a:moveTo>
                      <a:pt x="3865171" y="511370"/>
                    </a:moveTo>
                    <a:cubicBezTo>
                      <a:pt x="3858326" y="506076"/>
                      <a:pt x="3849920" y="504810"/>
                      <a:pt x="3839950" y="507558"/>
                    </a:cubicBezTo>
                    <a:cubicBezTo>
                      <a:pt x="3829928" y="510360"/>
                      <a:pt x="3823352" y="515857"/>
                      <a:pt x="3820119" y="523939"/>
                    </a:cubicBezTo>
                    <a:cubicBezTo>
                      <a:pt x="3816887" y="532130"/>
                      <a:pt x="3817102" y="542802"/>
                      <a:pt x="3820873" y="556057"/>
                    </a:cubicBezTo>
                    <a:lnTo>
                      <a:pt x="3820875" y="556166"/>
                    </a:lnTo>
                    <a:cubicBezTo>
                      <a:pt x="3824538" y="569422"/>
                      <a:pt x="3829820" y="578692"/>
                      <a:pt x="3836716" y="583971"/>
                    </a:cubicBezTo>
                    <a:cubicBezTo>
                      <a:pt x="3843615" y="589253"/>
                      <a:pt x="3852022" y="590547"/>
                      <a:pt x="3862045" y="587744"/>
                    </a:cubicBezTo>
                    <a:cubicBezTo>
                      <a:pt x="3882089" y="582140"/>
                      <a:pt x="3888451" y="566081"/>
                      <a:pt x="3881015" y="539352"/>
                    </a:cubicBezTo>
                    <a:cubicBezTo>
                      <a:pt x="3877295" y="525987"/>
                      <a:pt x="3872013" y="516666"/>
                      <a:pt x="3865171" y="511370"/>
                    </a:cubicBezTo>
                    <a:close/>
                    <a:moveTo>
                      <a:pt x="3859242" y="484103"/>
                    </a:moveTo>
                    <a:cubicBezTo>
                      <a:pt x="3866949" y="484790"/>
                      <a:pt x="3873955" y="487080"/>
                      <a:pt x="3880259" y="490960"/>
                    </a:cubicBezTo>
                    <a:cubicBezTo>
                      <a:pt x="3892867" y="498721"/>
                      <a:pt x="3901814" y="512516"/>
                      <a:pt x="3907310" y="532239"/>
                    </a:cubicBezTo>
                    <a:lnTo>
                      <a:pt x="3907420" y="532131"/>
                    </a:lnTo>
                    <a:cubicBezTo>
                      <a:pt x="3912914" y="551746"/>
                      <a:pt x="3912159" y="568237"/>
                      <a:pt x="3905370" y="581493"/>
                    </a:cubicBezTo>
                    <a:cubicBezTo>
                      <a:pt x="3898580" y="594749"/>
                      <a:pt x="3886078" y="603911"/>
                      <a:pt x="3867864" y="608976"/>
                    </a:cubicBezTo>
                    <a:cubicBezTo>
                      <a:pt x="3849650" y="614042"/>
                      <a:pt x="3834238" y="612641"/>
                      <a:pt x="3821628" y="604772"/>
                    </a:cubicBezTo>
                    <a:cubicBezTo>
                      <a:pt x="3809018" y="596905"/>
                      <a:pt x="3799857" y="583110"/>
                      <a:pt x="3794361" y="563388"/>
                    </a:cubicBezTo>
                    <a:cubicBezTo>
                      <a:pt x="3788864" y="543662"/>
                      <a:pt x="3789618" y="527174"/>
                      <a:pt x="3796408" y="514133"/>
                    </a:cubicBezTo>
                    <a:cubicBezTo>
                      <a:pt x="3803305" y="500984"/>
                      <a:pt x="3815808" y="491930"/>
                      <a:pt x="3834023" y="486865"/>
                    </a:cubicBezTo>
                    <a:cubicBezTo>
                      <a:pt x="3843130" y="484332"/>
                      <a:pt x="3851536" y="483416"/>
                      <a:pt x="3859242" y="484103"/>
                    </a:cubicBezTo>
                    <a:close/>
                    <a:moveTo>
                      <a:pt x="3993105" y="444073"/>
                    </a:moveTo>
                    <a:lnTo>
                      <a:pt x="3999031" y="464982"/>
                    </a:lnTo>
                    <a:lnTo>
                      <a:pt x="3966915" y="474035"/>
                    </a:lnTo>
                    <a:lnTo>
                      <a:pt x="3994505" y="571572"/>
                    </a:lnTo>
                    <a:lnTo>
                      <a:pt x="3994396" y="571681"/>
                    </a:lnTo>
                    <a:lnTo>
                      <a:pt x="3969285" y="578793"/>
                    </a:lnTo>
                    <a:lnTo>
                      <a:pt x="3941695" y="481256"/>
                    </a:lnTo>
                    <a:lnTo>
                      <a:pt x="3909577" y="490310"/>
                    </a:lnTo>
                    <a:lnTo>
                      <a:pt x="3903649" y="469400"/>
                    </a:lnTo>
                    <a:close/>
                    <a:moveTo>
                      <a:pt x="4140434" y="408827"/>
                    </a:moveTo>
                    <a:lnTo>
                      <a:pt x="4138279" y="431567"/>
                    </a:lnTo>
                    <a:cubicBezTo>
                      <a:pt x="4133213" y="430705"/>
                      <a:pt x="4128256" y="430165"/>
                      <a:pt x="4123298" y="429950"/>
                    </a:cubicBezTo>
                    <a:cubicBezTo>
                      <a:pt x="4118340" y="429735"/>
                      <a:pt x="4113705" y="430165"/>
                      <a:pt x="4109395" y="431459"/>
                    </a:cubicBezTo>
                    <a:lnTo>
                      <a:pt x="4109179" y="431458"/>
                    </a:lnTo>
                    <a:cubicBezTo>
                      <a:pt x="4099695" y="434154"/>
                      <a:pt x="4093443" y="439866"/>
                      <a:pt x="4090317" y="448379"/>
                    </a:cubicBezTo>
                    <a:cubicBezTo>
                      <a:pt x="4087193" y="457002"/>
                      <a:pt x="4087517" y="467565"/>
                      <a:pt x="4091180" y="480282"/>
                    </a:cubicBezTo>
                    <a:cubicBezTo>
                      <a:pt x="4098832" y="506687"/>
                      <a:pt x="4112520" y="516926"/>
                      <a:pt x="4132352" y="511214"/>
                    </a:cubicBezTo>
                    <a:cubicBezTo>
                      <a:pt x="4140649" y="508843"/>
                      <a:pt x="4150135" y="503778"/>
                      <a:pt x="4160695" y="496233"/>
                    </a:cubicBezTo>
                    <a:lnTo>
                      <a:pt x="4166732" y="517249"/>
                    </a:lnTo>
                    <a:cubicBezTo>
                      <a:pt x="4158217" y="524147"/>
                      <a:pt x="4147979" y="529212"/>
                      <a:pt x="4136016" y="532770"/>
                    </a:cubicBezTo>
                    <a:cubicBezTo>
                      <a:pt x="4118772" y="537726"/>
                      <a:pt x="4104115" y="536327"/>
                      <a:pt x="4092043" y="528566"/>
                    </a:cubicBezTo>
                    <a:cubicBezTo>
                      <a:pt x="4079865" y="520806"/>
                      <a:pt x="4071026" y="507119"/>
                      <a:pt x="4065421" y="487611"/>
                    </a:cubicBezTo>
                    <a:cubicBezTo>
                      <a:pt x="4061865" y="475323"/>
                      <a:pt x="4061004" y="463900"/>
                      <a:pt x="4062836" y="453338"/>
                    </a:cubicBezTo>
                    <a:cubicBezTo>
                      <a:pt x="4064666" y="442775"/>
                      <a:pt x="4068979" y="433830"/>
                      <a:pt x="4075983" y="426502"/>
                    </a:cubicBezTo>
                    <a:cubicBezTo>
                      <a:pt x="4082989" y="419173"/>
                      <a:pt x="4092042" y="413892"/>
                      <a:pt x="4103359" y="410551"/>
                    </a:cubicBezTo>
                    <a:cubicBezTo>
                      <a:pt x="4114892" y="407210"/>
                      <a:pt x="4127178" y="406670"/>
                      <a:pt x="4140434" y="408827"/>
                    </a:cubicBezTo>
                    <a:close/>
                    <a:moveTo>
                      <a:pt x="4216192" y="405592"/>
                    </a:moveTo>
                    <a:cubicBezTo>
                      <a:pt x="4211668" y="404407"/>
                      <a:pt x="4205307" y="404946"/>
                      <a:pt x="4197224" y="407316"/>
                    </a:cubicBezTo>
                    <a:lnTo>
                      <a:pt x="4189573" y="409580"/>
                    </a:lnTo>
                    <a:lnTo>
                      <a:pt x="4198949" y="441481"/>
                    </a:lnTo>
                    <a:lnTo>
                      <a:pt x="4198949" y="441374"/>
                    </a:lnTo>
                    <a:lnTo>
                      <a:pt x="4207032" y="439003"/>
                    </a:lnTo>
                    <a:cubicBezTo>
                      <a:pt x="4214900" y="436631"/>
                      <a:pt x="4220397" y="433614"/>
                      <a:pt x="4223414" y="429949"/>
                    </a:cubicBezTo>
                    <a:cubicBezTo>
                      <a:pt x="4226431" y="426177"/>
                      <a:pt x="4227078" y="421543"/>
                      <a:pt x="4225462" y="415830"/>
                    </a:cubicBezTo>
                    <a:cubicBezTo>
                      <a:pt x="4223846" y="410227"/>
                      <a:pt x="4220719" y="406777"/>
                      <a:pt x="4216192" y="405592"/>
                    </a:cubicBezTo>
                    <a:close/>
                    <a:moveTo>
                      <a:pt x="4230957" y="384467"/>
                    </a:moveTo>
                    <a:cubicBezTo>
                      <a:pt x="4240335" y="388026"/>
                      <a:pt x="4246801" y="395785"/>
                      <a:pt x="4250358" y="407748"/>
                    </a:cubicBezTo>
                    <a:cubicBezTo>
                      <a:pt x="4252406" y="414646"/>
                      <a:pt x="4252297" y="421435"/>
                      <a:pt x="4250034" y="428010"/>
                    </a:cubicBezTo>
                    <a:cubicBezTo>
                      <a:pt x="4247771" y="434584"/>
                      <a:pt x="4243677" y="440403"/>
                      <a:pt x="4237534" y="445471"/>
                    </a:cubicBezTo>
                    <a:cubicBezTo>
                      <a:pt x="4263075" y="466810"/>
                      <a:pt x="4279673" y="480605"/>
                      <a:pt x="4287325" y="486748"/>
                    </a:cubicBezTo>
                    <a:lnTo>
                      <a:pt x="4259519" y="494938"/>
                    </a:lnTo>
                    <a:lnTo>
                      <a:pt x="4218025" y="457863"/>
                    </a:lnTo>
                    <a:lnTo>
                      <a:pt x="4204661" y="461743"/>
                    </a:lnTo>
                    <a:lnTo>
                      <a:pt x="4204876" y="461743"/>
                    </a:lnTo>
                    <a:lnTo>
                      <a:pt x="4218132" y="507116"/>
                    </a:lnTo>
                    <a:lnTo>
                      <a:pt x="4193129" y="514446"/>
                    </a:lnTo>
                    <a:lnTo>
                      <a:pt x="4158425" y="396323"/>
                    </a:lnTo>
                    <a:lnTo>
                      <a:pt x="4192806" y="386193"/>
                    </a:lnTo>
                    <a:cubicBezTo>
                      <a:pt x="4208864" y="381450"/>
                      <a:pt x="4221582" y="380911"/>
                      <a:pt x="4230957" y="384467"/>
                    </a:cubicBezTo>
                    <a:close/>
                    <a:moveTo>
                      <a:pt x="4348981" y="371440"/>
                    </a:moveTo>
                    <a:cubicBezTo>
                      <a:pt x="4342044" y="366294"/>
                      <a:pt x="4333609" y="365216"/>
                      <a:pt x="4323640" y="368180"/>
                    </a:cubicBezTo>
                    <a:cubicBezTo>
                      <a:pt x="4313725" y="371199"/>
                      <a:pt x="4307150" y="376695"/>
                      <a:pt x="4304134" y="384992"/>
                    </a:cubicBezTo>
                    <a:cubicBezTo>
                      <a:pt x="4301115" y="393183"/>
                      <a:pt x="4301546" y="403854"/>
                      <a:pt x="4305426" y="417110"/>
                    </a:cubicBezTo>
                    <a:lnTo>
                      <a:pt x="4305427" y="417002"/>
                    </a:lnTo>
                    <a:cubicBezTo>
                      <a:pt x="4309307" y="430151"/>
                      <a:pt x="4314804" y="439311"/>
                      <a:pt x="4321808" y="444485"/>
                    </a:cubicBezTo>
                    <a:cubicBezTo>
                      <a:pt x="4328814" y="449658"/>
                      <a:pt x="4337220" y="450736"/>
                      <a:pt x="4347244" y="447826"/>
                    </a:cubicBezTo>
                    <a:cubicBezTo>
                      <a:pt x="4367182" y="441898"/>
                      <a:pt x="4373218" y="425624"/>
                      <a:pt x="4365351" y="399111"/>
                    </a:cubicBezTo>
                    <a:cubicBezTo>
                      <a:pt x="4361362" y="385801"/>
                      <a:pt x="4355920" y="376587"/>
                      <a:pt x="4348981" y="371440"/>
                    </a:cubicBezTo>
                    <a:close/>
                    <a:moveTo>
                      <a:pt x="4342420" y="344038"/>
                    </a:moveTo>
                    <a:cubicBezTo>
                      <a:pt x="4350126" y="344577"/>
                      <a:pt x="4357159" y="346733"/>
                      <a:pt x="4363518" y="350505"/>
                    </a:cubicBezTo>
                    <a:cubicBezTo>
                      <a:pt x="4376235" y="358048"/>
                      <a:pt x="4385505" y="371628"/>
                      <a:pt x="4391324" y="391244"/>
                    </a:cubicBezTo>
                    <a:lnTo>
                      <a:pt x="4391432" y="391351"/>
                    </a:lnTo>
                    <a:cubicBezTo>
                      <a:pt x="4397252" y="410858"/>
                      <a:pt x="4396929" y="427348"/>
                      <a:pt x="4390354" y="440713"/>
                    </a:cubicBezTo>
                    <a:cubicBezTo>
                      <a:pt x="4383780" y="454078"/>
                      <a:pt x="4371493" y="463453"/>
                      <a:pt x="4353386" y="468842"/>
                    </a:cubicBezTo>
                    <a:cubicBezTo>
                      <a:pt x="4335281" y="474231"/>
                      <a:pt x="4319869" y="473155"/>
                      <a:pt x="4307043" y="465501"/>
                    </a:cubicBezTo>
                    <a:cubicBezTo>
                      <a:pt x="4294218" y="457849"/>
                      <a:pt x="4284840" y="444269"/>
                      <a:pt x="4279021" y="424655"/>
                    </a:cubicBezTo>
                    <a:cubicBezTo>
                      <a:pt x="4273202" y="405039"/>
                      <a:pt x="4273524" y="388549"/>
                      <a:pt x="4280207" y="375293"/>
                    </a:cubicBezTo>
                    <a:cubicBezTo>
                      <a:pt x="4286781" y="362037"/>
                      <a:pt x="4299174" y="352659"/>
                      <a:pt x="4317282" y="347271"/>
                    </a:cubicBezTo>
                    <a:cubicBezTo>
                      <a:pt x="4326335" y="344577"/>
                      <a:pt x="4334714" y="343498"/>
                      <a:pt x="4342420" y="344038"/>
                    </a:cubicBezTo>
                    <a:close/>
                    <a:moveTo>
                      <a:pt x="4468592" y="311170"/>
                    </a:moveTo>
                    <a:lnTo>
                      <a:pt x="4466436" y="333049"/>
                    </a:lnTo>
                    <a:cubicBezTo>
                      <a:pt x="4459323" y="332401"/>
                      <a:pt x="4453610" y="332186"/>
                      <a:pt x="4449192" y="332401"/>
                    </a:cubicBezTo>
                    <a:cubicBezTo>
                      <a:pt x="4444774" y="332617"/>
                      <a:pt x="4440570" y="333373"/>
                      <a:pt x="4436583" y="334558"/>
                    </a:cubicBezTo>
                    <a:cubicBezTo>
                      <a:pt x="4431840" y="335959"/>
                      <a:pt x="4428606" y="338222"/>
                      <a:pt x="4426666" y="341131"/>
                    </a:cubicBezTo>
                    <a:cubicBezTo>
                      <a:pt x="4424834" y="344150"/>
                      <a:pt x="4424403" y="347382"/>
                      <a:pt x="4425481" y="350939"/>
                    </a:cubicBezTo>
                    <a:cubicBezTo>
                      <a:pt x="4426127" y="353095"/>
                      <a:pt x="4427205" y="354928"/>
                      <a:pt x="4428714" y="356221"/>
                    </a:cubicBezTo>
                    <a:cubicBezTo>
                      <a:pt x="4430223" y="357514"/>
                      <a:pt x="4432379" y="358591"/>
                      <a:pt x="4435073" y="359454"/>
                    </a:cubicBezTo>
                    <a:cubicBezTo>
                      <a:pt x="4437769" y="360317"/>
                      <a:pt x="4443911" y="361501"/>
                      <a:pt x="4453396" y="362903"/>
                    </a:cubicBezTo>
                    <a:cubicBezTo>
                      <a:pt x="4466005" y="364842"/>
                      <a:pt x="4475167" y="367860"/>
                      <a:pt x="4480880" y="371849"/>
                    </a:cubicBezTo>
                    <a:cubicBezTo>
                      <a:pt x="4486591" y="375944"/>
                      <a:pt x="4490578" y="381763"/>
                      <a:pt x="4492949" y="389415"/>
                    </a:cubicBezTo>
                    <a:lnTo>
                      <a:pt x="4493057" y="389308"/>
                    </a:lnTo>
                    <a:cubicBezTo>
                      <a:pt x="4496291" y="399977"/>
                      <a:pt x="4494998" y="409462"/>
                      <a:pt x="4489176" y="417976"/>
                    </a:cubicBezTo>
                    <a:cubicBezTo>
                      <a:pt x="4483357" y="426382"/>
                      <a:pt x="4473657" y="432741"/>
                      <a:pt x="4459970" y="436836"/>
                    </a:cubicBezTo>
                    <a:cubicBezTo>
                      <a:pt x="4447360" y="440609"/>
                      <a:pt x="4435611" y="441687"/>
                      <a:pt x="4424510" y="439855"/>
                    </a:cubicBezTo>
                    <a:lnTo>
                      <a:pt x="4417506" y="416683"/>
                    </a:lnTo>
                    <a:cubicBezTo>
                      <a:pt x="4426558" y="417868"/>
                      <a:pt x="4433994" y="418300"/>
                      <a:pt x="4439924" y="418083"/>
                    </a:cubicBezTo>
                    <a:cubicBezTo>
                      <a:pt x="4445850" y="417868"/>
                      <a:pt x="4451132" y="417114"/>
                      <a:pt x="4455658" y="415713"/>
                    </a:cubicBezTo>
                    <a:cubicBezTo>
                      <a:pt x="4461155" y="414096"/>
                      <a:pt x="4465034" y="411725"/>
                      <a:pt x="4467299" y="408707"/>
                    </a:cubicBezTo>
                    <a:cubicBezTo>
                      <a:pt x="4469563" y="405690"/>
                      <a:pt x="4470102" y="402134"/>
                      <a:pt x="4468807" y="398038"/>
                    </a:cubicBezTo>
                    <a:cubicBezTo>
                      <a:pt x="4468163" y="395774"/>
                      <a:pt x="4466868" y="393834"/>
                      <a:pt x="4465034" y="392433"/>
                    </a:cubicBezTo>
                    <a:cubicBezTo>
                      <a:pt x="4463204" y="391032"/>
                      <a:pt x="4460832" y="389847"/>
                      <a:pt x="4457815" y="388984"/>
                    </a:cubicBezTo>
                    <a:cubicBezTo>
                      <a:pt x="4454795" y="388122"/>
                      <a:pt x="4448868" y="386937"/>
                      <a:pt x="4440139" y="385644"/>
                    </a:cubicBezTo>
                    <a:cubicBezTo>
                      <a:pt x="4431947" y="384459"/>
                      <a:pt x="4425483" y="382842"/>
                      <a:pt x="4420955" y="380794"/>
                    </a:cubicBezTo>
                    <a:cubicBezTo>
                      <a:pt x="4416428" y="378746"/>
                      <a:pt x="4412439" y="376051"/>
                      <a:pt x="4408991" y="372494"/>
                    </a:cubicBezTo>
                    <a:cubicBezTo>
                      <a:pt x="4405542" y="369046"/>
                      <a:pt x="4403064" y="364519"/>
                      <a:pt x="4401340" y="359023"/>
                    </a:cubicBezTo>
                    <a:cubicBezTo>
                      <a:pt x="4398215" y="348569"/>
                      <a:pt x="4399183" y="339301"/>
                      <a:pt x="4404466" y="331217"/>
                    </a:cubicBezTo>
                    <a:cubicBezTo>
                      <a:pt x="4409745" y="323134"/>
                      <a:pt x="4418584" y="317206"/>
                      <a:pt x="4431086" y="313433"/>
                    </a:cubicBezTo>
                    <a:cubicBezTo>
                      <a:pt x="4437230" y="311600"/>
                      <a:pt x="4443265" y="310524"/>
                      <a:pt x="4449300" y="310307"/>
                    </a:cubicBezTo>
                    <a:cubicBezTo>
                      <a:pt x="4455337" y="310092"/>
                      <a:pt x="4461696" y="310307"/>
                      <a:pt x="4468592" y="311170"/>
                    </a:cubicBezTo>
                    <a:close/>
                    <a:moveTo>
                      <a:pt x="4558924" y="283243"/>
                    </a:moveTo>
                    <a:lnTo>
                      <a:pt x="4556876" y="305120"/>
                    </a:lnTo>
                    <a:cubicBezTo>
                      <a:pt x="4549761" y="304474"/>
                      <a:pt x="4544050" y="304259"/>
                      <a:pt x="4539631" y="304474"/>
                    </a:cubicBezTo>
                    <a:cubicBezTo>
                      <a:pt x="4535213" y="304689"/>
                      <a:pt x="4531008" y="305444"/>
                      <a:pt x="4527021" y="306629"/>
                    </a:cubicBezTo>
                    <a:cubicBezTo>
                      <a:pt x="4522279" y="308031"/>
                      <a:pt x="4519046" y="310293"/>
                      <a:pt x="4517214" y="313310"/>
                    </a:cubicBezTo>
                    <a:cubicBezTo>
                      <a:pt x="4515382" y="316329"/>
                      <a:pt x="4514952" y="319562"/>
                      <a:pt x="4516028" y="323119"/>
                    </a:cubicBezTo>
                    <a:cubicBezTo>
                      <a:pt x="4516676" y="325275"/>
                      <a:pt x="4517861" y="327107"/>
                      <a:pt x="4519369" y="328400"/>
                    </a:cubicBezTo>
                    <a:cubicBezTo>
                      <a:pt x="4520878" y="329693"/>
                      <a:pt x="4523033" y="330770"/>
                      <a:pt x="4525729" y="331633"/>
                    </a:cubicBezTo>
                    <a:cubicBezTo>
                      <a:pt x="4528421" y="332496"/>
                      <a:pt x="4534564" y="333573"/>
                      <a:pt x="4544050" y="335081"/>
                    </a:cubicBezTo>
                    <a:cubicBezTo>
                      <a:pt x="4556659" y="336914"/>
                      <a:pt x="4565821" y="339933"/>
                      <a:pt x="4571534" y="343920"/>
                    </a:cubicBezTo>
                    <a:cubicBezTo>
                      <a:pt x="4577246" y="347908"/>
                      <a:pt x="4581234" y="353834"/>
                      <a:pt x="4583603" y="361488"/>
                    </a:cubicBezTo>
                    <a:lnTo>
                      <a:pt x="4583496" y="361488"/>
                    </a:lnTo>
                    <a:cubicBezTo>
                      <a:pt x="4586730" y="372157"/>
                      <a:pt x="4585544" y="381641"/>
                      <a:pt x="4579723" y="390156"/>
                    </a:cubicBezTo>
                    <a:cubicBezTo>
                      <a:pt x="4573905" y="398671"/>
                      <a:pt x="4564203" y="404921"/>
                      <a:pt x="4550625" y="409124"/>
                    </a:cubicBezTo>
                    <a:cubicBezTo>
                      <a:pt x="4538015" y="413004"/>
                      <a:pt x="4526268" y="414083"/>
                      <a:pt x="4515166" y="412250"/>
                    </a:cubicBezTo>
                    <a:lnTo>
                      <a:pt x="4508054" y="389078"/>
                    </a:lnTo>
                    <a:cubicBezTo>
                      <a:pt x="4517107" y="390156"/>
                      <a:pt x="4524543" y="390586"/>
                      <a:pt x="4530470" y="390371"/>
                    </a:cubicBezTo>
                    <a:cubicBezTo>
                      <a:pt x="4536397" y="390156"/>
                      <a:pt x="4541679" y="389293"/>
                      <a:pt x="4546206" y="387894"/>
                    </a:cubicBezTo>
                    <a:cubicBezTo>
                      <a:pt x="4551701" y="386168"/>
                      <a:pt x="4555584" y="383904"/>
                      <a:pt x="4557845" y="380887"/>
                    </a:cubicBezTo>
                    <a:cubicBezTo>
                      <a:pt x="4560108" y="377870"/>
                      <a:pt x="4560647" y="374313"/>
                      <a:pt x="4559354" y="370218"/>
                    </a:cubicBezTo>
                    <a:cubicBezTo>
                      <a:pt x="4558600" y="367953"/>
                      <a:pt x="4557413" y="366014"/>
                      <a:pt x="4555583" y="364612"/>
                    </a:cubicBezTo>
                    <a:cubicBezTo>
                      <a:pt x="4553749" y="363212"/>
                      <a:pt x="4551270" y="362025"/>
                      <a:pt x="4548360" y="361164"/>
                    </a:cubicBezTo>
                    <a:cubicBezTo>
                      <a:pt x="4545343" y="360301"/>
                      <a:pt x="4539416" y="359116"/>
                      <a:pt x="4530686" y="357823"/>
                    </a:cubicBezTo>
                    <a:cubicBezTo>
                      <a:pt x="4522495" y="356636"/>
                      <a:pt x="4516026" y="355021"/>
                      <a:pt x="4511501" y="353080"/>
                    </a:cubicBezTo>
                    <a:cubicBezTo>
                      <a:pt x="4506974" y="351032"/>
                      <a:pt x="4502988" y="348339"/>
                      <a:pt x="4499538" y="344889"/>
                    </a:cubicBezTo>
                    <a:cubicBezTo>
                      <a:pt x="4496089" y="341441"/>
                      <a:pt x="4493612" y="336914"/>
                      <a:pt x="4491888" y="331419"/>
                    </a:cubicBezTo>
                    <a:cubicBezTo>
                      <a:pt x="4488652" y="320964"/>
                      <a:pt x="4489730" y="311695"/>
                      <a:pt x="4494905" y="303612"/>
                    </a:cubicBezTo>
                    <a:cubicBezTo>
                      <a:pt x="4500184" y="295529"/>
                      <a:pt x="4509023" y="289492"/>
                      <a:pt x="4521416" y="285720"/>
                    </a:cubicBezTo>
                    <a:cubicBezTo>
                      <a:pt x="4527560" y="283888"/>
                      <a:pt x="4533595" y="282810"/>
                      <a:pt x="4539632" y="282486"/>
                    </a:cubicBezTo>
                    <a:cubicBezTo>
                      <a:pt x="4545667" y="282272"/>
                      <a:pt x="4552025" y="282487"/>
                      <a:pt x="4558924" y="283243"/>
                    </a:cubicBezTo>
                    <a:close/>
                    <a:moveTo>
                      <a:pt x="4985041" y="193974"/>
                    </a:moveTo>
                    <a:lnTo>
                      <a:pt x="4990830" y="214737"/>
                    </a:lnTo>
                    <a:lnTo>
                      <a:pt x="4875386" y="246926"/>
                    </a:lnTo>
                    <a:lnTo>
                      <a:pt x="4869597" y="226162"/>
                    </a:lnTo>
                    <a:close/>
                    <a:moveTo>
                      <a:pt x="5322317" y="28819"/>
                    </a:moveTo>
                    <a:lnTo>
                      <a:pt x="5320808" y="51559"/>
                    </a:lnTo>
                    <a:cubicBezTo>
                      <a:pt x="5315741" y="50913"/>
                      <a:pt x="5310785" y="50481"/>
                      <a:pt x="5305827" y="50374"/>
                    </a:cubicBezTo>
                    <a:cubicBezTo>
                      <a:pt x="5300868" y="50266"/>
                      <a:pt x="5296234" y="50805"/>
                      <a:pt x="5292032" y="52206"/>
                    </a:cubicBezTo>
                    <a:lnTo>
                      <a:pt x="5291817" y="52098"/>
                    </a:lnTo>
                    <a:cubicBezTo>
                      <a:pt x="5282439" y="55115"/>
                      <a:pt x="5276296" y="60937"/>
                      <a:pt x="5273494" y="69558"/>
                    </a:cubicBezTo>
                    <a:cubicBezTo>
                      <a:pt x="5270583" y="78181"/>
                      <a:pt x="5271231" y="88850"/>
                      <a:pt x="5275219" y="101461"/>
                    </a:cubicBezTo>
                    <a:cubicBezTo>
                      <a:pt x="5283626" y="127650"/>
                      <a:pt x="5297527" y="137565"/>
                      <a:pt x="5317144" y="131314"/>
                    </a:cubicBezTo>
                    <a:cubicBezTo>
                      <a:pt x="5325334" y="128729"/>
                      <a:pt x="5334712" y="123447"/>
                      <a:pt x="5345057" y="115579"/>
                    </a:cubicBezTo>
                    <a:lnTo>
                      <a:pt x="5351739" y="136487"/>
                    </a:lnTo>
                    <a:cubicBezTo>
                      <a:pt x="5343442" y="143602"/>
                      <a:pt x="5333310" y="148991"/>
                      <a:pt x="5321454" y="152762"/>
                    </a:cubicBezTo>
                    <a:cubicBezTo>
                      <a:pt x="5304426" y="158258"/>
                      <a:pt x="5289660" y="157181"/>
                      <a:pt x="5277374" y="149745"/>
                    </a:cubicBezTo>
                    <a:cubicBezTo>
                      <a:pt x="5264979" y="142308"/>
                      <a:pt x="5255819" y="128835"/>
                      <a:pt x="5249569" y="109543"/>
                    </a:cubicBezTo>
                    <a:cubicBezTo>
                      <a:pt x="5245687" y="97365"/>
                      <a:pt x="5244502" y="85940"/>
                      <a:pt x="5246011" y="75378"/>
                    </a:cubicBezTo>
                    <a:cubicBezTo>
                      <a:pt x="5247520" y="64817"/>
                      <a:pt x="5251616" y="55763"/>
                      <a:pt x="5258406" y="48218"/>
                    </a:cubicBezTo>
                    <a:cubicBezTo>
                      <a:pt x="5265195" y="40675"/>
                      <a:pt x="5274141" y="35070"/>
                      <a:pt x="5285349" y="31512"/>
                    </a:cubicBezTo>
                    <a:cubicBezTo>
                      <a:pt x="5296774" y="27849"/>
                      <a:pt x="5309059" y="26986"/>
                      <a:pt x="5322317" y="28819"/>
                    </a:cubicBezTo>
                    <a:close/>
                    <a:moveTo>
                      <a:pt x="5397978" y="23434"/>
                    </a:moveTo>
                    <a:cubicBezTo>
                      <a:pt x="5393452" y="22355"/>
                      <a:pt x="5387091" y="23001"/>
                      <a:pt x="5379116" y="25588"/>
                    </a:cubicBezTo>
                    <a:lnTo>
                      <a:pt x="5371573" y="27960"/>
                    </a:lnTo>
                    <a:lnTo>
                      <a:pt x="5381702" y="59645"/>
                    </a:lnTo>
                    <a:lnTo>
                      <a:pt x="5381811" y="59645"/>
                    </a:lnTo>
                    <a:lnTo>
                      <a:pt x="5389787" y="57060"/>
                    </a:lnTo>
                    <a:cubicBezTo>
                      <a:pt x="5397654" y="54580"/>
                      <a:pt x="5403043" y="51348"/>
                      <a:pt x="5405953" y="47574"/>
                    </a:cubicBezTo>
                    <a:cubicBezTo>
                      <a:pt x="5408862" y="43802"/>
                      <a:pt x="5409401" y="39061"/>
                      <a:pt x="5407570" y="33455"/>
                    </a:cubicBezTo>
                    <a:cubicBezTo>
                      <a:pt x="5405738" y="27851"/>
                      <a:pt x="5402612" y="24510"/>
                      <a:pt x="5397978" y="23434"/>
                    </a:cubicBezTo>
                    <a:close/>
                    <a:moveTo>
                      <a:pt x="5412527" y="1985"/>
                    </a:moveTo>
                    <a:lnTo>
                      <a:pt x="5428718" y="20453"/>
                    </a:lnTo>
                    <a:lnTo>
                      <a:pt x="5411360" y="84017"/>
                    </a:lnTo>
                    <a:lnTo>
                      <a:pt x="5401426" y="75596"/>
                    </a:lnTo>
                    <a:lnTo>
                      <a:pt x="5388169" y="79800"/>
                    </a:lnTo>
                    <a:lnTo>
                      <a:pt x="5388384" y="79907"/>
                    </a:lnTo>
                    <a:lnTo>
                      <a:pt x="5401412" y="120444"/>
                    </a:lnTo>
                    <a:lnTo>
                      <a:pt x="5399958" y="125770"/>
                    </a:lnTo>
                    <a:lnTo>
                      <a:pt x="5377931" y="132826"/>
                    </a:lnTo>
                    <a:lnTo>
                      <a:pt x="5340209" y="15673"/>
                    </a:lnTo>
                    <a:lnTo>
                      <a:pt x="5374374" y="4680"/>
                    </a:lnTo>
                    <a:cubicBezTo>
                      <a:pt x="5390326" y="-493"/>
                      <a:pt x="5403042" y="-1356"/>
                      <a:pt x="5412527" y="1985"/>
                    </a:cubicBezTo>
                    <a:close/>
                  </a:path>
                </a:pathLst>
              </a:custGeom>
              <a:solidFill>
                <a:srgbClr val="231F20"/>
              </a:solidFill>
              <a:ln w="6858" cap="flat">
                <a:noFill/>
                <a:prstDash val="solid"/>
                <a:miter/>
              </a:ln>
            </p:spPr>
            <p:txBody>
              <a:bodyPr rtlCol="0" anchor="ctr"/>
              <a:lstStyle/>
              <a:p>
                <a:endParaRPr lang="en-US"/>
              </a:p>
            </p:txBody>
          </p:sp>
        </p:grpSp>
        <p:sp>
          <p:nvSpPr>
            <p:cNvPr id="441" name="Freeform: Shape 440">
              <a:extLst>
                <a:ext uri="{FF2B5EF4-FFF2-40B4-BE49-F238E27FC236}">
                  <a16:creationId xmlns:a16="http://schemas.microsoft.com/office/drawing/2014/main" id="{2D0DBC7E-90F6-DA0E-857B-EAEE18FE41FA}"/>
                </a:ext>
              </a:extLst>
            </p:cNvPr>
            <p:cNvSpPr/>
            <p:nvPr/>
          </p:nvSpPr>
          <p:spPr>
            <a:xfrm>
              <a:off x="8785191" y="5243980"/>
              <a:ext cx="3406809" cy="1614020"/>
            </a:xfrm>
            <a:custGeom>
              <a:avLst/>
              <a:gdLst>
                <a:gd name="connsiteX0" fmla="*/ 2706214 w 3406809"/>
                <a:gd name="connsiteY0" fmla="*/ 1551185 h 1614020"/>
                <a:gd name="connsiteX1" fmla="*/ 2696533 w 3406809"/>
                <a:gd name="connsiteY1" fmla="*/ 1553427 h 1614020"/>
                <a:gd name="connsiteX2" fmla="*/ 2543685 w 3406809"/>
                <a:gd name="connsiteY2" fmla="*/ 1594985 h 1614020"/>
                <a:gd name="connsiteX3" fmla="*/ 2475121 w 3406809"/>
                <a:gd name="connsiteY3" fmla="*/ 1614020 h 1614020"/>
                <a:gd name="connsiteX4" fmla="*/ 2294694 w 3406809"/>
                <a:gd name="connsiteY4" fmla="*/ 1614020 h 1614020"/>
                <a:gd name="connsiteX5" fmla="*/ 2370834 w 3406809"/>
                <a:gd name="connsiteY5" fmla="*/ 1602795 h 1614020"/>
                <a:gd name="connsiteX6" fmla="*/ 2691475 w 3406809"/>
                <a:gd name="connsiteY6" fmla="*/ 1553725 h 1614020"/>
                <a:gd name="connsiteX7" fmla="*/ 2711791 w 3406809"/>
                <a:gd name="connsiteY7" fmla="*/ 1549893 h 1614020"/>
                <a:gd name="connsiteX8" fmla="*/ 2707899 w 3406809"/>
                <a:gd name="connsiteY8" fmla="*/ 1550895 h 1614020"/>
                <a:gd name="connsiteX9" fmla="*/ 2706214 w 3406809"/>
                <a:gd name="connsiteY9" fmla="*/ 1551185 h 1614020"/>
                <a:gd name="connsiteX10" fmla="*/ 3406809 w 3406809"/>
                <a:gd name="connsiteY10" fmla="*/ 1420992 h 1614020"/>
                <a:gd name="connsiteX11" fmla="*/ 3406809 w 3406809"/>
                <a:gd name="connsiteY11" fmla="*/ 1421895 h 1614020"/>
                <a:gd name="connsiteX12" fmla="*/ 3400714 w 3406809"/>
                <a:gd name="connsiteY12" fmla="*/ 1423638 h 1614020"/>
                <a:gd name="connsiteX13" fmla="*/ 2564921 w 3406809"/>
                <a:gd name="connsiteY13" fmla="*/ 1392533 h 1614020"/>
                <a:gd name="connsiteX14" fmla="*/ 1982688 w 3406809"/>
                <a:gd name="connsiteY14" fmla="*/ 1607592 h 1614020"/>
                <a:gd name="connsiteX15" fmla="*/ 2370843 w 3406809"/>
                <a:gd name="connsiteY15" fmla="*/ 1523666 h 1614020"/>
                <a:gd name="connsiteX16" fmla="*/ 2185924 w 3406809"/>
                <a:gd name="connsiteY16" fmla="*/ 1602551 h 1614020"/>
                <a:gd name="connsiteX17" fmla="*/ 2160609 w 3406809"/>
                <a:gd name="connsiteY17" fmla="*/ 1614020 h 1614020"/>
                <a:gd name="connsiteX18" fmla="*/ 1724308 w 3406809"/>
                <a:gd name="connsiteY18" fmla="*/ 1614020 h 1614020"/>
                <a:gd name="connsiteX19" fmla="*/ 1779994 w 3406809"/>
                <a:gd name="connsiteY19" fmla="*/ 1597777 h 1614020"/>
                <a:gd name="connsiteX20" fmla="*/ 2564921 w 3406809"/>
                <a:gd name="connsiteY20" fmla="*/ 1392533 h 1614020"/>
                <a:gd name="connsiteX21" fmla="*/ 3406809 w 3406809"/>
                <a:gd name="connsiteY21" fmla="*/ 1300884 h 1614020"/>
                <a:gd name="connsiteX22" fmla="*/ 3406809 w 3406809"/>
                <a:gd name="connsiteY22" fmla="*/ 1357761 h 1614020"/>
                <a:gd name="connsiteX23" fmla="*/ 3133253 w 3406809"/>
                <a:gd name="connsiteY23" fmla="*/ 1424582 h 1614020"/>
                <a:gd name="connsiteX24" fmla="*/ 3402601 w 3406809"/>
                <a:gd name="connsiteY24" fmla="*/ 1302695 h 1614020"/>
                <a:gd name="connsiteX25" fmla="*/ 3406809 w 3406809"/>
                <a:gd name="connsiteY25" fmla="*/ 1195956 h 1614020"/>
                <a:gd name="connsiteX26" fmla="*/ 3406809 w 3406809"/>
                <a:gd name="connsiteY26" fmla="*/ 1281735 h 1614020"/>
                <a:gd name="connsiteX27" fmla="*/ 3313734 w 3406809"/>
                <a:gd name="connsiteY27" fmla="*/ 1299836 h 1614020"/>
                <a:gd name="connsiteX28" fmla="*/ 2757740 w 3406809"/>
                <a:gd name="connsiteY28" fmla="*/ 1404230 h 1614020"/>
                <a:gd name="connsiteX29" fmla="*/ 3186178 w 3406809"/>
                <a:gd name="connsiteY29" fmla="*/ 1266429 h 1614020"/>
                <a:gd name="connsiteX30" fmla="*/ 1673265 w 3406809"/>
                <a:gd name="connsiteY30" fmla="*/ 1101469 h 1614020"/>
                <a:gd name="connsiteX31" fmla="*/ 1669373 w 3406809"/>
                <a:gd name="connsiteY31" fmla="*/ 1102471 h 1614020"/>
                <a:gd name="connsiteX32" fmla="*/ 1667688 w 3406809"/>
                <a:gd name="connsiteY32" fmla="*/ 1102761 h 1614020"/>
                <a:gd name="connsiteX33" fmla="*/ 1526395 w 3406809"/>
                <a:gd name="connsiteY33" fmla="*/ 944109 h 1614020"/>
                <a:gd name="connsiteX34" fmla="*/ 944162 w 3406809"/>
                <a:gd name="connsiteY34" fmla="*/ 1159168 h 1614020"/>
                <a:gd name="connsiteX35" fmla="*/ 1332318 w 3406809"/>
                <a:gd name="connsiteY35" fmla="*/ 1075243 h 1614020"/>
                <a:gd name="connsiteX36" fmla="*/ 1075296 w 3406809"/>
                <a:gd name="connsiteY36" fmla="*/ 1190640 h 1614020"/>
                <a:gd name="connsiteX37" fmla="*/ 1652950 w 3406809"/>
                <a:gd name="connsiteY37" fmla="*/ 1105301 h 1614020"/>
                <a:gd name="connsiteX38" fmla="*/ 1667688 w 3406809"/>
                <a:gd name="connsiteY38" fmla="*/ 1102761 h 1614020"/>
                <a:gd name="connsiteX39" fmla="*/ 1658007 w 3406809"/>
                <a:gd name="connsiteY39" fmla="*/ 1105004 h 1614020"/>
                <a:gd name="connsiteX40" fmla="*/ 545516 w 3406809"/>
                <a:gd name="connsiteY40" fmla="*/ 1416190 h 1614020"/>
                <a:gd name="connsiteX41" fmla="*/ 938916 w 3406809"/>
                <a:gd name="connsiteY41" fmla="*/ 1248339 h 1614020"/>
                <a:gd name="connsiteX42" fmla="*/ 535025 w 3406809"/>
                <a:gd name="connsiteY42" fmla="*/ 1327019 h 1614020"/>
                <a:gd name="connsiteX43" fmla="*/ 802537 w 3406809"/>
                <a:gd name="connsiteY43" fmla="*/ 1201131 h 1614020"/>
                <a:gd name="connsiteX44" fmla="*/ 0 w 3406809"/>
                <a:gd name="connsiteY44" fmla="*/ 1374227 h 1614020"/>
                <a:gd name="connsiteX45" fmla="*/ 1526395 w 3406809"/>
                <a:gd name="connsiteY45" fmla="*/ 944109 h 1614020"/>
                <a:gd name="connsiteX46" fmla="*/ 3199607 w 3406809"/>
                <a:gd name="connsiteY46" fmla="*/ 157360 h 1614020"/>
                <a:gd name="connsiteX47" fmla="*/ 3195716 w 3406809"/>
                <a:gd name="connsiteY47" fmla="*/ 158362 h 1614020"/>
                <a:gd name="connsiteX48" fmla="*/ 3194031 w 3406809"/>
                <a:gd name="connsiteY48" fmla="*/ 158652 h 1614020"/>
                <a:gd name="connsiteX49" fmla="*/ 3052738 w 3406809"/>
                <a:gd name="connsiteY49" fmla="*/ 0 h 1614020"/>
                <a:gd name="connsiteX50" fmla="*/ 2470505 w 3406809"/>
                <a:gd name="connsiteY50" fmla="*/ 215059 h 1614020"/>
                <a:gd name="connsiteX51" fmla="*/ 2858660 w 3406809"/>
                <a:gd name="connsiteY51" fmla="*/ 131134 h 1614020"/>
                <a:gd name="connsiteX52" fmla="*/ 2601639 w 3406809"/>
                <a:gd name="connsiteY52" fmla="*/ 246531 h 1614020"/>
                <a:gd name="connsiteX53" fmla="*/ 3179292 w 3406809"/>
                <a:gd name="connsiteY53" fmla="*/ 161192 h 1614020"/>
                <a:gd name="connsiteX54" fmla="*/ 3194031 w 3406809"/>
                <a:gd name="connsiteY54" fmla="*/ 158652 h 1614020"/>
                <a:gd name="connsiteX55" fmla="*/ 3184349 w 3406809"/>
                <a:gd name="connsiteY55" fmla="*/ 160895 h 1614020"/>
                <a:gd name="connsiteX56" fmla="*/ 2071858 w 3406809"/>
                <a:gd name="connsiteY56" fmla="*/ 472081 h 1614020"/>
                <a:gd name="connsiteX57" fmla="*/ 2465259 w 3406809"/>
                <a:gd name="connsiteY57" fmla="*/ 304230 h 1614020"/>
                <a:gd name="connsiteX58" fmla="*/ 2061367 w 3406809"/>
                <a:gd name="connsiteY58" fmla="*/ 382910 h 1614020"/>
                <a:gd name="connsiteX59" fmla="*/ 2328880 w 3406809"/>
                <a:gd name="connsiteY59" fmla="*/ 257022 h 1614020"/>
                <a:gd name="connsiteX60" fmla="*/ 1526343 w 3406809"/>
                <a:gd name="connsiteY60" fmla="*/ 430118 h 1614020"/>
                <a:gd name="connsiteX61" fmla="*/ 3052738 w 3406809"/>
                <a:gd name="connsiteY61" fmla="*/ 0 h 161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406809" h="1614020">
                  <a:moveTo>
                    <a:pt x="2706214" y="1551185"/>
                  </a:moveTo>
                  <a:lnTo>
                    <a:pt x="2696533" y="1553427"/>
                  </a:lnTo>
                  <a:cubicBezTo>
                    <a:pt x="2671195" y="1559910"/>
                    <a:pt x="2616248" y="1574902"/>
                    <a:pt x="2543685" y="1594985"/>
                  </a:cubicBezTo>
                  <a:lnTo>
                    <a:pt x="2475121" y="1614020"/>
                  </a:lnTo>
                  <a:lnTo>
                    <a:pt x="2294694" y="1614020"/>
                  </a:lnTo>
                  <a:lnTo>
                    <a:pt x="2370834" y="1602795"/>
                  </a:lnTo>
                  <a:cubicBezTo>
                    <a:pt x="2500053" y="1583593"/>
                    <a:pt x="2639877" y="1562258"/>
                    <a:pt x="2691475" y="1553725"/>
                  </a:cubicBezTo>
                  <a:close/>
                  <a:moveTo>
                    <a:pt x="2711791" y="1549893"/>
                  </a:moveTo>
                  <a:cubicBezTo>
                    <a:pt x="2712774" y="1549893"/>
                    <a:pt x="2711381" y="1550242"/>
                    <a:pt x="2707899" y="1550895"/>
                  </a:cubicBezTo>
                  <a:lnTo>
                    <a:pt x="2706214" y="1551185"/>
                  </a:lnTo>
                  <a:close/>
                  <a:moveTo>
                    <a:pt x="3406809" y="1420992"/>
                  </a:moveTo>
                  <a:lnTo>
                    <a:pt x="3406809" y="1421895"/>
                  </a:lnTo>
                  <a:lnTo>
                    <a:pt x="3400714" y="1423638"/>
                  </a:lnTo>
                  <a:close/>
                  <a:moveTo>
                    <a:pt x="2564921" y="1392533"/>
                  </a:moveTo>
                  <a:lnTo>
                    <a:pt x="1982688" y="1607592"/>
                  </a:lnTo>
                  <a:lnTo>
                    <a:pt x="2370843" y="1523666"/>
                  </a:lnTo>
                  <a:cubicBezTo>
                    <a:pt x="2370843" y="1523666"/>
                    <a:pt x="2262248" y="1568743"/>
                    <a:pt x="2185924" y="1602551"/>
                  </a:cubicBezTo>
                  <a:lnTo>
                    <a:pt x="2160609" y="1614020"/>
                  </a:lnTo>
                  <a:lnTo>
                    <a:pt x="1724308" y="1614020"/>
                  </a:lnTo>
                  <a:lnTo>
                    <a:pt x="1779994" y="1597777"/>
                  </a:lnTo>
                  <a:cubicBezTo>
                    <a:pt x="2028174" y="1526781"/>
                    <a:pt x="2307243" y="1451543"/>
                    <a:pt x="2564921" y="1392533"/>
                  </a:cubicBezTo>
                  <a:close/>
                  <a:moveTo>
                    <a:pt x="3406809" y="1300884"/>
                  </a:moveTo>
                  <a:lnTo>
                    <a:pt x="3406809" y="1357761"/>
                  </a:lnTo>
                  <a:lnTo>
                    <a:pt x="3133253" y="1424582"/>
                  </a:lnTo>
                  <a:cubicBezTo>
                    <a:pt x="3133253" y="1424582"/>
                    <a:pt x="3290275" y="1351843"/>
                    <a:pt x="3402601" y="1302695"/>
                  </a:cubicBezTo>
                  <a:close/>
                  <a:moveTo>
                    <a:pt x="3406809" y="1195956"/>
                  </a:moveTo>
                  <a:lnTo>
                    <a:pt x="3406809" y="1281735"/>
                  </a:lnTo>
                  <a:lnTo>
                    <a:pt x="3313734" y="1299836"/>
                  </a:lnTo>
                  <a:cubicBezTo>
                    <a:pt x="3089810" y="1342877"/>
                    <a:pt x="2757740" y="1404230"/>
                    <a:pt x="2757740" y="1404230"/>
                  </a:cubicBezTo>
                  <a:cubicBezTo>
                    <a:pt x="2757740" y="1404230"/>
                    <a:pt x="2947553" y="1342867"/>
                    <a:pt x="3186178" y="1266429"/>
                  </a:cubicBezTo>
                  <a:close/>
                  <a:moveTo>
                    <a:pt x="1673265" y="1101469"/>
                  </a:moveTo>
                  <a:cubicBezTo>
                    <a:pt x="1674249" y="1101469"/>
                    <a:pt x="1672855" y="1101818"/>
                    <a:pt x="1669373" y="1102471"/>
                  </a:cubicBezTo>
                  <a:lnTo>
                    <a:pt x="1667688" y="1102761"/>
                  </a:lnTo>
                  <a:close/>
                  <a:moveTo>
                    <a:pt x="1526395" y="944109"/>
                  </a:moveTo>
                  <a:lnTo>
                    <a:pt x="944162" y="1159168"/>
                  </a:lnTo>
                  <a:lnTo>
                    <a:pt x="1332318" y="1075243"/>
                  </a:lnTo>
                  <a:cubicBezTo>
                    <a:pt x="1332318" y="1075243"/>
                    <a:pt x="1054315" y="1190640"/>
                    <a:pt x="1075296" y="1190640"/>
                  </a:cubicBezTo>
                  <a:cubicBezTo>
                    <a:pt x="1093655" y="1190640"/>
                    <a:pt x="1549754" y="1122369"/>
                    <a:pt x="1652950" y="1105301"/>
                  </a:cubicBezTo>
                  <a:lnTo>
                    <a:pt x="1667688" y="1102761"/>
                  </a:lnTo>
                  <a:lnTo>
                    <a:pt x="1658007" y="1105004"/>
                  </a:lnTo>
                  <a:cubicBezTo>
                    <a:pt x="1522871" y="1139580"/>
                    <a:pt x="545516" y="1416190"/>
                    <a:pt x="545516" y="1416190"/>
                  </a:cubicBezTo>
                  <a:lnTo>
                    <a:pt x="938916" y="1248339"/>
                  </a:lnTo>
                  <a:lnTo>
                    <a:pt x="535025" y="1327019"/>
                  </a:lnTo>
                  <a:cubicBezTo>
                    <a:pt x="535025" y="1327019"/>
                    <a:pt x="818273" y="1190640"/>
                    <a:pt x="802537" y="1201131"/>
                  </a:cubicBezTo>
                  <a:cubicBezTo>
                    <a:pt x="786801" y="1211621"/>
                    <a:pt x="0" y="1374227"/>
                    <a:pt x="0" y="1374227"/>
                  </a:cubicBezTo>
                  <a:cubicBezTo>
                    <a:pt x="0" y="1374227"/>
                    <a:pt x="839255" y="1101469"/>
                    <a:pt x="1526395" y="944109"/>
                  </a:cubicBezTo>
                  <a:close/>
                  <a:moveTo>
                    <a:pt x="3199607" y="157360"/>
                  </a:moveTo>
                  <a:cubicBezTo>
                    <a:pt x="3200591" y="157360"/>
                    <a:pt x="3199197" y="157708"/>
                    <a:pt x="3195716" y="158362"/>
                  </a:cubicBezTo>
                  <a:lnTo>
                    <a:pt x="3194031" y="158652"/>
                  </a:lnTo>
                  <a:close/>
                  <a:moveTo>
                    <a:pt x="3052738" y="0"/>
                  </a:moveTo>
                  <a:lnTo>
                    <a:pt x="2470505" y="215059"/>
                  </a:lnTo>
                  <a:lnTo>
                    <a:pt x="2858660" y="131134"/>
                  </a:lnTo>
                  <a:cubicBezTo>
                    <a:pt x="2858660" y="131134"/>
                    <a:pt x="2580657" y="246531"/>
                    <a:pt x="2601639" y="246531"/>
                  </a:cubicBezTo>
                  <a:cubicBezTo>
                    <a:pt x="2619997" y="246531"/>
                    <a:pt x="3076096" y="178260"/>
                    <a:pt x="3179292" y="161192"/>
                  </a:cubicBezTo>
                  <a:lnTo>
                    <a:pt x="3194031" y="158652"/>
                  </a:lnTo>
                  <a:lnTo>
                    <a:pt x="3184349" y="160895"/>
                  </a:lnTo>
                  <a:cubicBezTo>
                    <a:pt x="3049213" y="195471"/>
                    <a:pt x="2071858" y="472081"/>
                    <a:pt x="2071858" y="472081"/>
                  </a:cubicBezTo>
                  <a:lnTo>
                    <a:pt x="2465259" y="304230"/>
                  </a:lnTo>
                  <a:lnTo>
                    <a:pt x="2061367" y="382910"/>
                  </a:lnTo>
                  <a:cubicBezTo>
                    <a:pt x="2061367" y="382910"/>
                    <a:pt x="2344616" y="246531"/>
                    <a:pt x="2328880" y="257022"/>
                  </a:cubicBezTo>
                  <a:cubicBezTo>
                    <a:pt x="2313144" y="267512"/>
                    <a:pt x="1526343" y="430118"/>
                    <a:pt x="1526343" y="430118"/>
                  </a:cubicBezTo>
                  <a:cubicBezTo>
                    <a:pt x="1526343" y="430118"/>
                    <a:pt x="2365597" y="157360"/>
                    <a:pt x="3052738" y="0"/>
                  </a:cubicBezTo>
                  <a:close/>
                </a:path>
              </a:pathLst>
            </a:custGeom>
            <a:solidFill>
              <a:schemeClr val="tx1">
                <a:lumMod val="95000"/>
                <a:lumOff val="5000"/>
                <a:alpha val="20000"/>
              </a:schemeClr>
            </a:solidFill>
            <a:ln w="6858" cap="flat">
              <a:noFill/>
              <a:prstDash val="solid"/>
              <a:miter/>
            </a:ln>
          </p:spPr>
          <p:txBody>
            <a:bodyPr rtlCol="0" anchor="ctr"/>
            <a:lstStyle/>
            <a:p>
              <a:endParaRPr lang="en-US"/>
            </a:p>
          </p:txBody>
        </p:sp>
        <p:grpSp>
          <p:nvGrpSpPr>
            <p:cNvPr id="160" name="Graphic 2">
              <a:extLst>
                <a:ext uri="{FF2B5EF4-FFF2-40B4-BE49-F238E27FC236}">
                  <a16:creationId xmlns:a16="http://schemas.microsoft.com/office/drawing/2014/main" id="{7D8D2EC2-3F67-1430-850B-8C1CF0D352A5}"/>
                </a:ext>
              </a:extLst>
            </p:cNvPr>
            <p:cNvGrpSpPr/>
            <p:nvPr/>
          </p:nvGrpSpPr>
          <p:grpSpPr>
            <a:xfrm>
              <a:off x="9150970" y="4815668"/>
              <a:ext cx="1528276" cy="1445860"/>
              <a:chOff x="10367948" y="4691570"/>
              <a:chExt cx="1997672" cy="1889945"/>
            </a:xfrm>
          </p:grpSpPr>
          <p:sp>
            <p:nvSpPr>
              <p:cNvPr id="161" name="Freeform: Shape 160">
                <a:extLst>
                  <a:ext uri="{FF2B5EF4-FFF2-40B4-BE49-F238E27FC236}">
                    <a16:creationId xmlns:a16="http://schemas.microsoft.com/office/drawing/2014/main" id="{430A071E-4A06-A3E5-D11D-E33785F185F2}"/>
                  </a:ext>
                </a:extLst>
              </p:cNvPr>
              <p:cNvSpPr/>
              <p:nvPr/>
            </p:nvSpPr>
            <p:spPr>
              <a:xfrm>
                <a:off x="10525107" y="6340118"/>
                <a:ext cx="1821691" cy="241397"/>
              </a:xfrm>
              <a:custGeom>
                <a:avLst/>
                <a:gdLst>
                  <a:gd name="connsiteX0" fmla="*/ 1821691 w 1821691"/>
                  <a:gd name="connsiteY0" fmla="*/ 83101 h 241397"/>
                  <a:gd name="connsiteX1" fmla="*/ 1679936 w 1821691"/>
                  <a:gd name="connsiteY1" fmla="*/ 96817 h 241397"/>
                  <a:gd name="connsiteX2" fmla="*/ 1675341 w 1821691"/>
                  <a:gd name="connsiteY2" fmla="*/ 111082 h 241397"/>
                  <a:gd name="connsiteX3" fmla="*/ 595069 w 1821691"/>
                  <a:gd name="connsiteY3" fmla="*/ 241384 h 241397"/>
                  <a:gd name="connsiteX4" fmla="*/ 0 w 1821691"/>
                  <a:gd name="connsiteY4" fmla="*/ 55395 h 241397"/>
                  <a:gd name="connsiteX5" fmla="*/ 698488 w 1821691"/>
                  <a:gd name="connsiteY5" fmla="*/ 51 h 241397"/>
                  <a:gd name="connsiteX6" fmla="*/ 1264547 w 1821691"/>
                  <a:gd name="connsiteY6" fmla="*/ 27483 h 241397"/>
                  <a:gd name="connsiteX7" fmla="*/ 1821623 w 1821691"/>
                  <a:gd name="connsiteY7" fmla="*/ 83032 h 24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21691" h="241397">
                    <a:moveTo>
                      <a:pt x="1821691" y="83101"/>
                    </a:moveTo>
                    <a:cubicBezTo>
                      <a:pt x="1821691" y="86941"/>
                      <a:pt x="1766004" y="80975"/>
                      <a:pt x="1679936" y="96817"/>
                    </a:cubicBezTo>
                    <a:cubicBezTo>
                      <a:pt x="1675822" y="97572"/>
                      <a:pt x="1679593" y="110327"/>
                      <a:pt x="1675341" y="111082"/>
                    </a:cubicBezTo>
                    <a:cubicBezTo>
                      <a:pt x="1414600" y="159019"/>
                      <a:pt x="877139" y="242618"/>
                      <a:pt x="595069" y="241384"/>
                    </a:cubicBezTo>
                    <a:cubicBezTo>
                      <a:pt x="92583" y="239120"/>
                      <a:pt x="0" y="88999"/>
                      <a:pt x="0" y="55395"/>
                    </a:cubicBezTo>
                    <a:cubicBezTo>
                      <a:pt x="0" y="-3790"/>
                      <a:pt x="324795" y="51"/>
                      <a:pt x="698488" y="51"/>
                    </a:cubicBezTo>
                    <a:cubicBezTo>
                      <a:pt x="855673" y="51"/>
                      <a:pt x="1062579" y="48263"/>
                      <a:pt x="1264547" y="27483"/>
                    </a:cubicBezTo>
                    <a:cubicBezTo>
                      <a:pt x="1580701" y="-5093"/>
                      <a:pt x="1821623" y="48742"/>
                      <a:pt x="1821623" y="83032"/>
                    </a:cubicBezTo>
                    <a:close/>
                  </a:path>
                </a:pathLst>
              </a:custGeom>
              <a:solidFill>
                <a:schemeClr val="tx1">
                  <a:lumMod val="95000"/>
                  <a:lumOff val="5000"/>
                </a:schemeClr>
              </a:solidFill>
              <a:ln w="6858"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88807A13-3EC3-BC1B-C8F6-33A5FDF54B01}"/>
                  </a:ext>
                </a:extLst>
              </p:cNvPr>
              <p:cNvSpPr/>
              <p:nvPr/>
            </p:nvSpPr>
            <p:spPr>
              <a:xfrm>
                <a:off x="10534779" y="6198594"/>
                <a:ext cx="557149" cy="354432"/>
              </a:xfrm>
              <a:custGeom>
                <a:avLst/>
                <a:gdLst>
                  <a:gd name="connsiteX0" fmla="*/ 305933 w 557149"/>
                  <a:gd name="connsiteY0" fmla="*/ 142603 h 354432"/>
                  <a:gd name="connsiteX1" fmla="*/ 442751 w 557149"/>
                  <a:gd name="connsiteY1" fmla="*/ 237792 h 354432"/>
                  <a:gd name="connsiteX2" fmla="*/ 546855 w 557149"/>
                  <a:gd name="connsiteY2" fmla="*/ 318099 h 354432"/>
                  <a:gd name="connsiteX3" fmla="*/ 222609 w 557149"/>
                  <a:gd name="connsiteY3" fmla="*/ 329964 h 354432"/>
                  <a:gd name="connsiteX4" fmla="*/ 2535 w 557149"/>
                  <a:gd name="connsiteY4" fmla="*/ 196096 h 354432"/>
                  <a:gd name="connsiteX5" fmla="*/ 115555 w 557149"/>
                  <a:gd name="connsiteY5" fmla="*/ 2769 h 354432"/>
                  <a:gd name="connsiteX6" fmla="*/ 305933 w 557149"/>
                  <a:gd name="connsiteY6" fmla="*/ 142535 h 354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149" h="354432">
                    <a:moveTo>
                      <a:pt x="305933" y="142603"/>
                    </a:moveTo>
                    <a:cubicBezTo>
                      <a:pt x="305933" y="142603"/>
                      <a:pt x="365392" y="211046"/>
                      <a:pt x="442751" y="237792"/>
                    </a:cubicBezTo>
                    <a:cubicBezTo>
                      <a:pt x="520109" y="264538"/>
                      <a:pt x="582517" y="249657"/>
                      <a:pt x="546855" y="318099"/>
                    </a:cubicBezTo>
                    <a:cubicBezTo>
                      <a:pt x="511193" y="386542"/>
                      <a:pt x="282136" y="338948"/>
                      <a:pt x="222609" y="329964"/>
                    </a:cubicBezTo>
                    <a:cubicBezTo>
                      <a:pt x="163150" y="321048"/>
                      <a:pt x="20366" y="216944"/>
                      <a:pt x="2535" y="196096"/>
                    </a:cubicBezTo>
                    <a:cubicBezTo>
                      <a:pt x="-15295" y="175247"/>
                      <a:pt x="65012" y="23548"/>
                      <a:pt x="115555" y="2769"/>
                    </a:cubicBezTo>
                    <a:cubicBezTo>
                      <a:pt x="166099" y="-18011"/>
                      <a:pt x="299967" y="83076"/>
                      <a:pt x="305933" y="142535"/>
                    </a:cubicBezTo>
                    <a:close/>
                  </a:path>
                </a:pathLst>
              </a:custGeom>
              <a:solidFill>
                <a:srgbClr val="499157"/>
              </a:solidFill>
              <a:ln w="6858"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A157CBE4-15B6-2144-E0AC-4C6E5A3F6323}"/>
                  </a:ext>
                </a:extLst>
              </p:cNvPr>
              <p:cNvSpPr/>
              <p:nvPr/>
            </p:nvSpPr>
            <p:spPr>
              <a:xfrm>
                <a:off x="10666930" y="6160763"/>
                <a:ext cx="192915" cy="181325"/>
              </a:xfrm>
              <a:custGeom>
                <a:avLst/>
                <a:gdLst>
                  <a:gd name="connsiteX0" fmla="*/ 0 w 192915"/>
                  <a:gd name="connsiteY0" fmla="*/ 58087 h 181325"/>
                  <a:gd name="connsiteX1" fmla="*/ 81336 w 192915"/>
                  <a:gd name="connsiteY1" fmla="*/ 0 h 181325"/>
                  <a:gd name="connsiteX2" fmla="*/ 192916 w 192915"/>
                  <a:gd name="connsiteY2" fmla="*/ 130165 h 181325"/>
                  <a:gd name="connsiteX3" fmla="*/ 155745 w 192915"/>
                  <a:gd name="connsiteY3" fmla="*/ 181326 h 181325"/>
                  <a:gd name="connsiteX4" fmla="*/ 44166 w 192915"/>
                  <a:gd name="connsiteY4" fmla="*/ 132497 h 181325"/>
                  <a:gd name="connsiteX5" fmla="*/ 0 w 192915"/>
                  <a:gd name="connsiteY5" fmla="*/ 58087 h 181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915" h="181325">
                    <a:moveTo>
                      <a:pt x="0" y="58087"/>
                    </a:moveTo>
                    <a:cubicBezTo>
                      <a:pt x="0" y="58087"/>
                      <a:pt x="69746" y="0"/>
                      <a:pt x="81336" y="0"/>
                    </a:cubicBezTo>
                    <a:cubicBezTo>
                      <a:pt x="92926" y="0"/>
                      <a:pt x="192916" y="130165"/>
                      <a:pt x="192916" y="130165"/>
                    </a:cubicBezTo>
                    <a:lnTo>
                      <a:pt x="155745" y="181326"/>
                    </a:lnTo>
                    <a:cubicBezTo>
                      <a:pt x="155745" y="181326"/>
                      <a:pt x="76261" y="158831"/>
                      <a:pt x="44166" y="132497"/>
                    </a:cubicBezTo>
                    <a:cubicBezTo>
                      <a:pt x="18791" y="111648"/>
                      <a:pt x="3086" y="76604"/>
                      <a:pt x="0" y="58087"/>
                    </a:cubicBezTo>
                    <a:close/>
                  </a:path>
                </a:pathLst>
              </a:custGeom>
              <a:solidFill>
                <a:srgbClr val="889AA1"/>
              </a:solidFill>
              <a:ln w="6858"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919D5EBA-C411-6DEB-2689-8B443220B7FF}"/>
                  </a:ext>
                </a:extLst>
              </p:cNvPr>
              <p:cNvSpPr/>
              <p:nvPr/>
            </p:nvSpPr>
            <p:spPr>
              <a:xfrm>
                <a:off x="10966747" y="6176350"/>
                <a:ext cx="526942" cy="222698"/>
              </a:xfrm>
              <a:custGeom>
                <a:avLst/>
                <a:gdLst>
                  <a:gd name="connsiteX0" fmla="*/ 233873 w 526942"/>
                  <a:gd name="connsiteY0" fmla="*/ 2518 h 222698"/>
                  <a:gd name="connsiteX1" fmla="*/ 361775 w 526942"/>
                  <a:gd name="connsiteY1" fmla="*/ 112589 h 222698"/>
                  <a:gd name="connsiteX2" fmla="*/ 525338 w 526942"/>
                  <a:gd name="connsiteY2" fmla="*/ 189947 h 222698"/>
                  <a:gd name="connsiteX3" fmla="*/ 129768 w 526942"/>
                  <a:gd name="connsiteY3" fmla="*/ 219711 h 222698"/>
                  <a:gd name="connsiteX4" fmla="*/ 7833 w 526942"/>
                  <a:gd name="connsiteY4" fmla="*/ 172117 h 222698"/>
                  <a:gd name="connsiteX5" fmla="*/ 34579 w 526942"/>
                  <a:gd name="connsiteY5" fmla="*/ 29333 h 222698"/>
                  <a:gd name="connsiteX6" fmla="*/ 233873 w 526942"/>
                  <a:gd name="connsiteY6" fmla="*/ 2587 h 22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942" h="222698">
                    <a:moveTo>
                      <a:pt x="233873" y="2518"/>
                    </a:moveTo>
                    <a:cubicBezTo>
                      <a:pt x="233873" y="2518"/>
                      <a:pt x="317129" y="100656"/>
                      <a:pt x="361775" y="112589"/>
                    </a:cubicBezTo>
                    <a:cubicBezTo>
                      <a:pt x="406420" y="124453"/>
                      <a:pt x="543237" y="139335"/>
                      <a:pt x="525338" y="189947"/>
                    </a:cubicBezTo>
                    <a:cubicBezTo>
                      <a:pt x="507507" y="240491"/>
                      <a:pt x="180312" y="204829"/>
                      <a:pt x="129768" y="219711"/>
                    </a:cubicBezTo>
                    <a:cubicBezTo>
                      <a:pt x="79225" y="234593"/>
                      <a:pt x="7833" y="189947"/>
                      <a:pt x="7833" y="172117"/>
                    </a:cubicBezTo>
                    <a:cubicBezTo>
                      <a:pt x="7833" y="154286"/>
                      <a:pt x="-21931" y="70961"/>
                      <a:pt x="34579" y="29333"/>
                    </a:cubicBezTo>
                    <a:cubicBezTo>
                      <a:pt x="91089" y="-12295"/>
                      <a:pt x="233873" y="2587"/>
                      <a:pt x="233873" y="2587"/>
                    </a:cubicBezTo>
                    <a:close/>
                  </a:path>
                </a:pathLst>
              </a:custGeom>
              <a:solidFill>
                <a:srgbClr val="499157"/>
              </a:solidFill>
              <a:ln w="6858"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C94F3C9D-AD0E-967B-4006-A0A705DB466B}"/>
                  </a:ext>
                </a:extLst>
              </p:cNvPr>
              <p:cNvSpPr/>
              <p:nvPr/>
            </p:nvSpPr>
            <p:spPr>
              <a:xfrm>
                <a:off x="12093175" y="6098590"/>
                <a:ext cx="272397" cy="324211"/>
              </a:xfrm>
              <a:custGeom>
                <a:avLst/>
                <a:gdLst>
                  <a:gd name="connsiteX0" fmla="*/ 76755 w 272397"/>
                  <a:gd name="connsiteY0" fmla="*/ 15402 h 324211"/>
                  <a:gd name="connsiteX1" fmla="*/ 154799 w 272397"/>
                  <a:gd name="connsiteY1" fmla="*/ 78975 h 324211"/>
                  <a:gd name="connsiteX2" fmla="*/ 223928 w 272397"/>
                  <a:gd name="connsiteY2" fmla="*/ 128079 h 324211"/>
                  <a:gd name="connsiteX3" fmla="*/ 254034 w 272397"/>
                  <a:gd name="connsiteY3" fmla="*/ 240756 h 324211"/>
                  <a:gd name="connsiteX4" fmla="*/ 267407 w 272397"/>
                  <a:gd name="connsiteY4" fmla="*/ 322160 h 324211"/>
                  <a:gd name="connsiteX5" fmla="*/ 242856 w 272397"/>
                  <a:gd name="connsiteY5" fmla="*/ 308787 h 324211"/>
                  <a:gd name="connsiteX6" fmla="*/ 173727 w 272397"/>
                  <a:gd name="connsiteY6" fmla="*/ 217301 h 324211"/>
                  <a:gd name="connsiteX7" fmla="*/ 145815 w 272397"/>
                  <a:gd name="connsiteY7" fmla="*/ 229577 h 324211"/>
                  <a:gd name="connsiteX8" fmla="*/ 141357 w 272397"/>
                  <a:gd name="connsiteY8" fmla="*/ 315439 h 324211"/>
                  <a:gd name="connsiteX9" fmla="*/ 103433 w 272397"/>
                  <a:gd name="connsiteY9" fmla="*/ 291985 h 324211"/>
                  <a:gd name="connsiteX10" fmla="*/ 72229 w 272397"/>
                  <a:gd name="connsiteY10" fmla="*/ 194944 h 324211"/>
                  <a:gd name="connsiteX11" fmla="*/ 5295 w 272397"/>
                  <a:gd name="connsiteY11" fmla="*/ 112374 h 324211"/>
                  <a:gd name="connsiteX12" fmla="*/ 5295 w 272397"/>
                  <a:gd name="connsiteY12" fmla="*/ 30969 h 324211"/>
                  <a:gd name="connsiteX13" fmla="*/ 76686 w 272397"/>
                  <a:gd name="connsiteY13" fmla="*/ 15333 h 324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72397" h="324211">
                    <a:moveTo>
                      <a:pt x="76755" y="15402"/>
                    </a:moveTo>
                    <a:cubicBezTo>
                      <a:pt x="76755" y="15402"/>
                      <a:pt x="126956" y="61144"/>
                      <a:pt x="154799" y="78975"/>
                    </a:cubicBezTo>
                    <a:cubicBezTo>
                      <a:pt x="182711" y="96806"/>
                      <a:pt x="216178" y="114637"/>
                      <a:pt x="223928" y="128079"/>
                    </a:cubicBezTo>
                    <a:cubicBezTo>
                      <a:pt x="231746" y="141452"/>
                      <a:pt x="247382" y="218398"/>
                      <a:pt x="254034" y="240756"/>
                    </a:cubicBezTo>
                    <a:cubicBezTo>
                      <a:pt x="260755" y="263044"/>
                      <a:pt x="281946" y="314342"/>
                      <a:pt x="267407" y="322160"/>
                    </a:cubicBezTo>
                    <a:cubicBezTo>
                      <a:pt x="252937" y="329978"/>
                      <a:pt x="245119" y="313245"/>
                      <a:pt x="242856" y="308787"/>
                    </a:cubicBezTo>
                    <a:cubicBezTo>
                      <a:pt x="240593" y="304329"/>
                      <a:pt x="198210" y="226217"/>
                      <a:pt x="173727" y="217301"/>
                    </a:cubicBezTo>
                    <a:cubicBezTo>
                      <a:pt x="149176" y="208386"/>
                      <a:pt x="144718" y="212843"/>
                      <a:pt x="145815" y="229577"/>
                    </a:cubicBezTo>
                    <a:cubicBezTo>
                      <a:pt x="146912" y="246311"/>
                      <a:pt x="150273" y="309884"/>
                      <a:pt x="141357" y="315439"/>
                    </a:cubicBezTo>
                    <a:cubicBezTo>
                      <a:pt x="132442" y="320994"/>
                      <a:pt x="112348" y="313176"/>
                      <a:pt x="103433" y="291985"/>
                    </a:cubicBezTo>
                    <a:cubicBezTo>
                      <a:pt x="94517" y="270794"/>
                      <a:pt x="81144" y="209414"/>
                      <a:pt x="72229" y="194944"/>
                    </a:cubicBezTo>
                    <a:cubicBezTo>
                      <a:pt x="63313" y="180474"/>
                      <a:pt x="8655" y="140286"/>
                      <a:pt x="5295" y="112374"/>
                    </a:cubicBezTo>
                    <a:cubicBezTo>
                      <a:pt x="1934" y="84462"/>
                      <a:pt x="-4718" y="38787"/>
                      <a:pt x="5295" y="30969"/>
                    </a:cubicBezTo>
                    <a:cubicBezTo>
                      <a:pt x="15307" y="23151"/>
                      <a:pt x="12016" y="-23689"/>
                      <a:pt x="76686" y="15333"/>
                    </a:cubicBezTo>
                    <a:close/>
                  </a:path>
                </a:pathLst>
              </a:custGeom>
              <a:solidFill>
                <a:srgbClr val="4C995C"/>
              </a:solidFill>
              <a:ln w="6858"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648019E8-B9DD-E8A8-75B5-6E4A4259D016}"/>
                  </a:ext>
                </a:extLst>
              </p:cNvPr>
              <p:cNvSpPr/>
              <p:nvPr/>
            </p:nvSpPr>
            <p:spPr>
              <a:xfrm>
                <a:off x="12165952" y="6117078"/>
                <a:ext cx="199667" cy="302986"/>
              </a:xfrm>
              <a:custGeom>
                <a:avLst/>
                <a:gdLst>
                  <a:gd name="connsiteX0" fmla="*/ 195727 w 199667"/>
                  <a:gd name="connsiteY0" fmla="*/ 302987 h 302986"/>
                  <a:gd name="connsiteX1" fmla="*/ 182903 w 199667"/>
                  <a:gd name="connsiteY1" fmla="*/ 260947 h 302986"/>
                  <a:gd name="connsiteX2" fmla="*/ 145184 w 199667"/>
                  <a:gd name="connsiteY2" fmla="*/ 124678 h 302986"/>
                  <a:gd name="connsiteX3" fmla="*/ 87714 w 199667"/>
                  <a:gd name="connsiteY3" fmla="*/ 76672 h 302986"/>
                  <a:gd name="connsiteX4" fmla="*/ 0 w 199667"/>
                  <a:gd name="connsiteY4" fmla="*/ 10081 h 302986"/>
                  <a:gd name="connsiteX5" fmla="*/ 7407 w 199667"/>
                  <a:gd name="connsiteY5" fmla="*/ 0 h 302986"/>
                  <a:gd name="connsiteX6" fmla="*/ 82022 w 199667"/>
                  <a:gd name="connsiteY6" fmla="*/ 60488 h 302986"/>
                  <a:gd name="connsiteX7" fmla="*/ 151219 w 199667"/>
                  <a:gd name="connsiteY7" fmla="*/ 109591 h 302986"/>
                  <a:gd name="connsiteX8" fmla="*/ 181326 w 199667"/>
                  <a:gd name="connsiteY8" fmla="*/ 222268 h 302986"/>
                  <a:gd name="connsiteX9" fmla="*/ 195727 w 199667"/>
                  <a:gd name="connsiteY9" fmla="*/ 302987 h 302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9667" h="302986">
                    <a:moveTo>
                      <a:pt x="195727" y="302987"/>
                    </a:moveTo>
                    <a:cubicBezTo>
                      <a:pt x="191064" y="285498"/>
                      <a:pt x="189487" y="278640"/>
                      <a:pt x="182903" y="260947"/>
                    </a:cubicBezTo>
                    <a:cubicBezTo>
                      <a:pt x="175153" y="240373"/>
                      <a:pt x="152042" y="136611"/>
                      <a:pt x="145184" y="124678"/>
                    </a:cubicBezTo>
                    <a:cubicBezTo>
                      <a:pt x="138326" y="112608"/>
                      <a:pt x="123718" y="97246"/>
                      <a:pt x="87714" y="76672"/>
                    </a:cubicBezTo>
                    <a:cubicBezTo>
                      <a:pt x="51709" y="56098"/>
                      <a:pt x="0" y="10081"/>
                      <a:pt x="0" y="10081"/>
                    </a:cubicBezTo>
                    <a:lnTo>
                      <a:pt x="7407" y="0"/>
                    </a:lnTo>
                    <a:cubicBezTo>
                      <a:pt x="19134" y="10561"/>
                      <a:pt x="58499" y="45469"/>
                      <a:pt x="82022" y="60488"/>
                    </a:cubicBezTo>
                    <a:cubicBezTo>
                      <a:pt x="109934" y="78318"/>
                      <a:pt x="143401" y="96218"/>
                      <a:pt x="151219" y="109591"/>
                    </a:cubicBezTo>
                    <a:cubicBezTo>
                      <a:pt x="159037" y="122964"/>
                      <a:pt x="174605" y="199911"/>
                      <a:pt x="181326" y="222268"/>
                    </a:cubicBezTo>
                    <a:cubicBezTo>
                      <a:pt x="187841" y="244008"/>
                      <a:pt x="208140" y="293248"/>
                      <a:pt x="195727" y="302987"/>
                    </a:cubicBezTo>
                    <a:close/>
                  </a:path>
                </a:pathLst>
              </a:custGeom>
              <a:solidFill>
                <a:srgbClr val="49B462"/>
              </a:solidFill>
              <a:ln w="6858"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4F95EB64-B38D-6252-238C-07B50EE7B3E4}"/>
                  </a:ext>
                </a:extLst>
              </p:cNvPr>
              <p:cNvSpPr/>
              <p:nvPr/>
            </p:nvSpPr>
            <p:spPr>
              <a:xfrm>
                <a:off x="11423544" y="5182820"/>
                <a:ext cx="753359" cy="988035"/>
              </a:xfrm>
              <a:custGeom>
                <a:avLst/>
                <a:gdLst>
                  <a:gd name="connsiteX0" fmla="*/ 193494 w 753359"/>
                  <a:gd name="connsiteY0" fmla="*/ 29550 h 988035"/>
                  <a:gd name="connsiteX1" fmla="*/ 245547 w 753359"/>
                  <a:gd name="connsiteY1" fmla="*/ 124739 h 988035"/>
                  <a:gd name="connsiteX2" fmla="*/ 345193 w 753359"/>
                  <a:gd name="connsiteY2" fmla="*/ 329999 h 988035"/>
                  <a:gd name="connsiteX3" fmla="*/ 431467 w 753359"/>
                  <a:gd name="connsiteY3" fmla="*/ 435612 h 988035"/>
                  <a:gd name="connsiteX4" fmla="*/ 578708 w 753359"/>
                  <a:gd name="connsiteY4" fmla="*/ 661652 h 988035"/>
                  <a:gd name="connsiteX5" fmla="*/ 691728 w 753359"/>
                  <a:gd name="connsiteY5" fmla="*/ 840097 h 988035"/>
                  <a:gd name="connsiteX6" fmla="*/ 724441 w 753359"/>
                  <a:gd name="connsiteY6" fmla="*/ 880285 h 988035"/>
                  <a:gd name="connsiteX7" fmla="*/ 742272 w 753359"/>
                  <a:gd name="connsiteY7" fmla="*/ 899624 h 988035"/>
                  <a:gd name="connsiteX8" fmla="*/ 752696 w 753359"/>
                  <a:gd name="connsiteY8" fmla="*/ 933846 h 988035"/>
                  <a:gd name="connsiteX9" fmla="*/ 740832 w 753359"/>
                  <a:gd name="connsiteY9" fmla="*/ 945710 h 988035"/>
                  <a:gd name="connsiteX10" fmla="*/ 678355 w 753359"/>
                  <a:gd name="connsiteY10" fmla="*/ 985898 h 988035"/>
                  <a:gd name="connsiteX11" fmla="*/ 641185 w 753359"/>
                  <a:gd name="connsiteY11" fmla="*/ 982949 h 988035"/>
                  <a:gd name="connsiteX12" fmla="*/ 608472 w 753359"/>
                  <a:gd name="connsiteY12" fmla="*/ 957643 h 988035"/>
                  <a:gd name="connsiteX13" fmla="*/ 410687 w 753359"/>
                  <a:gd name="connsiteY13" fmla="*/ 789553 h 988035"/>
                  <a:gd name="connsiteX14" fmla="*/ 267904 w 753359"/>
                  <a:gd name="connsiteY14" fmla="*/ 599175 h 988035"/>
                  <a:gd name="connsiteX15" fmla="*/ 172715 w 753359"/>
                  <a:gd name="connsiteY15" fmla="*/ 498020 h 988035"/>
                  <a:gd name="connsiteX16" fmla="*/ 19507 w 753359"/>
                  <a:gd name="connsiteY16" fmla="*/ 291320 h 988035"/>
                  <a:gd name="connsiteX17" fmla="*/ 193494 w 753359"/>
                  <a:gd name="connsiteY17" fmla="*/ 29550 h 988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53359" h="988035">
                    <a:moveTo>
                      <a:pt x="193494" y="29550"/>
                    </a:moveTo>
                    <a:cubicBezTo>
                      <a:pt x="193494" y="29550"/>
                      <a:pt x="209885" y="63771"/>
                      <a:pt x="245547" y="124739"/>
                    </a:cubicBezTo>
                    <a:cubicBezTo>
                      <a:pt x="281208" y="185707"/>
                      <a:pt x="327362" y="303184"/>
                      <a:pt x="345193" y="329999"/>
                    </a:cubicBezTo>
                    <a:cubicBezTo>
                      <a:pt x="363024" y="356745"/>
                      <a:pt x="379415" y="359763"/>
                      <a:pt x="431467" y="435612"/>
                    </a:cubicBezTo>
                    <a:cubicBezTo>
                      <a:pt x="483519" y="511462"/>
                      <a:pt x="517741" y="545683"/>
                      <a:pt x="578708" y="661652"/>
                    </a:cubicBezTo>
                    <a:cubicBezTo>
                      <a:pt x="639676" y="777621"/>
                      <a:pt x="659015" y="799978"/>
                      <a:pt x="691728" y="840097"/>
                    </a:cubicBezTo>
                    <a:cubicBezTo>
                      <a:pt x="724441" y="880285"/>
                      <a:pt x="706610" y="877267"/>
                      <a:pt x="724441" y="880285"/>
                    </a:cubicBezTo>
                    <a:cubicBezTo>
                      <a:pt x="742272" y="883234"/>
                      <a:pt x="748238" y="886251"/>
                      <a:pt x="742272" y="899624"/>
                    </a:cubicBezTo>
                    <a:cubicBezTo>
                      <a:pt x="736305" y="912997"/>
                      <a:pt x="751187" y="926371"/>
                      <a:pt x="752696" y="933846"/>
                    </a:cubicBezTo>
                    <a:cubicBezTo>
                      <a:pt x="754205" y="941252"/>
                      <a:pt x="754205" y="933846"/>
                      <a:pt x="740832" y="945710"/>
                    </a:cubicBezTo>
                    <a:cubicBezTo>
                      <a:pt x="727458" y="957574"/>
                      <a:pt x="687271" y="987338"/>
                      <a:pt x="678355" y="985898"/>
                    </a:cubicBezTo>
                    <a:cubicBezTo>
                      <a:pt x="669440" y="984389"/>
                      <a:pt x="651609" y="993305"/>
                      <a:pt x="641185" y="982949"/>
                    </a:cubicBezTo>
                    <a:cubicBezTo>
                      <a:pt x="630760" y="972525"/>
                      <a:pt x="615879" y="962101"/>
                      <a:pt x="608472" y="957643"/>
                    </a:cubicBezTo>
                    <a:cubicBezTo>
                      <a:pt x="601065" y="953185"/>
                      <a:pt x="485028" y="877336"/>
                      <a:pt x="410687" y="789553"/>
                    </a:cubicBezTo>
                    <a:cubicBezTo>
                      <a:pt x="336346" y="701840"/>
                      <a:pt x="294718" y="620024"/>
                      <a:pt x="267904" y="599175"/>
                    </a:cubicBezTo>
                    <a:cubicBezTo>
                      <a:pt x="241157" y="578327"/>
                      <a:pt x="183139" y="514410"/>
                      <a:pt x="172715" y="498020"/>
                    </a:cubicBezTo>
                    <a:cubicBezTo>
                      <a:pt x="162290" y="481629"/>
                      <a:pt x="41864" y="371627"/>
                      <a:pt x="19507" y="291320"/>
                    </a:cubicBezTo>
                    <a:cubicBezTo>
                      <a:pt x="-2782" y="211013"/>
                      <a:pt x="-51885" y="-95334"/>
                      <a:pt x="193494" y="29550"/>
                    </a:cubicBezTo>
                    <a:close/>
                  </a:path>
                </a:pathLst>
              </a:custGeom>
              <a:solidFill>
                <a:srgbClr val="BCD6DE"/>
              </a:solidFill>
              <a:ln w="6858"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64B75D78-F5F5-1C52-0FCA-E08D76D8CC35}"/>
                  </a:ext>
                </a:extLst>
              </p:cNvPr>
              <p:cNvSpPr/>
              <p:nvPr/>
            </p:nvSpPr>
            <p:spPr>
              <a:xfrm>
                <a:off x="11439964" y="5440193"/>
                <a:ext cx="666323" cy="730624"/>
              </a:xfrm>
              <a:custGeom>
                <a:avLst/>
                <a:gdLst>
                  <a:gd name="connsiteX0" fmla="*/ 666324 w 666323"/>
                  <a:gd name="connsiteY0" fmla="*/ 727771 h 730624"/>
                  <a:gd name="connsiteX1" fmla="*/ 661934 w 666323"/>
                  <a:gd name="connsiteY1" fmla="*/ 728457 h 730624"/>
                  <a:gd name="connsiteX2" fmla="*/ 624764 w 666323"/>
                  <a:gd name="connsiteY2" fmla="*/ 725508 h 730624"/>
                  <a:gd name="connsiteX3" fmla="*/ 592051 w 666323"/>
                  <a:gd name="connsiteY3" fmla="*/ 700202 h 730624"/>
                  <a:gd name="connsiteX4" fmla="*/ 394198 w 666323"/>
                  <a:gd name="connsiteY4" fmla="*/ 532181 h 730624"/>
                  <a:gd name="connsiteX5" fmla="*/ 251414 w 666323"/>
                  <a:gd name="connsiteY5" fmla="*/ 341803 h 730624"/>
                  <a:gd name="connsiteX6" fmla="*/ 156294 w 666323"/>
                  <a:gd name="connsiteY6" fmla="*/ 240647 h 730624"/>
                  <a:gd name="connsiteX7" fmla="*/ 3086 w 666323"/>
                  <a:gd name="connsiteY7" fmla="*/ 33947 h 730624"/>
                  <a:gd name="connsiteX8" fmla="*/ 0 w 666323"/>
                  <a:gd name="connsiteY8" fmla="*/ 22220 h 730624"/>
                  <a:gd name="connsiteX9" fmla="*/ 18174 w 666323"/>
                  <a:gd name="connsiteY9" fmla="*/ 0 h 730624"/>
                  <a:gd name="connsiteX10" fmla="*/ 203340 w 666323"/>
                  <a:gd name="connsiteY10" fmla="*/ 236601 h 730624"/>
                  <a:gd name="connsiteX11" fmla="*/ 249631 w 666323"/>
                  <a:gd name="connsiteY11" fmla="*/ 257175 h 730624"/>
                  <a:gd name="connsiteX12" fmla="*/ 318006 w 666323"/>
                  <a:gd name="connsiteY12" fmla="*/ 235024 h 730624"/>
                  <a:gd name="connsiteX13" fmla="*/ 256489 w 666323"/>
                  <a:gd name="connsiteY13" fmla="*/ 289751 h 730624"/>
                  <a:gd name="connsiteX14" fmla="*/ 304358 w 666323"/>
                  <a:gd name="connsiteY14" fmla="*/ 291533 h 730624"/>
                  <a:gd name="connsiteX15" fmla="*/ 280492 w 666323"/>
                  <a:gd name="connsiteY15" fmla="*/ 322326 h 730624"/>
                  <a:gd name="connsiteX16" fmla="*/ 337071 w 666323"/>
                  <a:gd name="connsiteY16" fmla="*/ 327470 h 730624"/>
                  <a:gd name="connsiteX17" fmla="*/ 302781 w 666323"/>
                  <a:gd name="connsiteY17" fmla="*/ 365189 h 730624"/>
                  <a:gd name="connsiteX18" fmla="*/ 366217 w 666323"/>
                  <a:gd name="connsiteY18" fmla="*/ 442341 h 730624"/>
                  <a:gd name="connsiteX19" fmla="*/ 450228 w 666323"/>
                  <a:gd name="connsiteY19" fmla="*/ 564071 h 730624"/>
                  <a:gd name="connsiteX20" fmla="*/ 561670 w 666323"/>
                  <a:gd name="connsiteY20" fmla="*/ 665226 h 730624"/>
                  <a:gd name="connsiteX21" fmla="*/ 645544 w 666323"/>
                  <a:gd name="connsiteY21" fmla="*/ 667009 h 730624"/>
                  <a:gd name="connsiteX22" fmla="*/ 607962 w 666323"/>
                  <a:gd name="connsiteY22" fmla="*/ 697802 h 730624"/>
                  <a:gd name="connsiteX23" fmla="*/ 640537 w 666323"/>
                  <a:gd name="connsiteY23" fmla="*/ 702945 h 730624"/>
                  <a:gd name="connsiteX24" fmla="*/ 666324 w 666323"/>
                  <a:gd name="connsiteY24" fmla="*/ 727771 h 730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6323" h="730624">
                    <a:moveTo>
                      <a:pt x="666324" y="727771"/>
                    </a:moveTo>
                    <a:cubicBezTo>
                      <a:pt x="664472" y="728388"/>
                      <a:pt x="662963" y="728663"/>
                      <a:pt x="661934" y="728457"/>
                    </a:cubicBezTo>
                    <a:cubicBezTo>
                      <a:pt x="653019" y="726948"/>
                      <a:pt x="635120" y="735932"/>
                      <a:pt x="624764" y="725508"/>
                    </a:cubicBezTo>
                    <a:cubicBezTo>
                      <a:pt x="614340" y="715084"/>
                      <a:pt x="599458" y="704660"/>
                      <a:pt x="592051" y="700202"/>
                    </a:cubicBezTo>
                    <a:cubicBezTo>
                      <a:pt x="584576" y="695744"/>
                      <a:pt x="468607" y="619895"/>
                      <a:pt x="394198" y="532181"/>
                    </a:cubicBezTo>
                    <a:cubicBezTo>
                      <a:pt x="319857" y="444398"/>
                      <a:pt x="278229" y="362582"/>
                      <a:pt x="251414" y="341803"/>
                    </a:cubicBezTo>
                    <a:cubicBezTo>
                      <a:pt x="224668" y="320954"/>
                      <a:pt x="166649" y="257038"/>
                      <a:pt x="156294" y="240647"/>
                    </a:cubicBezTo>
                    <a:cubicBezTo>
                      <a:pt x="145870" y="224325"/>
                      <a:pt x="25375" y="114254"/>
                      <a:pt x="3086" y="33947"/>
                    </a:cubicBezTo>
                    <a:cubicBezTo>
                      <a:pt x="2126" y="30449"/>
                      <a:pt x="1097" y="26540"/>
                      <a:pt x="0" y="22220"/>
                    </a:cubicBezTo>
                    <a:cubicBezTo>
                      <a:pt x="8915" y="7475"/>
                      <a:pt x="18174" y="0"/>
                      <a:pt x="18174" y="0"/>
                    </a:cubicBezTo>
                    <a:cubicBezTo>
                      <a:pt x="18174" y="10287"/>
                      <a:pt x="138394" y="183794"/>
                      <a:pt x="203340" y="236601"/>
                    </a:cubicBezTo>
                    <a:cubicBezTo>
                      <a:pt x="230772" y="258890"/>
                      <a:pt x="235915" y="252032"/>
                      <a:pt x="249631" y="257175"/>
                    </a:cubicBezTo>
                    <a:cubicBezTo>
                      <a:pt x="262867" y="262113"/>
                      <a:pt x="314577" y="236669"/>
                      <a:pt x="318006" y="235024"/>
                    </a:cubicBezTo>
                    <a:cubicBezTo>
                      <a:pt x="313959" y="237424"/>
                      <a:pt x="243185" y="279738"/>
                      <a:pt x="256489" y="289751"/>
                    </a:cubicBezTo>
                    <a:cubicBezTo>
                      <a:pt x="269657" y="299626"/>
                      <a:pt x="301821" y="292082"/>
                      <a:pt x="304358" y="291533"/>
                    </a:cubicBezTo>
                    <a:cubicBezTo>
                      <a:pt x="302232" y="293385"/>
                      <a:pt x="273909" y="317388"/>
                      <a:pt x="280492" y="322326"/>
                    </a:cubicBezTo>
                    <a:cubicBezTo>
                      <a:pt x="287076" y="327264"/>
                      <a:pt x="331927" y="318897"/>
                      <a:pt x="337071" y="327470"/>
                    </a:cubicBezTo>
                    <a:cubicBezTo>
                      <a:pt x="342214" y="336042"/>
                      <a:pt x="302781" y="360045"/>
                      <a:pt x="302781" y="365189"/>
                    </a:cubicBezTo>
                    <a:cubicBezTo>
                      <a:pt x="302781" y="370332"/>
                      <a:pt x="361074" y="414909"/>
                      <a:pt x="366217" y="442341"/>
                    </a:cubicBezTo>
                    <a:cubicBezTo>
                      <a:pt x="371361" y="469773"/>
                      <a:pt x="403936" y="526352"/>
                      <a:pt x="450228" y="564071"/>
                    </a:cubicBezTo>
                    <a:cubicBezTo>
                      <a:pt x="496519" y="601790"/>
                      <a:pt x="541096" y="648081"/>
                      <a:pt x="561670" y="665226"/>
                    </a:cubicBezTo>
                    <a:cubicBezTo>
                      <a:pt x="581696" y="681891"/>
                      <a:pt x="642115" y="667763"/>
                      <a:pt x="645544" y="667009"/>
                    </a:cubicBezTo>
                    <a:cubicBezTo>
                      <a:pt x="642800" y="668175"/>
                      <a:pt x="592943" y="689435"/>
                      <a:pt x="607962" y="697802"/>
                    </a:cubicBezTo>
                    <a:cubicBezTo>
                      <a:pt x="623392" y="706374"/>
                      <a:pt x="636148" y="694852"/>
                      <a:pt x="640537" y="702945"/>
                    </a:cubicBezTo>
                    <a:cubicBezTo>
                      <a:pt x="645544" y="712203"/>
                      <a:pt x="656791" y="719816"/>
                      <a:pt x="666324" y="727771"/>
                    </a:cubicBezTo>
                    <a:close/>
                  </a:path>
                </a:pathLst>
              </a:custGeom>
              <a:solidFill>
                <a:schemeClr val="tx1">
                  <a:alpha val="17000"/>
                </a:schemeClr>
              </a:solidFill>
              <a:ln w="6858"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2BACC545-B5F7-23DE-8AA1-D2695E29E5A5}"/>
                  </a:ext>
                </a:extLst>
              </p:cNvPr>
              <p:cNvSpPr/>
              <p:nvPr/>
            </p:nvSpPr>
            <p:spPr>
              <a:xfrm>
                <a:off x="11593035" y="5201123"/>
                <a:ext cx="583865" cy="926035"/>
              </a:xfrm>
              <a:custGeom>
                <a:avLst/>
                <a:gdLst>
                  <a:gd name="connsiteX0" fmla="*/ 572918 w 583865"/>
                  <a:gd name="connsiteY0" fmla="*/ 926036 h 926035"/>
                  <a:gd name="connsiteX1" fmla="*/ 562219 w 583865"/>
                  <a:gd name="connsiteY1" fmla="*/ 890991 h 926035"/>
                  <a:gd name="connsiteX2" fmla="*/ 543908 w 583865"/>
                  <a:gd name="connsiteY2" fmla="*/ 871172 h 926035"/>
                  <a:gd name="connsiteX3" fmla="*/ 510373 w 583865"/>
                  <a:gd name="connsiteY3" fmla="*/ 829955 h 926035"/>
                  <a:gd name="connsiteX4" fmla="*/ 394404 w 583865"/>
                  <a:gd name="connsiteY4" fmla="*/ 646847 h 926035"/>
                  <a:gd name="connsiteX5" fmla="*/ 243322 w 583865"/>
                  <a:gd name="connsiteY5" fmla="*/ 414909 h 926035"/>
                  <a:gd name="connsiteX6" fmla="*/ 154785 w 583865"/>
                  <a:gd name="connsiteY6" fmla="*/ 306553 h 926035"/>
                  <a:gd name="connsiteX7" fmla="*/ 52532 w 583865"/>
                  <a:gd name="connsiteY7" fmla="*/ 95943 h 926035"/>
                  <a:gd name="connsiteX8" fmla="*/ 0 w 583865"/>
                  <a:gd name="connsiteY8" fmla="*/ 0 h 926035"/>
                  <a:gd name="connsiteX9" fmla="*/ 24003 w 583865"/>
                  <a:gd name="connsiteY9" fmla="*/ 11247 h 926035"/>
                  <a:gd name="connsiteX10" fmla="*/ 76055 w 583865"/>
                  <a:gd name="connsiteY10" fmla="*/ 106436 h 926035"/>
                  <a:gd name="connsiteX11" fmla="*/ 175702 w 583865"/>
                  <a:gd name="connsiteY11" fmla="*/ 311696 h 926035"/>
                  <a:gd name="connsiteX12" fmla="*/ 261976 w 583865"/>
                  <a:gd name="connsiteY12" fmla="*/ 417241 h 926035"/>
                  <a:gd name="connsiteX13" fmla="*/ 409217 w 583865"/>
                  <a:gd name="connsiteY13" fmla="*/ 643349 h 926035"/>
                  <a:gd name="connsiteX14" fmla="*/ 522237 w 583865"/>
                  <a:gd name="connsiteY14" fmla="*/ 821794 h 926035"/>
                  <a:gd name="connsiteX15" fmla="*/ 554950 w 583865"/>
                  <a:gd name="connsiteY15" fmla="*/ 861913 h 926035"/>
                  <a:gd name="connsiteX16" fmla="*/ 572780 w 583865"/>
                  <a:gd name="connsiteY16" fmla="*/ 881253 h 926035"/>
                  <a:gd name="connsiteX17" fmla="*/ 583205 w 583865"/>
                  <a:gd name="connsiteY17" fmla="*/ 915474 h 926035"/>
                  <a:gd name="connsiteX18" fmla="*/ 572918 w 583865"/>
                  <a:gd name="connsiteY18" fmla="*/ 926036 h 926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83865" h="926035">
                    <a:moveTo>
                      <a:pt x="572918" y="926036"/>
                    </a:moveTo>
                    <a:cubicBezTo>
                      <a:pt x="571340" y="918355"/>
                      <a:pt x="556116" y="904639"/>
                      <a:pt x="562219" y="890991"/>
                    </a:cubicBezTo>
                    <a:cubicBezTo>
                      <a:pt x="568323" y="877275"/>
                      <a:pt x="562219" y="874189"/>
                      <a:pt x="543908" y="871172"/>
                    </a:cubicBezTo>
                    <a:cubicBezTo>
                      <a:pt x="525597" y="868086"/>
                      <a:pt x="543908" y="871172"/>
                      <a:pt x="510373" y="829955"/>
                    </a:cubicBezTo>
                    <a:cubicBezTo>
                      <a:pt x="476768" y="788739"/>
                      <a:pt x="456949" y="765833"/>
                      <a:pt x="394404" y="646847"/>
                    </a:cubicBezTo>
                    <a:cubicBezTo>
                      <a:pt x="331790" y="527792"/>
                      <a:pt x="296677" y="492679"/>
                      <a:pt x="243322" y="414909"/>
                    </a:cubicBezTo>
                    <a:cubicBezTo>
                      <a:pt x="189898" y="337071"/>
                      <a:pt x="173096" y="333985"/>
                      <a:pt x="154785" y="306553"/>
                    </a:cubicBezTo>
                    <a:cubicBezTo>
                      <a:pt x="136474" y="279052"/>
                      <a:pt x="89154" y="158557"/>
                      <a:pt x="52532" y="95943"/>
                    </a:cubicBezTo>
                    <a:cubicBezTo>
                      <a:pt x="20574" y="41354"/>
                      <a:pt x="3772" y="7681"/>
                      <a:pt x="0" y="0"/>
                    </a:cubicBezTo>
                    <a:cubicBezTo>
                      <a:pt x="7681" y="3223"/>
                      <a:pt x="15636" y="6995"/>
                      <a:pt x="24003" y="11247"/>
                    </a:cubicBezTo>
                    <a:cubicBezTo>
                      <a:pt x="24003" y="11247"/>
                      <a:pt x="40394" y="45469"/>
                      <a:pt x="76055" y="106436"/>
                    </a:cubicBezTo>
                    <a:cubicBezTo>
                      <a:pt x="111785" y="167404"/>
                      <a:pt x="157871" y="284881"/>
                      <a:pt x="175702" y="311696"/>
                    </a:cubicBezTo>
                    <a:cubicBezTo>
                      <a:pt x="193533" y="338442"/>
                      <a:pt x="209923" y="341391"/>
                      <a:pt x="261976" y="417241"/>
                    </a:cubicBezTo>
                    <a:cubicBezTo>
                      <a:pt x="314028" y="493090"/>
                      <a:pt x="348249" y="527312"/>
                      <a:pt x="409217" y="643349"/>
                    </a:cubicBezTo>
                    <a:cubicBezTo>
                      <a:pt x="470185" y="759318"/>
                      <a:pt x="489524" y="781606"/>
                      <a:pt x="522237" y="821794"/>
                    </a:cubicBezTo>
                    <a:cubicBezTo>
                      <a:pt x="554950" y="861913"/>
                      <a:pt x="537119" y="858965"/>
                      <a:pt x="554950" y="861913"/>
                    </a:cubicBezTo>
                    <a:cubicBezTo>
                      <a:pt x="572780" y="864931"/>
                      <a:pt x="578747" y="867880"/>
                      <a:pt x="572780" y="881253"/>
                    </a:cubicBezTo>
                    <a:cubicBezTo>
                      <a:pt x="566882" y="894695"/>
                      <a:pt x="581696" y="908068"/>
                      <a:pt x="583205" y="915474"/>
                    </a:cubicBezTo>
                    <a:cubicBezTo>
                      <a:pt x="584645" y="922607"/>
                      <a:pt x="584713" y="916092"/>
                      <a:pt x="572918" y="926036"/>
                    </a:cubicBezTo>
                    <a:close/>
                  </a:path>
                </a:pathLst>
              </a:custGeom>
              <a:solidFill>
                <a:srgbClr val="FFFFFF">
                  <a:alpha val="85000"/>
                </a:srgbClr>
              </a:solidFill>
              <a:ln w="6858"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8DFBD813-154B-B3A5-AF91-99B253986FD1}"/>
                  </a:ext>
                </a:extLst>
              </p:cNvPr>
              <p:cNvSpPr/>
              <p:nvPr/>
            </p:nvSpPr>
            <p:spPr>
              <a:xfrm>
                <a:off x="11597158" y="4989066"/>
                <a:ext cx="353288" cy="277774"/>
              </a:xfrm>
              <a:custGeom>
                <a:avLst/>
                <a:gdLst>
                  <a:gd name="connsiteX0" fmla="*/ 353042 w 353288"/>
                  <a:gd name="connsiteY0" fmla="*/ 74623 h 277774"/>
                  <a:gd name="connsiteX1" fmla="*/ 308396 w 353288"/>
                  <a:gd name="connsiteY1" fmla="*/ 135590 h 277774"/>
                  <a:gd name="connsiteX2" fmla="*/ 272735 w 353288"/>
                  <a:gd name="connsiteY2" fmla="*/ 156439 h 277774"/>
                  <a:gd name="connsiteX3" fmla="*/ 250446 w 353288"/>
                  <a:gd name="connsiteY3" fmla="*/ 259034 h 277774"/>
                  <a:gd name="connsiteX4" fmla="*/ 204360 w 353288"/>
                  <a:gd name="connsiteY4" fmla="*/ 238186 h 277774"/>
                  <a:gd name="connsiteX5" fmla="*/ 73510 w 353288"/>
                  <a:gd name="connsiteY5" fmla="*/ 270899 h 277774"/>
                  <a:gd name="connsiteX6" fmla="*/ 6575 w 353288"/>
                  <a:gd name="connsiteY6" fmla="*/ 199507 h 277774"/>
                  <a:gd name="connsiteX7" fmla="*/ 20634 w 353288"/>
                  <a:gd name="connsiteY7" fmla="*/ 90739 h 277774"/>
                  <a:gd name="connsiteX8" fmla="*/ 353110 w 353288"/>
                  <a:gd name="connsiteY8" fmla="*/ 74554 h 277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288" h="277774">
                    <a:moveTo>
                      <a:pt x="353042" y="74623"/>
                    </a:moveTo>
                    <a:cubicBezTo>
                      <a:pt x="356471" y="81824"/>
                      <a:pt x="323278" y="128184"/>
                      <a:pt x="308396" y="135590"/>
                    </a:cubicBezTo>
                    <a:cubicBezTo>
                      <a:pt x="293514" y="142997"/>
                      <a:pt x="278632" y="135590"/>
                      <a:pt x="272735" y="156439"/>
                    </a:cubicBezTo>
                    <a:cubicBezTo>
                      <a:pt x="266837" y="177287"/>
                      <a:pt x="260870" y="257594"/>
                      <a:pt x="250446" y="259034"/>
                    </a:cubicBezTo>
                    <a:cubicBezTo>
                      <a:pt x="240022" y="260543"/>
                      <a:pt x="211767" y="245661"/>
                      <a:pt x="204360" y="238186"/>
                    </a:cubicBezTo>
                    <a:cubicBezTo>
                      <a:pt x="196954" y="230711"/>
                      <a:pt x="94289" y="299154"/>
                      <a:pt x="73510" y="270899"/>
                    </a:cubicBezTo>
                    <a:cubicBezTo>
                      <a:pt x="52661" y="242644"/>
                      <a:pt x="5067" y="211440"/>
                      <a:pt x="6575" y="199507"/>
                    </a:cubicBezTo>
                    <a:cubicBezTo>
                      <a:pt x="7056" y="195872"/>
                      <a:pt x="-15644" y="126744"/>
                      <a:pt x="20634" y="90739"/>
                    </a:cubicBezTo>
                    <a:cubicBezTo>
                      <a:pt x="102108" y="9815"/>
                      <a:pt x="290360" y="-57188"/>
                      <a:pt x="353110" y="74554"/>
                    </a:cubicBezTo>
                    <a:close/>
                  </a:path>
                </a:pathLst>
              </a:custGeom>
              <a:solidFill>
                <a:srgbClr val="E8A97F"/>
              </a:solidFill>
              <a:ln w="6858"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3000122B-5CAA-BFB1-FBA6-FA96DE2CA2A0}"/>
                  </a:ext>
                </a:extLst>
              </p:cNvPr>
              <p:cNvSpPr/>
              <p:nvPr/>
            </p:nvSpPr>
            <p:spPr>
              <a:xfrm>
                <a:off x="11828154" y="5071164"/>
                <a:ext cx="68484" cy="50984"/>
              </a:xfrm>
              <a:custGeom>
                <a:avLst/>
                <a:gdLst>
                  <a:gd name="connsiteX0" fmla="*/ 68485 w 68484"/>
                  <a:gd name="connsiteY0" fmla="*/ 50544 h 50984"/>
                  <a:gd name="connsiteX1" fmla="*/ 453 w 68484"/>
                  <a:gd name="connsiteY1" fmla="*/ 0 h 50984"/>
                  <a:gd name="connsiteX2" fmla="*/ 68485 w 68484"/>
                  <a:gd name="connsiteY2" fmla="*/ 50544 h 50984"/>
                </a:gdLst>
                <a:ahLst/>
                <a:cxnLst>
                  <a:cxn ang="0">
                    <a:pos x="connsiteX0" y="connsiteY0"/>
                  </a:cxn>
                  <a:cxn ang="0">
                    <a:pos x="connsiteX1" y="connsiteY1"/>
                  </a:cxn>
                  <a:cxn ang="0">
                    <a:pos x="connsiteX2" y="connsiteY2"/>
                  </a:cxn>
                </a:cxnLst>
                <a:rect l="l" t="t" r="r" b="b"/>
                <a:pathLst>
                  <a:path w="68484" h="50984">
                    <a:moveTo>
                      <a:pt x="68485" y="50544"/>
                    </a:moveTo>
                    <a:cubicBezTo>
                      <a:pt x="68485" y="50544"/>
                      <a:pt x="6008" y="0"/>
                      <a:pt x="453" y="0"/>
                    </a:cubicBezTo>
                    <a:cubicBezTo>
                      <a:pt x="-5102" y="0"/>
                      <a:pt x="41738" y="56510"/>
                      <a:pt x="68485" y="50544"/>
                    </a:cubicBezTo>
                    <a:close/>
                  </a:path>
                </a:pathLst>
              </a:custGeom>
              <a:solidFill>
                <a:srgbClr val="B4805B"/>
              </a:solidFill>
              <a:ln w="6858"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BB3C993F-D7C2-B26A-094F-0D39CAB5CE08}"/>
                  </a:ext>
                </a:extLst>
              </p:cNvPr>
              <p:cNvSpPr/>
              <p:nvPr/>
            </p:nvSpPr>
            <p:spPr>
              <a:xfrm>
                <a:off x="10368332" y="5744596"/>
                <a:ext cx="1168567" cy="621632"/>
              </a:xfrm>
              <a:custGeom>
                <a:avLst/>
                <a:gdLst>
                  <a:gd name="connsiteX0" fmla="*/ 844221 w 1168567"/>
                  <a:gd name="connsiteY0" fmla="*/ 16551 h 621632"/>
                  <a:gd name="connsiteX1" fmla="*/ 1156534 w 1168567"/>
                  <a:gd name="connsiteY1" fmla="*/ 150419 h 621632"/>
                  <a:gd name="connsiteX2" fmla="*/ 1102973 w 1168567"/>
                  <a:gd name="connsiteY2" fmla="*/ 379477 h 621632"/>
                  <a:gd name="connsiteX3" fmla="*/ 710352 w 1168567"/>
                  <a:gd name="connsiteY3" fmla="*/ 566837 h 621632"/>
                  <a:gd name="connsiteX4" fmla="*/ 531907 w 1168567"/>
                  <a:gd name="connsiteY4" fmla="*/ 620398 h 621632"/>
                  <a:gd name="connsiteX5" fmla="*/ 377259 w 1168567"/>
                  <a:gd name="connsiteY5" fmla="*/ 492497 h 621632"/>
                  <a:gd name="connsiteX6" fmla="*/ 344546 w 1168567"/>
                  <a:gd name="connsiteY6" fmla="*/ 397307 h 621632"/>
                  <a:gd name="connsiteX7" fmla="*/ 133183 w 1168567"/>
                  <a:gd name="connsiteY7" fmla="*/ 365418 h 621632"/>
                  <a:gd name="connsiteX8" fmla="*/ 39434 w 1168567"/>
                  <a:gd name="connsiteY8" fmla="*/ 276264 h 621632"/>
                  <a:gd name="connsiteX9" fmla="*/ 2469 w 1168567"/>
                  <a:gd name="connsiteY9" fmla="*/ 135538 h 621632"/>
                  <a:gd name="connsiteX10" fmla="*/ 844221 w 1168567"/>
                  <a:gd name="connsiteY10" fmla="*/ 16551 h 621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8567" h="621632">
                    <a:moveTo>
                      <a:pt x="844221" y="16551"/>
                    </a:moveTo>
                    <a:cubicBezTo>
                      <a:pt x="862806" y="22106"/>
                      <a:pt x="1129788" y="81977"/>
                      <a:pt x="1156534" y="150419"/>
                    </a:cubicBezTo>
                    <a:cubicBezTo>
                      <a:pt x="1183280" y="218862"/>
                      <a:pt x="1165449" y="328865"/>
                      <a:pt x="1102973" y="379477"/>
                    </a:cubicBezTo>
                    <a:cubicBezTo>
                      <a:pt x="1040497" y="430020"/>
                      <a:pt x="760896" y="522260"/>
                      <a:pt x="710352" y="566837"/>
                    </a:cubicBezTo>
                    <a:cubicBezTo>
                      <a:pt x="659809" y="611483"/>
                      <a:pt x="588417" y="626296"/>
                      <a:pt x="531907" y="620398"/>
                    </a:cubicBezTo>
                    <a:cubicBezTo>
                      <a:pt x="475397" y="614432"/>
                      <a:pt x="386175" y="549007"/>
                      <a:pt x="377259" y="492497"/>
                    </a:cubicBezTo>
                    <a:cubicBezTo>
                      <a:pt x="368344" y="435987"/>
                      <a:pt x="344546" y="397307"/>
                      <a:pt x="344546" y="397307"/>
                    </a:cubicBezTo>
                    <a:cubicBezTo>
                      <a:pt x="344546" y="397307"/>
                      <a:pt x="180777" y="377282"/>
                      <a:pt x="133183" y="365418"/>
                    </a:cubicBezTo>
                    <a:cubicBezTo>
                      <a:pt x="85588" y="353553"/>
                      <a:pt x="54316" y="338740"/>
                      <a:pt x="39434" y="276264"/>
                    </a:cubicBezTo>
                    <a:cubicBezTo>
                      <a:pt x="24552" y="213788"/>
                      <a:pt x="-9395" y="186150"/>
                      <a:pt x="2469" y="135538"/>
                    </a:cubicBezTo>
                    <a:cubicBezTo>
                      <a:pt x="14334" y="84994"/>
                      <a:pt x="636012" y="-45925"/>
                      <a:pt x="844221" y="16551"/>
                    </a:cubicBezTo>
                    <a:close/>
                  </a:path>
                </a:pathLst>
              </a:custGeom>
              <a:solidFill>
                <a:srgbClr val="C8E3EC"/>
              </a:solidFill>
              <a:ln w="6858"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D87C6028-1105-7E5B-727A-3065B0F318C7}"/>
                  </a:ext>
                </a:extLst>
              </p:cNvPr>
              <p:cNvSpPr/>
              <p:nvPr/>
            </p:nvSpPr>
            <p:spPr>
              <a:xfrm>
                <a:off x="10368016" y="4919943"/>
                <a:ext cx="1220878" cy="976512"/>
              </a:xfrm>
              <a:custGeom>
                <a:avLst/>
                <a:gdLst>
                  <a:gd name="connsiteX0" fmla="*/ 997402 w 1220878"/>
                  <a:gd name="connsiteY0" fmla="*/ 619 h 976512"/>
                  <a:gd name="connsiteX1" fmla="*/ 944115 w 1220878"/>
                  <a:gd name="connsiteY1" fmla="*/ 8369 h 976512"/>
                  <a:gd name="connsiteX2" fmla="*/ 486823 w 1220878"/>
                  <a:gd name="connsiteY2" fmla="*/ 131058 h 976512"/>
                  <a:gd name="connsiteX3" fmla="*/ 170052 w 1220878"/>
                  <a:gd name="connsiteY3" fmla="*/ 443371 h 976512"/>
                  <a:gd name="connsiteX4" fmla="*/ 47363 w 1220878"/>
                  <a:gd name="connsiteY4" fmla="*/ 659742 h 976512"/>
                  <a:gd name="connsiteX5" fmla="*/ 4980 w 1220878"/>
                  <a:gd name="connsiteY5" fmla="*/ 976513 h 976512"/>
                  <a:gd name="connsiteX6" fmla="*/ 529069 w 1220878"/>
                  <a:gd name="connsiteY6" fmla="*/ 880432 h 976512"/>
                  <a:gd name="connsiteX7" fmla="*/ 863876 w 1220878"/>
                  <a:gd name="connsiteY7" fmla="*/ 842644 h 976512"/>
                  <a:gd name="connsiteX8" fmla="*/ 1124892 w 1220878"/>
                  <a:gd name="connsiteY8" fmla="*/ 523610 h 976512"/>
                  <a:gd name="connsiteX9" fmla="*/ 1218572 w 1220878"/>
                  <a:gd name="connsiteY9" fmla="*/ 307240 h 976512"/>
                  <a:gd name="connsiteX10" fmla="*/ 997470 w 1220878"/>
                  <a:gd name="connsiteY10" fmla="*/ 550 h 976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20878" h="976512">
                    <a:moveTo>
                      <a:pt x="997402" y="619"/>
                    </a:moveTo>
                    <a:cubicBezTo>
                      <a:pt x="978131" y="4871"/>
                      <a:pt x="959957" y="7888"/>
                      <a:pt x="944115" y="8369"/>
                    </a:cubicBezTo>
                    <a:cubicBezTo>
                      <a:pt x="872723" y="10632"/>
                      <a:pt x="609513" y="44030"/>
                      <a:pt x="486823" y="131058"/>
                    </a:cubicBezTo>
                    <a:cubicBezTo>
                      <a:pt x="364134" y="218086"/>
                      <a:pt x="228071" y="351886"/>
                      <a:pt x="170052" y="443371"/>
                    </a:cubicBezTo>
                    <a:cubicBezTo>
                      <a:pt x="112034" y="534857"/>
                      <a:pt x="89745" y="537052"/>
                      <a:pt x="47363" y="659742"/>
                    </a:cubicBezTo>
                    <a:cubicBezTo>
                      <a:pt x="4980" y="782431"/>
                      <a:pt x="-8393" y="927409"/>
                      <a:pt x="4980" y="976513"/>
                    </a:cubicBezTo>
                    <a:cubicBezTo>
                      <a:pt x="4980" y="976513"/>
                      <a:pt x="415294" y="871516"/>
                      <a:pt x="529069" y="880432"/>
                    </a:cubicBezTo>
                    <a:cubicBezTo>
                      <a:pt x="642843" y="889347"/>
                      <a:pt x="805858" y="869390"/>
                      <a:pt x="863876" y="842644"/>
                    </a:cubicBezTo>
                    <a:cubicBezTo>
                      <a:pt x="921895" y="815898"/>
                      <a:pt x="1049042" y="635190"/>
                      <a:pt x="1124892" y="523610"/>
                    </a:cubicBezTo>
                    <a:cubicBezTo>
                      <a:pt x="1200742" y="412099"/>
                      <a:pt x="1194021" y="331792"/>
                      <a:pt x="1218572" y="307240"/>
                    </a:cubicBezTo>
                    <a:cubicBezTo>
                      <a:pt x="1243124" y="282689"/>
                      <a:pt x="1065022" y="-14468"/>
                      <a:pt x="997470" y="550"/>
                    </a:cubicBezTo>
                    <a:close/>
                  </a:path>
                </a:pathLst>
              </a:custGeom>
              <a:solidFill>
                <a:srgbClr val="C8E3EC"/>
              </a:solidFill>
              <a:ln w="6858"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5F3EF02C-6072-C19A-76B5-9B3AF3F52A37}"/>
                  </a:ext>
                </a:extLst>
              </p:cNvPr>
              <p:cNvSpPr/>
              <p:nvPr/>
            </p:nvSpPr>
            <p:spPr>
              <a:xfrm>
                <a:off x="10701352" y="5528704"/>
                <a:ext cx="361902" cy="128476"/>
              </a:xfrm>
              <a:custGeom>
                <a:avLst/>
                <a:gdLst>
                  <a:gd name="connsiteX0" fmla="*/ 361834 w 361902"/>
                  <a:gd name="connsiteY0" fmla="*/ 128476 h 128476"/>
                  <a:gd name="connsiteX1" fmla="*/ 6 w 361902"/>
                  <a:gd name="connsiteY1" fmla="*/ 10587 h 128476"/>
                  <a:gd name="connsiteX2" fmla="*/ 289139 w 361902"/>
                  <a:gd name="connsiteY2" fmla="*/ 5855 h 128476"/>
                  <a:gd name="connsiteX3" fmla="*/ 361902 w 361902"/>
                  <a:gd name="connsiteY3" fmla="*/ 128476 h 128476"/>
                </a:gdLst>
                <a:ahLst/>
                <a:cxnLst>
                  <a:cxn ang="0">
                    <a:pos x="connsiteX0" y="connsiteY0"/>
                  </a:cxn>
                  <a:cxn ang="0">
                    <a:pos x="connsiteX1" y="connsiteY1"/>
                  </a:cxn>
                  <a:cxn ang="0">
                    <a:pos x="connsiteX2" y="connsiteY2"/>
                  </a:cxn>
                  <a:cxn ang="0">
                    <a:pos x="connsiteX3" y="connsiteY3"/>
                  </a:cxn>
                </a:cxnLst>
                <a:rect l="l" t="t" r="r" b="b"/>
                <a:pathLst>
                  <a:path w="361902" h="128476">
                    <a:moveTo>
                      <a:pt x="361834" y="128476"/>
                    </a:moveTo>
                    <a:cubicBezTo>
                      <a:pt x="361834" y="128476"/>
                      <a:pt x="1309" y="31298"/>
                      <a:pt x="6" y="10587"/>
                    </a:cubicBezTo>
                    <a:cubicBezTo>
                      <a:pt x="-1366" y="-10193"/>
                      <a:pt x="249774" y="6061"/>
                      <a:pt x="289139" y="5855"/>
                    </a:cubicBezTo>
                    <a:cubicBezTo>
                      <a:pt x="328504" y="5649"/>
                      <a:pt x="361902" y="128476"/>
                      <a:pt x="361902" y="128476"/>
                    </a:cubicBezTo>
                    <a:close/>
                  </a:path>
                </a:pathLst>
              </a:custGeom>
              <a:solidFill>
                <a:schemeClr val="tx1">
                  <a:alpha val="17000"/>
                </a:schemeClr>
              </a:solidFill>
              <a:ln w="6858"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CB3E6A43-F799-8D5C-5597-1084123263D2}"/>
                  </a:ext>
                </a:extLst>
              </p:cNvPr>
              <p:cNvSpPr/>
              <p:nvPr/>
            </p:nvSpPr>
            <p:spPr>
              <a:xfrm>
                <a:off x="10761831" y="5645647"/>
                <a:ext cx="352378" cy="84787"/>
              </a:xfrm>
              <a:custGeom>
                <a:avLst/>
                <a:gdLst>
                  <a:gd name="connsiteX0" fmla="*/ 352379 w 352378"/>
                  <a:gd name="connsiteY0" fmla="*/ 84640 h 84787"/>
                  <a:gd name="connsiteX1" fmla="*/ 2003 w 352378"/>
                  <a:gd name="connsiteY1" fmla="*/ 698 h 84787"/>
                  <a:gd name="connsiteX2" fmla="*/ 352379 w 352378"/>
                  <a:gd name="connsiteY2" fmla="*/ 84640 h 84787"/>
                </a:gdLst>
                <a:ahLst/>
                <a:cxnLst>
                  <a:cxn ang="0">
                    <a:pos x="connsiteX0" y="connsiteY0"/>
                  </a:cxn>
                  <a:cxn ang="0">
                    <a:pos x="connsiteX1" y="connsiteY1"/>
                  </a:cxn>
                  <a:cxn ang="0">
                    <a:pos x="connsiteX2" y="connsiteY2"/>
                  </a:cxn>
                </a:cxnLst>
                <a:rect l="l" t="t" r="r" b="b"/>
                <a:pathLst>
                  <a:path w="352378" h="84787">
                    <a:moveTo>
                      <a:pt x="352379" y="84640"/>
                    </a:moveTo>
                    <a:cubicBezTo>
                      <a:pt x="352379" y="84640"/>
                      <a:pt x="28064" y="10642"/>
                      <a:pt x="2003" y="698"/>
                    </a:cubicBezTo>
                    <a:cubicBezTo>
                      <a:pt x="-24126" y="-9178"/>
                      <a:pt x="211447" y="89097"/>
                      <a:pt x="352379" y="84640"/>
                    </a:cubicBezTo>
                    <a:close/>
                  </a:path>
                </a:pathLst>
              </a:custGeom>
              <a:solidFill>
                <a:schemeClr val="tx1">
                  <a:alpha val="17000"/>
                </a:schemeClr>
              </a:solidFill>
              <a:ln w="6858"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ABE1F8FB-3993-373A-BDC5-B8172C194EE7}"/>
                  </a:ext>
                </a:extLst>
              </p:cNvPr>
              <p:cNvSpPr/>
              <p:nvPr/>
            </p:nvSpPr>
            <p:spPr>
              <a:xfrm>
                <a:off x="10565706" y="5709057"/>
                <a:ext cx="561462" cy="71613"/>
              </a:xfrm>
              <a:custGeom>
                <a:avLst/>
                <a:gdLst>
                  <a:gd name="connsiteX0" fmla="*/ 561053 w 561462"/>
                  <a:gd name="connsiteY0" fmla="*/ 71361 h 71613"/>
                  <a:gd name="connsiteX1" fmla="*/ 376093 w 561462"/>
                  <a:gd name="connsiteY1" fmla="*/ 39266 h 71613"/>
                  <a:gd name="connsiteX2" fmla="*/ 122141 w 561462"/>
                  <a:gd name="connsiteY2" fmla="*/ 50993 h 71613"/>
                  <a:gd name="connsiteX3" fmla="*/ 0 w 561462"/>
                  <a:gd name="connsiteY3" fmla="*/ 24109 h 71613"/>
                  <a:gd name="connsiteX4" fmla="*/ 170490 w 561462"/>
                  <a:gd name="connsiteY4" fmla="*/ 10805 h 71613"/>
                  <a:gd name="connsiteX5" fmla="*/ 561053 w 561462"/>
                  <a:gd name="connsiteY5" fmla="*/ 71293 h 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462" h="71613">
                    <a:moveTo>
                      <a:pt x="561053" y="71361"/>
                    </a:moveTo>
                    <a:cubicBezTo>
                      <a:pt x="569420" y="75270"/>
                      <a:pt x="447416" y="32408"/>
                      <a:pt x="376093" y="39266"/>
                    </a:cubicBezTo>
                    <a:cubicBezTo>
                      <a:pt x="304770" y="46192"/>
                      <a:pt x="122141" y="50993"/>
                      <a:pt x="122141" y="50993"/>
                    </a:cubicBezTo>
                    <a:cubicBezTo>
                      <a:pt x="122141" y="50993"/>
                      <a:pt x="77358" y="2918"/>
                      <a:pt x="0" y="24109"/>
                    </a:cubicBezTo>
                    <a:cubicBezTo>
                      <a:pt x="0" y="24109"/>
                      <a:pt x="68923" y="-19713"/>
                      <a:pt x="170490" y="10805"/>
                    </a:cubicBezTo>
                    <a:cubicBezTo>
                      <a:pt x="271988" y="41323"/>
                      <a:pt x="365257" y="-20262"/>
                      <a:pt x="561053" y="71293"/>
                    </a:cubicBezTo>
                    <a:close/>
                  </a:path>
                </a:pathLst>
              </a:custGeom>
              <a:solidFill>
                <a:schemeClr val="tx1">
                  <a:alpha val="17000"/>
                </a:schemeClr>
              </a:solidFill>
              <a:ln w="6858"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E86E2C5D-80B5-EB16-B330-FBDC0D6E17AE}"/>
                  </a:ext>
                </a:extLst>
              </p:cNvPr>
              <p:cNvSpPr/>
              <p:nvPr/>
            </p:nvSpPr>
            <p:spPr>
              <a:xfrm>
                <a:off x="10587377" y="5442047"/>
                <a:ext cx="471386" cy="62448"/>
              </a:xfrm>
              <a:custGeom>
                <a:avLst/>
                <a:gdLst>
                  <a:gd name="connsiteX0" fmla="*/ 471213 w 471386"/>
                  <a:gd name="connsiteY0" fmla="*/ 135 h 62448"/>
                  <a:gd name="connsiteX1" fmla="*/ 0 w 471386"/>
                  <a:gd name="connsiteY1" fmla="*/ 53696 h 62448"/>
                  <a:gd name="connsiteX2" fmla="*/ 471213 w 471386"/>
                  <a:gd name="connsiteY2" fmla="*/ 135 h 62448"/>
                </a:gdLst>
                <a:ahLst/>
                <a:cxnLst>
                  <a:cxn ang="0">
                    <a:pos x="connsiteX0" y="connsiteY0"/>
                  </a:cxn>
                  <a:cxn ang="0">
                    <a:pos x="connsiteX1" y="connsiteY1"/>
                  </a:cxn>
                  <a:cxn ang="0">
                    <a:pos x="connsiteX2" y="connsiteY2"/>
                  </a:cxn>
                </a:cxnLst>
                <a:rect l="l" t="t" r="r" b="b"/>
                <a:pathLst>
                  <a:path w="471386" h="62448">
                    <a:moveTo>
                      <a:pt x="471213" y="135"/>
                    </a:moveTo>
                    <a:cubicBezTo>
                      <a:pt x="479854" y="-3225"/>
                      <a:pt x="162329" y="57125"/>
                      <a:pt x="0" y="53696"/>
                    </a:cubicBezTo>
                    <a:cubicBezTo>
                      <a:pt x="0" y="53696"/>
                      <a:pt x="229537" y="94433"/>
                      <a:pt x="471213" y="135"/>
                    </a:cubicBezTo>
                    <a:close/>
                  </a:path>
                </a:pathLst>
              </a:custGeom>
              <a:solidFill>
                <a:schemeClr val="tx1">
                  <a:alpha val="17000"/>
                </a:schemeClr>
              </a:solidFill>
              <a:ln w="6858"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C15E3601-4EC3-9366-7ADC-24CDD43F9540}"/>
                  </a:ext>
                </a:extLst>
              </p:cNvPr>
              <p:cNvSpPr/>
              <p:nvPr/>
            </p:nvSpPr>
            <p:spPr>
              <a:xfrm>
                <a:off x="11356129" y="4691570"/>
                <a:ext cx="641568" cy="549664"/>
              </a:xfrm>
              <a:custGeom>
                <a:avLst/>
                <a:gdLst>
                  <a:gd name="connsiteX0" fmla="*/ 24445 w 641568"/>
                  <a:gd name="connsiteY0" fmla="*/ 227827 h 549664"/>
                  <a:gd name="connsiteX1" fmla="*/ 204399 w 641568"/>
                  <a:gd name="connsiteY1" fmla="*/ 174266 h 549664"/>
                  <a:gd name="connsiteX2" fmla="*/ 320368 w 641568"/>
                  <a:gd name="connsiteY2" fmla="*/ 31483 h 549664"/>
                  <a:gd name="connsiteX3" fmla="*/ 425981 w 641568"/>
                  <a:gd name="connsiteY3" fmla="*/ 279 h 549664"/>
                  <a:gd name="connsiteX4" fmla="*/ 616360 w 641568"/>
                  <a:gd name="connsiteY4" fmla="*/ 143062 h 549664"/>
                  <a:gd name="connsiteX5" fmla="*/ 632750 w 641568"/>
                  <a:gd name="connsiteY5" fmla="*/ 364644 h 549664"/>
                  <a:gd name="connsiteX6" fmla="*/ 518222 w 641568"/>
                  <a:gd name="connsiteY6" fmla="*/ 410730 h 549664"/>
                  <a:gd name="connsiteX7" fmla="*/ 280249 w 641568"/>
                  <a:gd name="connsiteY7" fmla="*/ 434527 h 549664"/>
                  <a:gd name="connsiteX8" fmla="*/ 260909 w 641568"/>
                  <a:gd name="connsiteY8" fmla="*/ 546038 h 549664"/>
                  <a:gd name="connsiteX9" fmla="*/ 24445 w 641568"/>
                  <a:gd name="connsiteY9" fmla="*/ 227759 h 54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1568" h="549664">
                    <a:moveTo>
                      <a:pt x="24445" y="227827"/>
                    </a:moveTo>
                    <a:cubicBezTo>
                      <a:pt x="24445" y="227827"/>
                      <a:pt x="153856" y="235234"/>
                      <a:pt x="204399" y="174266"/>
                    </a:cubicBezTo>
                    <a:cubicBezTo>
                      <a:pt x="254943" y="113298"/>
                      <a:pt x="249045" y="65704"/>
                      <a:pt x="320368" y="31483"/>
                    </a:cubicBezTo>
                    <a:cubicBezTo>
                      <a:pt x="391760" y="-2739"/>
                      <a:pt x="388811" y="4736"/>
                      <a:pt x="425981" y="279"/>
                    </a:cubicBezTo>
                    <a:cubicBezTo>
                      <a:pt x="463152" y="-4179"/>
                      <a:pt x="571714" y="44924"/>
                      <a:pt x="616360" y="143062"/>
                    </a:cubicBezTo>
                    <a:cubicBezTo>
                      <a:pt x="661005" y="241200"/>
                      <a:pt x="632750" y="364644"/>
                      <a:pt x="632750" y="364644"/>
                    </a:cubicBezTo>
                    <a:cubicBezTo>
                      <a:pt x="632750" y="364644"/>
                      <a:pt x="571783" y="406272"/>
                      <a:pt x="518222" y="410730"/>
                    </a:cubicBezTo>
                    <a:cubicBezTo>
                      <a:pt x="464661" y="415188"/>
                      <a:pt x="310013" y="378017"/>
                      <a:pt x="280249" y="434527"/>
                    </a:cubicBezTo>
                    <a:cubicBezTo>
                      <a:pt x="250485" y="491037"/>
                      <a:pt x="244587" y="517783"/>
                      <a:pt x="260909" y="546038"/>
                    </a:cubicBezTo>
                    <a:cubicBezTo>
                      <a:pt x="277231" y="574293"/>
                      <a:pt x="-97490" y="434527"/>
                      <a:pt x="24445" y="227759"/>
                    </a:cubicBezTo>
                    <a:close/>
                  </a:path>
                </a:pathLst>
              </a:custGeom>
              <a:solidFill>
                <a:srgbClr val="C8E3EC"/>
              </a:solidFill>
              <a:ln w="6858"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81D342D3-0884-86FF-6839-19C9195AEABB}"/>
                  </a:ext>
                </a:extLst>
              </p:cNvPr>
              <p:cNvSpPr/>
              <p:nvPr/>
            </p:nvSpPr>
            <p:spPr>
              <a:xfrm>
                <a:off x="10367948" y="4691638"/>
                <a:ext cx="1605226" cy="1205023"/>
              </a:xfrm>
              <a:custGeom>
                <a:avLst/>
                <a:gdLst>
                  <a:gd name="connsiteX0" fmla="*/ 1605227 w 1605226"/>
                  <a:gd name="connsiteY0" fmla="*/ 144571 h 1205023"/>
                  <a:gd name="connsiteX1" fmla="*/ 1423489 w 1605226"/>
                  <a:gd name="connsiteY1" fmla="*/ 18864 h 1205023"/>
                  <a:gd name="connsiteX2" fmla="*/ 1317876 w 1605226"/>
                  <a:gd name="connsiteY2" fmla="*/ 50136 h 1205023"/>
                  <a:gd name="connsiteX3" fmla="*/ 1201907 w 1605226"/>
                  <a:gd name="connsiteY3" fmla="*/ 192988 h 1205023"/>
                  <a:gd name="connsiteX4" fmla="*/ 1041362 w 1605226"/>
                  <a:gd name="connsiteY4" fmla="*/ 246686 h 1205023"/>
                  <a:gd name="connsiteX5" fmla="*/ 1021885 w 1605226"/>
                  <a:gd name="connsiteY5" fmla="*/ 246481 h 1205023"/>
                  <a:gd name="connsiteX6" fmla="*/ 1020787 w 1605226"/>
                  <a:gd name="connsiteY6" fmla="*/ 248401 h 1205023"/>
                  <a:gd name="connsiteX7" fmla="*/ 1006797 w 1605226"/>
                  <a:gd name="connsiteY7" fmla="*/ 247647 h 1205023"/>
                  <a:gd name="connsiteX8" fmla="*/ 1001928 w 1605226"/>
                  <a:gd name="connsiteY8" fmla="*/ 248675 h 1205023"/>
                  <a:gd name="connsiteX9" fmla="*/ 953511 w 1605226"/>
                  <a:gd name="connsiteY9" fmla="*/ 255396 h 1205023"/>
                  <a:gd name="connsiteX10" fmla="*/ 496150 w 1605226"/>
                  <a:gd name="connsiteY10" fmla="*/ 378154 h 1205023"/>
                  <a:gd name="connsiteX11" fmla="*/ 179379 w 1605226"/>
                  <a:gd name="connsiteY11" fmla="*/ 690468 h 1205023"/>
                  <a:gd name="connsiteX12" fmla="*/ 56621 w 1605226"/>
                  <a:gd name="connsiteY12" fmla="*/ 906838 h 1205023"/>
                  <a:gd name="connsiteX13" fmla="*/ 10809 w 1605226"/>
                  <a:gd name="connsiteY13" fmla="*/ 1203583 h 1205023"/>
                  <a:gd name="connsiteX14" fmla="*/ 4980 w 1605226"/>
                  <a:gd name="connsiteY14" fmla="*/ 1205024 h 1205023"/>
                  <a:gd name="connsiteX15" fmla="*/ 47363 w 1605226"/>
                  <a:gd name="connsiteY15" fmla="*/ 888184 h 1205023"/>
                  <a:gd name="connsiteX16" fmla="*/ 170121 w 1605226"/>
                  <a:gd name="connsiteY16" fmla="*/ 671814 h 1205023"/>
                  <a:gd name="connsiteX17" fmla="*/ 486892 w 1605226"/>
                  <a:gd name="connsiteY17" fmla="*/ 359501 h 1205023"/>
                  <a:gd name="connsiteX18" fmla="*/ 944252 w 1605226"/>
                  <a:gd name="connsiteY18" fmla="*/ 236811 h 1205023"/>
                  <a:gd name="connsiteX19" fmla="*/ 997539 w 1605226"/>
                  <a:gd name="connsiteY19" fmla="*/ 228993 h 1205023"/>
                  <a:gd name="connsiteX20" fmla="*/ 1011598 w 1605226"/>
                  <a:gd name="connsiteY20" fmla="*/ 229747 h 1205023"/>
                  <a:gd name="connsiteX21" fmla="*/ 1012626 w 1605226"/>
                  <a:gd name="connsiteY21" fmla="*/ 227896 h 1205023"/>
                  <a:gd name="connsiteX22" fmla="*/ 1192580 w 1605226"/>
                  <a:gd name="connsiteY22" fmla="*/ 174335 h 1205023"/>
                  <a:gd name="connsiteX23" fmla="*/ 1308618 w 1605226"/>
                  <a:gd name="connsiteY23" fmla="*/ 31551 h 1205023"/>
                  <a:gd name="connsiteX24" fmla="*/ 1414231 w 1605226"/>
                  <a:gd name="connsiteY24" fmla="*/ 279 h 1205023"/>
                  <a:gd name="connsiteX25" fmla="*/ 1604609 w 1605226"/>
                  <a:gd name="connsiteY25" fmla="*/ 143062 h 1205023"/>
                  <a:gd name="connsiteX26" fmla="*/ 1605227 w 1605226"/>
                  <a:gd name="connsiteY26" fmla="*/ 144571 h 120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05226" h="1205023">
                    <a:moveTo>
                      <a:pt x="1605227" y="144571"/>
                    </a:moveTo>
                    <a:cubicBezTo>
                      <a:pt x="1556466" y="57749"/>
                      <a:pt x="1458397" y="14680"/>
                      <a:pt x="1423489" y="18864"/>
                    </a:cubicBezTo>
                    <a:cubicBezTo>
                      <a:pt x="1386319" y="23322"/>
                      <a:pt x="1389337" y="15915"/>
                      <a:pt x="1317876" y="50136"/>
                    </a:cubicBezTo>
                    <a:cubicBezTo>
                      <a:pt x="1246484" y="84358"/>
                      <a:pt x="1252451" y="131952"/>
                      <a:pt x="1201907" y="192988"/>
                    </a:cubicBezTo>
                    <a:cubicBezTo>
                      <a:pt x="1163503" y="239280"/>
                      <a:pt x="1079423" y="246138"/>
                      <a:pt x="1041362" y="246686"/>
                    </a:cubicBezTo>
                    <a:cubicBezTo>
                      <a:pt x="1029360" y="246892"/>
                      <a:pt x="1021885" y="246481"/>
                      <a:pt x="1021885" y="246481"/>
                    </a:cubicBezTo>
                    <a:cubicBezTo>
                      <a:pt x="1021542" y="247098"/>
                      <a:pt x="1021130" y="247784"/>
                      <a:pt x="1020787" y="248401"/>
                    </a:cubicBezTo>
                    <a:cubicBezTo>
                      <a:pt x="1015781" y="247029"/>
                      <a:pt x="1011049" y="246686"/>
                      <a:pt x="1006797" y="247647"/>
                    </a:cubicBezTo>
                    <a:cubicBezTo>
                      <a:pt x="1005220" y="247990"/>
                      <a:pt x="1003505" y="248333"/>
                      <a:pt x="1001928" y="248675"/>
                    </a:cubicBezTo>
                    <a:cubicBezTo>
                      <a:pt x="984509" y="252379"/>
                      <a:pt x="968049" y="254985"/>
                      <a:pt x="953511" y="255396"/>
                    </a:cubicBezTo>
                    <a:cubicBezTo>
                      <a:pt x="882187" y="257659"/>
                      <a:pt x="618909" y="291126"/>
                      <a:pt x="496150" y="378154"/>
                    </a:cubicBezTo>
                    <a:cubicBezTo>
                      <a:pt x="373461" y="465114"/>
                      <a:pt x="237398" y="598982"/>
                      <a:pt x="179379" y="690468"/>
                    </a:cubicBezTo>
                    <a:cubicBezTo>
                      <a:pt x="121360" y="781954"/>
                      <a:pt x="99072" y="784217"/>
                      <a:pt x="56621" y="906838"/>
                    </a:cubicBezTo>
                    <a:cubicBezTo>
                      <a:pt x="19039" y="1015743"/>
                      <a:pt x="4226" y="1142204"/>
                      <a:pt x="10809" y="1203583"/>
                    </a:cubicBezTo>
                    <a:cubicBezTo>
                      <a:pt x="6969" y="1204543"/>
                      <a:pt x="4980" y="1205024"/>
                      <a:pt x="4980" y="1205024"/>
                    </a:cubicBezTo>
                    <a:cubicBezTo>
                      <a:pt x="-8393" y="1155920"/>
                      <a:pt x="4980" y="1010942"/>
                      <a:pt x="47363" y="888184"/>
                    </a:cubicBezTo>
                    <a:cubicBezTo>
                      <a:pt x="89745" y="765494"/>
                      <a:pt x="112102" y="763300"/>
                      <a:pt x="170121" y="671814"/>
                    </a:cubicBezTo>
                    <a:cubicBezTo>
                      <a:pt x="228071" y="580397"/>
                      <a:pt x="364202" y="446597"/>
                      <a:pt x="486892" y="359501"/>
                    </a:cubicBezTo>
                    <a:cubicBezTo>
                      <a:pt x="609582" y="272473"/>
                      <a:pt x="872792" y="239074"/>
                      <a:pt x="944252" y="236811"/>
                    </a:cubicBezTo>
                    <a:cubicBezTo>
                      <a:pt x="960094" y="236331"/>
                      <a:pt x="978268" y="233245"/>
                      <a:pt x="997539" y="228993"/>
                    </a:cubicBezTo>
                    <a:cubicBezTo>
                      <a:pt x="1001791" y="228033"/>
                      <a:pt x="1006523" y="228376"/>
                      <a:pt x="1011598" y="229747"/>
                    </a:cubicBezTo>
                    <a:cubicBezTo>
                      <a:pt x="1011872" y="229130"/>
                      <a:pt x="1012284" y="228513"/>
                      <a:pt x="1012626" y="227896"/>
                    </a:cubicBezTo>
                    <a:cubicBezTo>
                      <a:pt x="1012626" y="227896"/>
                      <a:pt x="1141968" y="235302"/>
                      <a:pt x="1192580" y="174335"/>
                    </a:cubicBezTo>
                    <a:cubicBezTo>
                      <a:pt x="1243124" y="113367"/>
                      <a:pt x="1237226" y="65772"/>
                      <a:pt x="1308618" y="31551"/>
                    </a:cubicBezTo>
                    <a:cubicBezTo>
                      <a:pt x="1379941" y="-2670"/>
                      <a:pt x="1377061" y="4805"/>
                      <a:pt x="1414231" y="279"/>
                    </a:cubicBezTo>
                    <a:cubicBezTo>
                      <a:pt x="1451402" y="-4179"/>
                      <a:pt x="1559964" y="44924"/>
                      <a:pt x="1604609" y="143062"/>
                    </a:cubicBezTo>
                    <a:cubicBezTo>
                      <a:pt x="1604815" y="143542"/>
                      <a:pt x="1605089" y="144091"/>
                      <a:pt x="1605227" y="144571"/>
                    </a:cubicBezTo>
                    <a:close/>
                  </a:path>
                </a:pathLst>
              </a:custGeom>
              <a:solidFill>
                <a:srgbClr val="FFFFFF">
                  <a:alpha val="85000"/>
                </a:srgbClr>
              </a:solidFill>
              <a:ln w="6858"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2A36EA62-B35F-0C33-3701-47223C54BA2A}"/>
                  </a:ext>
                </a:extLst>
              </p:cNvPr>
              <p:cNvSpPr/>
              <p:nvPr/>
            </p:nvSpPr>
            <p:spPr>
              <a:xfrm>
                <a:off x="11675811" y="4970832"/>
                <a:ext cx="109248" cy="224873"/>
              </a:xfrm>
              <a:custGeom>
                <a:avLst/>
                <a:gdLst>
                  <a:gd name="connsiteX0" fmla="*/ 102253 w 109248"/>
                  <a:gd name="connsiteY0" fmla="*/ 224051 h 224873"/>
                  <a:gd name="connsiteX1" fmla="*/ 0 w 109248"/>
                  <a:gd name="connsiteY1" fmla="*/ 2057 h 224873"/>
                  <a:gd name="connsiteX2" fmla="*/ 7269 w 109248"/>
                  <a:gd name="connsiteY2" fmla="*/ 0 h 224873"/>
                  <a:gd name="connsiteX3" fmla="*/ 109248 w 109248"/>
                  <a:gd name="connsiteY3" fmla="*/ 224874 h 224873"/>
                  <a:gd name="connsiteX4" fmla="*/ 102253 w 109248"/>
                  <a:gd name="connsiteY4" fmla="*/ 223982 h 2248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248" h="224873">
                    <a:moveTo>
                      <a:pt x="102253" y="224051"/>
                    </a:moveTo>
                    <a:cubicBezTo>
                      <a:pt x="98755" y="224051"/>
                      <a:pt x="0" y="2057"/>
                      <a:pt x="0" y="2057"/>
                    </a:cubicBezTo>
                    <a:lnTo>
                      <a:pt x="7269" y="0"/>
                    </a:lnTo>
                    <a:lnTo>
                      <a:pt x="109248" y="224874"/>
                    </a:lnTo>
                    <a:lnTo>
                      <a:pt x="102253" y="223982"/>
                    </a:lnTo>
                    <a:close/>
                  </a:path>
                </a:pathLst>
              </a:custGeom>
              <a:solidFill>
                <a:srgbClr val="C8E3EC"/>
              </a:solidFill>
              <a:ln w="6858"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AC3179F1-0311-2F68-115C-E7E758C13440}"/>
                  </a:ext>
                </a:extLst>
              </p:cNvPr>
              <p:cNvSpPr/>
              <p:nvPr/>
            </p:nvSpPr>
            <p:spPr>
              <a:xfrm>
                <a:off x="11643853" y="5179448"/>
                <a:ext cx="225422" cy="99075"/>
              </a:xfrm>
              <a:custGeom>
                <a:avLst/>
                <a:gdLst>
                  <a:gd name="connsiteX0" fmla="*/ 222268 w 225422"/>
                  <a:gd name="connsiteY0" fmla="*/ 621 h 99075"/>
                  <a:gd name="connsiteX1" fmla="*/ 126393 w 225422"/>
                  <a:gd name="connsiteY1" fmla="*/ 6176 h 99075"/>
                  <a:gd name="connsiteX2" fmla="*/ 0 w 225422"/>
                  <a:gd name="connsiteY2" fmla="*/ 53770 h 99075"/>
                  <a:gd name="connsiteX3" fmla="*/ 42725 w 225422"/>
                  <a:gd name="connsiteY3" fmla="*/ 95604 h 99075"/>
                  <a:gd name="connsiteX4" fmla="*/ 149093 w 225422"/>
                  <a:gd name="connsiteY4" fmla="*/ 82505 h 99075"/>
                  <a:gd name="connsiteX5" fmla="*/ 208346 w 225422"/>
                  <a:gd name="connsiteY5" fmla="*/ 72904 h 99075"/>
                  <a:gd name="connsiteX6" fmla="*/ 222268 w 225422"/>
                  <a:gd name="connsiteY6" fmla="*/ 552 h 9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5422" h="99075">
                    <a:moveTo>
                      <a:pt x="222268" y="621"/>
                    </a:moveTo>
                    <a:cubicBezTo>
                      <a:pt x="222268" y="621"/>
                      <a:pt x="170970" y="-2740"/>
                      <a:pt x="126393" y="6176"/>
                    </a:cubicBezTo>
                    <a:cubicBezTo>
                      <a:pt x="81747" y="15091"/>
                      <a:pt x="0" y="53770"/>
                      <a:pt x="0" y="53770"/>
                    </a:cubicBezTo>
                    <a:cubicBezTo>
                      <a:pt x="0" y="53770"/>
                      <a:pt x="6995" y="80722"/>
                      <a:pt x="42725" y="95604"/>
                    </a:cubicBezTo>
                    <a:cubicBezTo>
                      <a:pt x="66866" y="105685"/>
                      <a:pt x="107465" y="91489"/>
                      <a:pt x="149093" y="82505"/>
                    </a:cubicBezTo>
                    <a:cubicBezTo>
                      <a:pt x="168981" y="78253"/>
                      <a:pt x="200185" y="80105"/>
                      <a:pt x="208346" y="72904"/>
                    </a:cubicBezTo>
                    <a:cubicBezTo>
                      <a:pt x="233652" y="50616"/>
                      <a:pt x="223777" y="-3905"/>
                      <a:pt x="222268" y="552"/>
                    </a:cubicBezTo>
                    <a:close/>
                  </a:path>
                </a:pathLst>
              </a:custGeom>
              <a:solidFill>
                <a:srgbClr val="C8E3EC"/>
              </a:solidFill>
              <a:ln w="6858"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9A59EAC5-088B-3BDA-A1F9-3E1B5A62B07B}"/>
                  </a:ext>
                </a:extLst>
              </p:cNvPr>
              <p:cNvSpPr/>
              <p:nvPr/>
            </p:nvSpPr>
            <p:spPr>
              <a:xfrm>
                <a:off x="10733404" y="5981289"/>
                <a:ext cx="428605" cy="175531"/>
              </a:xfrm>
              <a:custGeom>
                <a:avLst/>
                <a:gdLst>
                  <a:gd name="connsiteX0" fmla="*/ 254 w 428605"/>
                  <a:gd name="connsiteY0" fmla="*/ 175496 h 175531"/>
                  <a:gd name="connsiteX1" fmla="*/ 428605 w 428605"/>
                  <a:gd name="connsiteY1" fmla="*/ 0 h 175531"/>
                  <a:gd name="connsiteX2" fmla="*/ 254 w 428605"/>
                  <a:gd name="connsiteY2" fmla="*/ 175496 h 175531"/>
                </a:gdLst>
                <a:ahLst/>
                <a:cxnLst>
                  <a:cxn ang="0">
                    <a:pos x="connsiteX0" y="connsiteY0"/>
                  </a:cxn>
                  <a:cxn ang="0">
                    <a:pos x="connsiteX1" y="connsiteY1"/>
                  </a:cxn>
                  <a:cxn ang="0">
                    <a:pos x="connsiteX2" y="connsiteY2"/>
                  </a:cxn>
                </a:cxnLst>
                <a:rect l="l" t="t" r="r" b="b"/>
                <a:pathLst>
                  <a:path w="428605" h="175531">
                    <a:moveTo>
                      <a:pt x="254" y="175496"/>
                    </a:moveTo>
                    <a:cubicBezTo>
                      <a:pt x="-10238" y="177622"/>
                      <a:pt x="306601" y="83256"/>
                      <a:pt x="428605" y="0"/>
                    </a:cubicBezTo>
                    <a:cubicBezTo>
                      <a:pt x="428605" y="0"/>
                      <a:pt x="366129" y="101156"/>
                      <a:pt x="254" y="175496"/>
                    </a:cubicBezTo>
                    <a:close/>
                  </a:path>
                </a:pathLst>
              </a:custGeom>
              <a:solidFill>
                <a:schemeClr val="tx1">
                  <a:alpha val="17000"/>
                </a:schemeClr>
              </a:solidFill>
              <a:ln w="6858"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35E7EB9C-74FC-A60A-0766-1E6BF15CDE12}"/>
                  </a:ext>
                </a:extLst>
              </p:cNvPr>
              <p:cNvSpPr/>
              <p:nvPr/>
            </p:nvSpPr>
            <p:spPr>
              <a:xfrm>
                <a:off x="10899946" y="5174583"/>
                <a:ext cx="637470" cy="810409"/>
              </a:xfrm>
              <a:custGeom>
                <a:avLst/>
                <a:gdLst>
                  <a:gd name="connsiteX0" fmla="*/ 569851 w 637470"/>
                  <a:gd name="connsiteY0" fmla="*/ 698144 h 810409"/>
                  <a:gd name="connsiteX1" fmla="*/ 348269 w 637470"/>
                  <a:gd name="connsiteY1" fmla="*/ 626753 h 810409"/>
                  <a:gd name="connsiteX2" fmla="*/ 169824 w 637470"/>
                  <a:gd name="connsiteY2" fmla="*/ 540479 h 810409"/>
                  <a:gd name="connsiteX3" fmla="*/ 59753 w 637470"/>
                  <a:gd name="connsiteY3" fmla="*/ 281658 h 810409"/>
                  <a:gd name="connsiteX4" fmla="*/ 19 w 637470"/>
                  <a:gd name="connsiteY4" fmla="*/ 0 h 810409"/>
                  <a:gd name="connsiteX5" fmla="*/ 45762 w 637470"/>
                  <a:gd name="connsiteY5" fmla="*/ 304907 h 810409"/>
                  <a:gd name="connsiteX6" fmla="*/ 155833 w 637470"/>
                  <a:gd name="connsiteY6" fmla="*/ 563728 h 810409"/>
                  <a:gd name="connsiteX7" fmla="*/ 334279 w 637470"/>
                  <a:gd name="connsiteY7" fmla="*/ 650001 h 810409"/>
                  <a:gd name="connsiteX8" fmla="*/ 555861 w 637470"/>
                  <a:gd name="connsiteY8" fmla="*/ 721393 h 810409"/>
                  <a:gd name="connsiteX9" fmla="*/ 635756 w 637470"/>
                  <a:gd name="connsiteY9" fmla="*/ 810410 h 810409"/>
                  <a:gd name="connsiteX10" fmla="*/ 637471 w 637470"/>
                  <a:gd name="connsiteY10" fmla="*/ 789493 h 810409"/>
                  <a:gd name="connsiteX11" fmla="*/ 569782 w 637470"/>
                  <a:gd name="connsiteY11" fmla="*/ 698213 h 81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7470" h="810409">
                    <a:moveTo>
                      <a:pt x="569851" y="698144"/>
                    </a:moveTo>
                    <a:cubicBezTo>
                      <a:pt x="547631" y="675856"/>
                      <a:pt x="404779" y="635668"/>
                      <a:pt x="348269" y="626753"/>
                    </a:cubicBezTo>
                    <a:cubicBezTo>
                      <a:pt x="291690" y="617837"/>
                      <a:pt x="209943" y="585125"/>
                      <a:pt x="169824" y="540479"/>
                    </a:cubicBezTo>
                    <a:cubicBezTo>
                      <a:pt x="129636" y="495833"/>
                      <a:pt x="71617" y="367932"/>
                      <a:pt x="59753" y="281658"/>
                    </a:cubicBezTo>
                    <a:cubicBezTo>
                      <a:pt x="49329" y="206289"/>
                      <a:pt x="8249" y="44371"/>
                      <a:pt x="19" y="0"/>
                    </a:cubicBezTo>
                    <a:cubicBezTo>
                      <a:pt x="-941" y="-206"/>
                      <a:pt x="33829" y="218633"/>
                      <a:pt x="45762" y="304907"/>
                    </a:cubicBezTo>
                    <a:cubicBezTo>
                      <a:pt x="57627" y="391181"/>
                      <a:pt x="115645" y="519082"/>
                      <a:pt x="155833" y="563728"/>
                    </a:cubicBezTo>
                    <a:cubicBezTo>
                      <a:pt x="195953" y="608373"/>
                      <a:pt x="277700" y="641086"/>
                      <a:pt x="334279" y="650001"/>
                    </a:cubicBezTo>
                    <a:cubicBezTo>
                      <a:pt x="390788" y="658917"/>
                      <a:pt x="533572" y="699105"/>
                      <a:pt x="555861" y="721393"/>
                    </a:cubicBezTo>
                    <a:cubicBezTo>
                      <a:pt x="555861" y="721393"/>
                      <a:pt x="597420" y="775229"/>
                      <a:pt x="635756" y="810410"/>
                    </a:cubicBezTo>
                    <a:cubicBezTo>
                      <a:pt x="636922" y="804032"/>
                      <a:pt x="637059" y="793265"/>
                      <a:pt x="637471" y="789493"/>
                    </a:cubicBezTo>
                    <a:cubicBezTo>
                      <a:pt x="630956" y="723519"/>
                      <a:pt x="569782" y="698213"/>
                      <a:pt x="569782" y="698213"/>
                    </a:cubicBezTo>
                    <a:close/>
                  </a:path>
                </a:pathLst>
              </a:custGeom>
              <a:solidFill>
                <a:schemeClr val="tx1">
                  <a:alpha val="17000"/>
                </a:schemeClr>
              </a:solidFill>
              <a:ln w="6858"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D362268D-C0E7-97EF-E532-26F9A370283F}"/>
                  </a:ext>
                </a:extLst>
              </p:cNvPr>
              <p:cNvSpPr/>
              <p:nvPr/>
            </p:nvSpPr>
            <p:spPr>
              <a:xfrm>
                <a:off x="11469797" y="5755455"/>
                <a:ext cx="249491" cy="265327"/>
              </a:xfrm>
              <a:custGeom>
                <a:avLst/>
                <a:gdLst>
                  <a:gd name="connsiteX0" fmla="*/ 240922 w 249491"/>
                  <a:gd name="connsiteY0" fmla="*/ 181257 h 265327"/>
                  <a:gd name="connsiteX1" fmla="*/ 160683 w 249491"/>
                  <a:gd name="connsiteY1" fmla="*/ 264513 h 265327"/>
                  <a:gd name="connsiteX2" fmla="*/ 68443 w 249491"/>
                  <a:gd name="connsiteY2" fmla="*/ 210952 h 265327"/>
                  <a:gd name="connsiteX3" fmla="*/ 0 w 249491"/>
                  <a:gd name="connsiteY3" fmla="*/ 117272 h 265327"/>
                  <a:gd name="connsiteX4" fmla="*/ 117478 w 249491"/>
                  <a:gd name="connsiteY4" fmla="*/ 0 h 265327"/>
                  <a:gd name="connsiteX5" fmla="*/ 126393 w 249491"/>
                  <a:gd name="connsiteY5" fmla="*/ 10150 h 265327"/>
                  <a:gd name="connsiteX6" fmla="*/ 236464 w 249491"/>
                  <a:gd name="connsiteY6" fmla="*/ 97864 h 265327"/>
                  <a:gd name="connsiteX7" fmla="*/ 240922 w 249491"/>
                  <a:gd name="connsiteY7" fmla="*/ 181188 h 26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9491" h="265327">
                    <a:moveTo>
                      <a:pt x="240922" y="181257"/>
                    </a:moveTo>
                    <a:cubicBezTo>
                      <a:pt x="227549" y="202037"/>
                      <a:pt x="181463" y="257038"/>
                      <a:pt x="160683" y="264513"/>
                    </a:cubicBezTo>
                    <a:cubicBezTo>
                      <a:pt x="139835" y="271988"/>
                      <a:pt x="89291" y="225903"/>
                      <a:pt x="68443" y="210952"/>
                    </a:cubicBezTo>
                    <a:cubicBezTo>
                      <a:pt x="47663" y="196070"/>
                      <a:pt x="22357" y="139629"/>
                      <a:pt x="0" y="117272"/>
                    </a:cubicBezTo>
                    <a:cubicBezTo>
                      <a:pt x="0" y="117272"/>
                      <a:pt x="82502" y="81267"/>
                      <a:pt x="117478" y="0"/>
                    </a:cubicBezTo>
                    <a:cubicBezTo>
                      <a:pt x="119604" y="3635"/>
                      <a:pt x="122415" y="7132"/>
                      <a:pt x="126393" y="10150"/>
                    </a:cubicBezTo>
                    <a:cubicBezTo>
                      <a:pt x="153139" y="30998"/>
                      <a:pt x="221582" y="89017"/>
                      <a:pt x="236464" y="97864"/>
                    </a:cubicBezTo>
                    <a:cubicBezTo>
                      <a:pt x="251414" y="106779"/>
                      <a:pt x="254295" y="160340"/>
                      <a:pt x="240922" y="181188"/>
                    </a:cubicBezTo>
                    <a:close/>
                  </a:path>
                </a:pathLst>
              </a:custGeom>
              <a:solidFill>
                <a:srgbClr val="4C995C"/>
              </a:solidFill>
              <a:ln w="6858"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CE48BD0B-965E-6AE7-6372-5FDDC47D15B0}"/>
                  </a:ext>
                </a:extLst>
              </p:cNvPr>
              <p:cNvSpPr/>
              <p:nvPr/>
            </p:nvSpPr>
            <p:spPr>
              <a:xfrm>
                <a:off x="10898536" y="4976400"/>
                <a:ext cx="688737" cy="896326"/>
              </a:xfrm>
              <a:custGeom>
                <a:avLst/>
                <a:gdLst>
                  <a:gd name="connsiteX0" fmla="*/ 688738 w 688737"/>
                  <a:gd name="connsiteY0" fmla="*/ 779055 h 896326"/>
                  <a:gd name="connsiteX1" fmla="*/ 571260 w 688737"/>
                  <a:gd name="connsiteY1" fmla="*/ 896327 h 896326"/>
                  <a:gd name="connsiteX2" fmla="*/ 349678 w 688737"/>
                  <a:gd name="connsiteY2" fmla="*/ 824935 h 896326"/>
                  <a:gd name="connsiteX3" fmla="*/ 171233 w 688737"/>
                  <a:gd name="connsiteY3" fmla="*/ 738661 h 896326"/>
                  <a:gd name="connsiteX4" fmla="*/ 61162 w 688737"/>
                  <a:gd name="connsiteY4" fmla="*/ 479840 h 896326"/>
                  <a:gd name="connsiteX5" fmla="*/ 126 w 688737"/>
                  <a:gd name="connsiteY5" fmla="*/ 186867 h 896326"/>
                  <a:gd name="connsiteX6" fmla="*/ 455223 w 688737"/>
                  <a:gd name="connsiteY6" fmla="*/ 63423 h 896326"/>
                  <a:gd name="connsiteX7" fmla="*/ 477511 w 688737"/>
                  <a:gd name="connsiteY7" fmla="*/ 267174 h 896326"/>
                  <a:gd name="connsiteX8" fmla="*/ 435883 w 688737"/>
                  <a:gd name="connsiteY8" fmla="*/ 453094 h 896326"/>
                  <a:gd name="connsiteX9" fmla="*/ 449257 w 688737"/>
                  <a:gd name="connsiteY9" fmla="*/ 555690 h 896326"/>
                  <a:gd name="connsiteX10" fmla="*/ 474494 w 688737"/>
                  <a:gd name="connsiteY10" fmla="*/ 576538 h 896326"/>
                  <a:gd name="connsiteX11" fmla="*/ 476003 w 688737"/>
                  <a:gd name="connsiteY11" fmla="*/ 603216 h 896326"/>
                  <a:gd name="connsiteX12" fmla="*/ 514613 w 688737"/>
                  <a:gd name="connsiteY12" fmla="*/ 595809 h 896326"/>
                  <a:gd name="connsiteX13" fmla="*/ 520511 w 688737"/>
                  <a:gd name="connsiteY13" fmla="*/ 634420 h 896326"/>
                  <a:gd name="connsiteX14" fmla="*/ 557682 w 688737"/>
                  <a:gd name="connsiteY14" fmla="*/ 664183 h 896326"/>
                  <a:gd name="connsiteX15" fmla="*/ 602327 w 688737"/>
                  <a:gd name="connsiteY15" fmla="*/ 668641 h 896326"/>
                  <a:gd name="connsiteX16" fmla="*/ 620158 w 688737"/>
                  <a:gd name="connsiteY16" fmla="*/ 714727 h 896326"/>
                  <a:gd name="connsiteX17" fmla="*/ 666244 w 688737"/>
                  <a:gd name="connsiteY17" fmla="*/ 728100 h 896326"/>
                  <a:gd name="connsiteX18" fmla="*/ 688532 w 688737"/>
                  <a:gd name="connsiteY18" fmla="*/ 778849 h 896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88737" h="896326">
                    <a:moveTo>
                      <a:pt x="688738" y="779055"/>
                    </a:moveTo>
                    <a:cubicBezTo>
                      <a:pt x="653762" y="860391"/>
                      <a:pt x="571260" y="896327"/>
                      <a:pt x="571260" y="896327"/>
                    </a:cubicBezTo>
                    <a:cubicBezTo>
                      <a:pt x="549040" y="874038"/>
                      <a:pt x="406188" y="833850"/>
                      <a:pt x="349678" y="824935"/>
                    </a:cubicBezTo>
                    <a:cubicBezTo>
                      <a:pt x="293100" y="816020"/>
                      <a:pt x="211352" y="783307"/>
                      <a:pt x="171233" y="738661"/>
                    </a:cubicBezTo>
                    <a:cubicBezTo>
                      <a:pt x="131045" y="694016"/>
                      <a:pt x="73026" y="566114"/>
                      <a:pt x="61162" y="479840"/>
                    </a:cubicBezTo>
                    <a:cubicBezTo>
                      <a:pt x="49229" y="393567"/>
                      <a:pt x="-2892" y="193793"/>
                      <a:pt x="126" y="186867"/>
                    </a:cubicBezTo>
                    <a:cubicBezTo>
                      <a:pt x="96755" y="-30258"/>
                      <a:pt x="361474" y="-39173"/>
                      <a:pt x="455223" y="63423"/>
                    </a:cubicBezTo>
                    <a:cubicBezTo>
                      <a:pt x="548972" y="166087"/>
                      <a:pt x="490953" y="228495"/>
                      <a:pt x="477511" y="267174"/>
                    </a:cubicBezTo>
                    <a:cubicBezTo>
                      <a:pt x="464138" y="305784"/>
                      <a:pt x="435883" y="415855"/>
                      <a:pt x="435883" y="453094"/>
                    </a:cubicBezTo>
                    <a:cubicBezTo>
                      <a:pt x="435883" y="490333"/>
                      <a:pt x="449257" y="543757"/>
                      <a:pt x="449257" y="555690"/>
                    </a:cubicBezTo>
                    <a:cubicBezTo>
                      <a:pt x="449257" y="567623"/>
                      <a:pt x="467087" y="569063"/>
                      <a:pt x="474494" y="576538"/>
                    </a:cubicBezTo>
                    <a:cubicBezTo>
                      <a:pt x="481969" y="583945"/>
                      <a:pt x="467087" y="588402"/>
                      <a:pt x="476003" y="603216"/>
                    </a:cubicBezTo>
                    <a:cubicBezTo>
                      <a:pt x="484850" y="618166"/>
                      <a:pt x="501240" y="592792"/>
                      <a:pt x="514613" y="595809"/>
                    </a:cubicBezTo>
                    <a:cubicBezTo>
                      <a:pt x="527986" y="598758"/>
                      <a:pt x="513173" y="613640"/>
                      <a:pt x="520511" y="634420"/>
                    </a:cubicBezTo>
                    <a:cubicBezTo>
                      <a:pt x="527986" y="655268"/>
                      <a:pt x="559190" y="644912"/>
                      <a:pt x="557682" y="664183"/>
                    </a:cubicBezTo>
                    <a:cubicBezTo>
                      <a:pt x="556241" y="683523"/>
                      <a:pt x="575512" y="674608"/>
                      <a:pt x="602327" y="668641"/>
                    </a:cubicBezTo>
                    <a:cubicBezTo>
                      <a:pt x="629073" y="662743"/>
                      <a:pt x="617278" y="705811"/>
                      <a:pt x="620158" y="714727"/>
                    </a:cubicBezTo>
                    <a:cubicBezTo>
                      <a:pt x="623175" y="723642"/>
                      <a:pt x="639497" y="726660"/>
                      <a:pt x="666244" y="728100"/>
                    </a:cubicBezTo>
                    <a:cubicBezTo>
                      <a:pt x="689081" y="729334"/>
                      <a:pt x="676188" y="757658"/>
                      <a:pt x="688532" y="778849"/>
                    </a:cubicBezTo>
                    <a:close/>
                  </a:path>
                </a:pathLst>
              </a:custGeom>
              <a:solidFill>
                <a:srgbClr val="C8E3EC"/>
              </a:solidFill>
              <a:ln w="6858"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F8C3DCE2-2E8A-AB00-68EC-23705B3739E2}"/>
                  </a:ext>
                </a:extLst>
              </p:cNvPr>
              <p:cNvSpPr/>
              <p:nvPr/>
            </p:nvSpPr>
            <p:spPr>
              <a:xfrm>
                <a:off x="11320956" y="5039892"/>
                <a:ext cx="266318" cy="767753"/>
              </a:xfrm>
              <a:custGeom>
                <a:avLst/>
                <a:gdLst>
                  <a:gd name="connsiteX0" fmla="*/ 266319 w 266318"/>
                  <a:gd name="connsiteY0" fmla="*/ 715564 h 767753"/>
                  <a:gd name="connsiteX1" fmla="*/ 244030 w 266318"/>
                  <a:gd name="connsiteY1" fmla="*/ 664746 h 767753"/>
                  <a:gd name="connsiteX2" fmla="*/ 197944 w 266318"/>
                  <a:gd name="connsiteY2" fmla="*/ 651373 h 767753"/>
                  <a:gd name="connsiteX3" fmla="*/ 180045 w 266318"/>
                  <a:gd name="connsiteY3" fmla="*/ 605287 h 767753"/>
                  <a:gd name="connsiteX4" fmla="*/ 135468 w 266318"/>
                  <a:gd name="connsiteY4" fmla="*/ 600830 h 767753"/>
                  <a:gd name="connsiteX5" fmla="*/ 98297 w 266318"/>
                  <a:gd name="connsiteY5" fmla="*/ 571066 h 767753"/>
                  <a:gd name="connsiteX6" fmla="*/ 92331 w 266318"/>
                  <a:gd name="connsiteY6" fmla="*/ 532387 h 767753"/>
                  <a:gd name="connsiteX7" fmla="*/ 53720 w 266318"/>
                  <a:gd name="connsiteY7" fmla="*/ 539793 h 767753"/>
                  <a:gd name="connsiteX8" fmla="*/ 52212 w 266318"/>
                  <a:gd name="connsiteY8" fmla="*/ 513116 h 767753"/>
                  <a:gd name="connsiteX9" fmla="*/ 26906 w 266318"/>
                  <a:gd name="connsiteY9" fmla="*/ 492267 h 767753"/>
                  <a:gd name="connsiteX10" fmla="*/ 13533 w 266318"/>
                  <a:gd name="connsiteY10" fmla="*/ 389672 h 767753"/>
                  <a:gd name="connsiteX11" fmla="*/ 55161 w 266318"/>
                  <a:gd name="connsiteY11" fmla="*/ 203751 h 767753"/>
                  <a:gd name="connsiteX12" fmla="*/ 61333 w 266318"/>
                  <a:gd name="connsiteY12" fmla="*/ 36759 h 767753"/>
                  <a:gd name="connsiteX13" fmla="*/ 32872 w 266318"/>
                  <a:gd name="connsiteY13" fmla="*/ 0 h 767753"/>
                  <a:gd name="connsiteX14" fmla="*/ 38564 w 266318"/>
                  <a:gd name="connsiteY14" fmla="*/ 214313 h 767753"/>
                  <a:gd name="connsiteX15" fmla="*/ 22 w 266318"/>
                  <a:gd name="connsiteY15" fmla="*/ 398656 h 767753"/>
                  <a:gd name="connsiteX16" fmla="*/ 17785 w 266318"/>
                  <a:gd name="connsiteY16" fmla="*/ 503720 h 767753"/>
                  <a:gd name="connsiteX17" fmla="*/ 43022 w 266318"/>
                  <a:gd name="connsiteY17" fmla="*/ 524569 h 767753"/>
                  <a:gd name="connsiteX18" fmla="*/ 44599 w 266318"/>
                  <a:gd name="connsiteY18" fmla="*/ 551315 h 767753"/>
                  <a:gd name="connsiteX19" fmla="*/ 83210 w 266318"/>
                  <a:gd name="connsiteY19" fmla="*/ 543908 h 767753"/>
                  <a:gd name="connsiteX20" fmla="*/ 89108 w 266318"/>
                  <a:gd name="connsiteY20" fmla="*/ 582519 h 767753"/>
                  <a:gd name="connsiteX21" fmla="*/ 126278 w 266318"/>
                  <a:gd name="connsiteY21" fmla="*/ 612351 h 767753"/>
                  <a:gd name="connsiteX22" fmla="*/ 170924 w 266318"/>
                  <a:gd name="connsiteY22" fmla="*/ 616809 h 767753"/>
                  <a:gd name="connsiteX23" fmla="*/ 188755 w 266318"/>
                  <a:gd name="connsiteY23" fmla="*/ 662894 h 767753"/>
                  <a:gd name="connsiteX24" fmla="*/ 234909 w 266318"/>
                  <a:gd name="connsiteY24" fmla="*/ 676268 h 767753"/>
                  <a:gd name="connsiteX25" fmla="*/ 257197 w 266318"/>
                  <a:gd name="connsiteY25" fmla="*/ 727017 h 767753"/>
                  <a:gd name="connsiteX26" fmla="*/ 233606 w 266318"/>
                  <a:gd name="connsiteY26" fmla="*/ 767753 h 767753"/>
                  <a:gd name="connsiteX27" fmla="*/ 266319 w 266318"/>
                  <a:gd name="connsiteY27" fmla="*/ 715632 h 767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6318" h="767753">
                    <a:moveTo>
                      <a:pt x="266319" y="715564"/>
                    </a:moveTo>
                    <a:cubicBezTo>
                      <a:pt x="253974" y="694304"/>
                      <a:pt x="266799" y="666049"/>
                      <a:pt x="244030" y="664746"/>
                    </a:cubicBezTo>
                    <a:cubicBezTo>
                      <a:pt x="217215" y="663306"/>
                      <a:pt x="200893" y="660288"/>
                      <a:pt x="197944" y="651373"/>
                    </a:cubicBezTo>
                    <a:cubicBezTo>
                      <a:pt x="194995" y="642458"/>
                      <a:pt x="206860" y="599321"/>
                      <a:pt x="180045" y="605287"/>
                    </a:cubicBezTo>
                    <a:cubicBezTo>
                      <a:pt x="153299" y="611185"/>
                      <a:pt x="133959" y="620169"/>
                      <a:pt x="135468" y="600830"/>
                    </a:cubicBezTo>
                    <a:cubicBezTo>
                      <a:pt x="136977" y="581490"/>
                      <a:pt x="105704" y="591914"/>
                      <a:pt x="98297" y="571066"/>
                    </a:cubicBezTo>
                    <a:cubicBezTo>
                      <a:pt x="90891" y="550286"/>
                      <a:pt x="105704" y="535335"/>
                      <a:pt x="92331" y="532387"/>
                    </a:cubicBezTo>
                    <a:cubicBezTo>
                      <a:pt x="78958" y="529438"/>
                      <a:pt x="62567" y="554744"/>
                      <a:pt x="53720" y="539793"/>
                    </a:cubicBezTo>
                    <a:cubicBezTo>
                      <a:pt x="44805" y="524911"/>
                      <a:pt x="59618" y="520454"/>
                      <a:pt x="52212" y="513116"/>
                    </a:cubicBezTo>
                    <a:cubicBezTo>
                      <a:pt x="44805" y="505640"/>
                      <a:pt x="26906" y="504132"/>
                      <a:pt x="26906" y="492267"/>
                    </a:cubicBezTo>
                    <a:cubicBezTo>
                      <a:pt x="26906" y="480403"/>
                      <a:pt x="13533" y="426842"/>
                      <a:pt x="13533" y="389672"/>
                    </a:cubicBezTo>
                    <a:cubicBezTo>
                      <a:pt x="13533" y="352501"/>
                      <a:pt x="41788" y="242362"/>
                      <a:pt x="55161" y="203751"/>
                    </a:cubicBezTo>
                    <a:cubicBezTo>
                      <a:pt x="66888" y="169873"/>
                      <a:pt x="112699" y="117889"/>
                      <a:pt x="61333" y="36759"/>
                    </a:cubicBezTo>
                    <a:cubicBezTo>
                      <a:pt x="53995" y="25100"/>
                      <a:pt x="44599" y="12893"/>
                      <a:pt x="32872" y="0"/>
                    </a:cubicBezTo>
                    <a:cubicBezTo>
                      <a:pt x="107487" y="122553"/>
                      <a:pt x="51937" y="175633"/>
                      <a:pt x="38564" y="214313"/>
                    </a:cubicBezTo>
                    <a:cubicBezTo>
                      <a:pt x="25191" y="252992"/>
                      <a:pt x="-869" y="342900"/>
                      <a:pt x="22" y="398656"/>
                    </a:cubicBezTo>
                    <a:cubicBezTo>
                      <a:pt x="571" y="435826"/>
                      <a:pt x="17785" y="491787"/>
                      <a:pt x="17785" y="503720"/>
                    </a:cubicBezTo>
                    <a:cubicBezTo>
                      <a:pt x="17785" y="515653"/>
                      <a:pt x="35615" y="517093"/>
                      <a:pt x="43022" y="524569"/>
                    </a:cubicBezTo>
                    <a:cubicBezTo>
                      <a:pt x="50497" y="531975"/>
                      <a:pt x="35615" y="536433"/>
                      <a:pt x="44599" y="551315"/>
                    </a:cubicBezTo>
                    <a:cubicBezTo>
                      <a:pt x="53446" y="566196"/>
                      <a:pt x="69837" y="540891"/>
                      <a:pt x="83210" y="543908"/>
                    </a:cubicBezTo>
                    <a:cubicBezTo>
                      <a:pt x="96583" y="546857"/>
                      <a:pt x="81770" y="561739"/>
                      <a:pt x="89108" y="582519"/>
                    </a:cubicBezTo>
                    <a:cubicBezTo>
                      <a:pt x="96583" y="603367"/>
                      <a:pt x="127855" y="593011"/>
                      <a:pt x="126278" y="612351"/>
                    </a:cubicBezTo>
                    <a:cubicBezTo>
                      <a:pt x="124838" y="631622"/>
                      <a:pt x="144178" y="622707"/>
                      <a:pt x="170924" y="616809"/>
                    </a:cubicBezTo>
                    <a:cubicBezTo>
                      <a:pt x="197739" y="610842"/>
                      <a:pt x="185874" y="653979"/>
                      <a:pt x="188755" y="662894"/>
                    </a:cubicBezTo>
                    <a:cubicBezTo>
                      <a:pt x="191772" y="671810"/>
                      <a:pt x="208094" y="674827"/>
                      <a:pt x="234909" y="676268"/>
                    </a:cubicBezTo>
                    <a:cubicBezTo>
                      <a:pt x="257678" y="677502"/>
                      <a:pt x="244853" y="705825"/>
                      <a:pt x="257197" y="727017"/>
                    </a:cubicBezTo>
                    <a:cubicBezTo>
                      <a:pt x="250682" y="742173"/>
                      <a:pt x="242521" y="755752"/>
                      <a:pt x="233606" y="767753"/>
                    </a:cubicBezTo>
                    <a:cubicBezTo>
                      <a:pt x="246087" y="753077"/>
                      <a:pt x="257678" y="735726"/>
                      <a:pt x="266319" y="715632"/>
                    </a:cubicBezTo>
                    <a:close/>
                  </a:path>
                </a:pathLst>
              </a:custGeom>
              <a:solidFill>
                <a:srgbClr val="FFFFFF">
                  <a:alpha val="85000"/>
                </a:srgbClr>
              </a:solidFill>
              <a:ln w="6858" cap="flat">
                <a:noFill/>
                <a:prstDash val="solid"/>
                <a:miter/>
              </a:ln>
            </p:spPr>
            <p:txBody>
              <a:bodyPr rtlCol="0" anchor="ctr"/>
              <a:lstStyle/>
              <a:p>
                <a:endParaRPr lang="en-US"/>
              </a:p>
            </p:txBody>
          </p:sp>
        </p:grpSp>
        <p:sp>
          <p:nvSpPr>
            <p:cNvPr id="29" name="Freeform: Shape 28">
              <a:extLst>
                <a:ext uri="{FF2B5EF4-FFF2-40B4-BE49-F238E27FC236}">
                  <a16:creationId xmlns:a16="http://schemas.microsoft.com/office/drawing/2014/main" id="{1644A4B5-84A6-E6CC-0F22-4AEDFF6C598B}"/>
                </a:ext>
              </a:extLst>
            </p:cNvPr>
            <p:cNvSpPr/>
            <p:nvPr/>
          </p:nvSpPr>
          <p:spPr>
            <a:xfrm>
              <a:off x="9212374" y="5770704"/>
              <a:ext cx="2938412" cy="1102195"/>
            </a:xfrm>
            <a:custGeom>
              <a:avLst/>
              <a:gdLst>
                <a:gd name="connsiteX0" fmla="*/ 204385 w 3840919"/>
                <a:gd name="connsiteY0" fmla="*/ 1440520 h 1440725"/>
                <a:gd name="connsiteX1" fmla="*/ 138480 w 3840919"/>
                <a:gd name="connsiteY1" fmla="*/ 1424129 h 1440725"/>
                <a:gd name="connsiteX2" fmla="*/ 136080 w 3840919"/>
                <a:gd name="connsiteY2" fmla="*/ 1401361 h 1440725"/>
                <a:gd name="connsiteX3" fmla="*/ 937574 w 3840919"/>
                <a:gd name="connsiteY3" fmla="*/ 1094260 h 1440725"/>
                <a:gd name="connsiteX4" fmla="*/ 1295288 w 3840919"/>
                <a:gd name="connsiteY4" fmla="*/ 983366 h 1440725"/>
                <a:gd name="connsiteX5" fmla="*/ 1450690 w 3840919"/>
                <a:gd name="connsiteY5" fmla="*/ 915609 h 1440725"/>
                <a:gd name="connsiteX6" fmla="*/ 1445409 w 3840919"/>
                <a:gd name="connsiteY6" fmla="*/ 904430 h 1440725"/>
                <a:gd name="connsiteX7" fmla="*/ 998542 w 3840919"/>
                <a:gd name="connsiteY7" fmla="*/ 872952 h 1440725"/>
                <a:gd name="connsiteX8" fmla="*/ 747402 w 3840919"/>
                <a:gd name="connsiteY8" fmla="*/ 873843 h 1440725"/>
                <a:gd name="connsiteX9" fmla="*/ 4406 w 3840919"/>
                <a:gd name="connsiteY9" fmla="*/ 788599 h 1440725"/>
                <a:gd name="connsiteX10" fmla="*/ 1800 w 3840919"/>
                <a:gd name="connsiteY10" fmla="*/ 765693 h 1440725"/>
                <a:gd name="connsiteX11" fmla="*/ 1426207 w 3840919"/>
                <a:gd name="connsiteY11" fmla="*/ 635185 h 1440725"/>
                <a:gd name="connsiteX12" fmla="*/ 1837687 w 3840919"/>
                <a:gd name="connsiteY12" fmla="*/ 620784 h 1440725"/>
                <a:gd name="connsiteX13" fmla="*/ 2484945 w 3840919"/>
                <a:gd name="connsiteY13" fmla="*/ 404070 h 1440725"/>
                <a:gd name="connsiteX14" fmla="*/ 2641857 w 3840919"/>
                <a:gd name="connsiteY14" fmla="*/ 209783 h 1440725"/>
                <a:gd name="connsiteX15" fmla="*/ 2744384 w 3840919"/>
                <a:gd name="connsiteY15" fmla="*/ 96215 h 1440725"/>
                <a:gd name="connsiteX16" fmla="*/ 3140296 w 3840919"/>
                <a:gd name="connsiteY16" fmla="*/ 11656 h 1440725"/>
                <a:gd name="connsiteX17" fmla="*/ 3166151 w 3840919"/>
                <a:gd name="connsiteY17" fmla="*/ 50678 h 1440725"/>
                <a:gd name="connsiteX18" fmla="*/ 3103126 w 3840919"/>
                <a:gd name="connsiteY18" fmla="*/ 120629 h 1440725"/>
                <a:gd name="connsiteX19" fmla="*/ 3049633 w 3840919"/>
                <a:gd name="connsiteY19" fmla="*/ 120904 h 1440725"/>
                <a:gd name="connsiteX20" fmla="*/ 3017538 w 3840919"/>
                <a:gd name="connsiteY20" fmla="*/ 118641 h 1440725"/>
                <a:gd name="connsiteX21" fmla="*/ 2844373 w 3840919"/>
                <a:gd name="connsiteY21" fmla="*/ 189690 h 1440725"/>
                <a:gd name="connsiteX22" fmla="*/ 2752065 w 3840919"/>
                <a:gd name="connsiteY22" fmla="*/ 407019 h 1440725"/>
                <a:gd name="connsiteX23" fmla="*/ 2796162 w 3840919"/>
                <a:gd name="connsiteY23" fmla="*/ 468879 h 1440725"/>
                <a:gd name="connsiteX24" fmla="*/ 2897523 w 3840919"/>
                <a:gd name="connsiteY24" fmla="*/ 455025 h 1440725"/>
                <a:gd name="connsiteX25" fmla="*/ 2986540 w 3840919"/>
                <a:gd name="connsiteY25" fmla="*/ 383154 h 1440725"/>
                <a:gd name="connsiteX26" fmla="*/ 2995592 w 3840919"/>
                <a:gd name="connsiteY26" fmla="*/ 373278 h 1440725"/>
                <a:gd name="connsiteX27" fmla="*/ 3151612 w 3840919"/>
                <a:gd name="connsiteY27" fmla="*/ 320129 h 1440725"/>
                <a:gd name="connsiteX28" fmla="*/ 3291721 w 3840919"/>
                <a:gd name="connsiteY28" fmla="*/ 408665 h 1440725"/>
                <a:gd name="connsiteX29" fmla="*/ 3320730 w 3840919"/>
                <a:gd name="connsiteY29" fmla="*/ 526897 h 1440725"/>
                <a:gd name="connsiteX30" fmla="*/ 3237748 w 3840919"/>
                <a:gd name="connsiteY30" fmla="*/ 621126 h 1440725"/>
                <a:gd name="connsiteX31" fmla="*/ 3116019 w 3840919"/>
                <a:gd name="connsiteY31" fmla="*/ 650958 h 1440725"/>
                <a:gd name="connsiteX32" fmla="*/ 3115059 w 3840919"/>
                <a:gd name="connsiteY32" fmla="*/ 651096 h 1440725"/>
                <a:gd name="connsiteX33" fmla="*/ 2989352 w 3840919"/>
                <a:gd name="connsiteY33" fmla="*/ 689706 h 1440725"/>
                <a:gd name="connsiteX34" fmla="*/ 2964937 w 3840919"/>
                <a:gd name="connsiteY34" fmla="*/ 724408 h 1440725"/>
                <a:gd name="connsiteX35" fmla="*/ 3012874 w 3840919"/>
                <a:gd name="connsiteY35" fmla="*/ 802932 h 1440725"/>
                <a:gd name="connsiteX36" fmla="*/ 3034340 w 3840919"/>
                <a:gd name="connsiteY36" fmla="*/ 827826 h 1440725"/>
                <a:gd name="connsiteX37" fmla="*/ 3351249 w 3840919"/>
                <a:gd name="connsiteY37" fmla="*/ 835439 h 1440725"/>
                <a:gd name="connsiteX38" fmla="*/ 3467354 w 3840919"/>
                <a:gd name="connsiteY38" fmla="*/ 779546 h 1440725"/>
                <a:gd name="connsiteX39" fmla="*/ 3607944 w 3840919"/>
                <a:gd name="connsiteY39" fmla="*/ 708909 h 1440725"/>
                <a:gd name="connsiteX40" fmla="*/ 3650531 w 3840919"/>
                <a:gd name="connsiteY40" fmla="*/ 663783 h 1440725"/>
                <a:gd name="connsiteX41" fmla="*/ 3692228 w 3840919"/>
                <a:gd name="connsiteY41" fmla="*/ 621469 h 1440725"/>
                <a:gd name="connsiteX42" fmla="*/ 3820747 w 3840919"/>
                <a:gd name="connsiteY42" fmla="*/ 634636 h 1440725"/>
                <a:gd name="connsiteX43" fmla="*/ 3840224 w 3840919"/>
                <a:gd name="connsiteY43" fmla="*/ 671052 h 1440725"/>
                <a:gd name="connsiteX44" fmla="*/ 3178289 w 3840919"/>
                <a:gd name="connsiteY44" fmla="*/ 1071765 h 1440725"/>
                <a:gd name="connsiteX45" fmla="*/ 2954307 w 3840919"/>
                <a:gd name="connsiteY45" fmla="*/ 1015255 h 1440725"/>
                <a:gd name="connsiteX46" fmla="*/ 2739377 w 3840919"/>
                <a:gd name="connsiteY46" fmla="*/ 946127 h 1440725"/>
                <a:gd name="connsiteX47" fmla="*/ 2369662 w 3840919"/>
                <a:gd name="connsiteY47" fmla="*/ 946264 h 1440725"/>
                <a:gd name="connsiteX48" fmla="*/ 1617477 w 3840919"/>
                <a:gd name="connsiteY48" fmla="*/ 1127384 h 1440725"/>
                <a:gd name="connsiteX49" fmla="*/ 1104087 w 3840919"/>
                <a:gd name="connsiteY49" fmla="*/ 1259057 h 1440725"/>
                <a:gd name="connsiteX50" fmla="*/ 204385 w 3840919"/>
                <a:gd name="connsiteY50" fmla="*/ 1440726 h 1440725"/>
                <a:gd name="connsiteX51" fmla="*/ 1145646 w 3840919"/>
                <a:gd name="connsiteY51" fmla="*/ 858070 h 1440725"/>
                <a:gd name="connsiteX52" fmla="*/ 1455285 w 3840919"/>
                <a:gd name="connsiteY52" fmla="*/ 894486 h 1440725"/>
                <a:gd name="connsiteX53" fmla="*/ 1464680 w 3840919"/>
                <a:gd name="connsiteY53" fmla="*/ 915814 h 1440725"/>
                <a:gd name="connsiteX54" fmla="*/ 941620 w 3840919"/>
                <a:gd name="connsiteY54" fmla="*/ 1107564 h 1440725"/>
                <a:gd name="connsiteX55" fmla="*/ 149247 w 3840919"/>
                <a:gd name="connsiteY55" fmla="*/ 1406093 h 1440725"/>
                <a:gd name="connsiteX56" fmla="*/ 150207 w 3840919"/>
                <a:gd name="connsiteY56" fmla="*/ 1416380 h 1440725"/>
                <a:gd name="connsiteX57" fmla="*/ 455320 w 3840919"/>
                <a:gd name="connsiteY57" fmla="*/ 1393200 h 1440725"/>
                <a:gd name="connsiteX58" fmla="*/ 1100795 w 3840919"/>
                <a:gd name="connsiteY58" fmla="*/ 1245136 h 1440725"/>
                <a:gd name="connsiteX59" fmla="*/ 1614116 w 3840919"/>
                <a:gd name="connsiteY59" fmla="*/ 1113531 h 1440725"/>
                <a:gd name="connsiteX60" fmla="*/ 2368222 w 3840919"/>
                <a:gd name="connsiteY60" fmla="*/ 932068 h 1440725"/>
                <a:gd name="connsiteX61" fmla="*/ 2742395 w 3840919"/>
                <a:gd name="connsiteY61" fmla="*/ 932205 h 1440725"/>
                <a:gd name="connsiteX62" fmla="*/ 2959382 w 3840919"/>
                <a:gd name="connsiteY62" fmla="*/ 1001951 h 1440725"/>
                <a:gd name="connsiteX63" fmla="*/ 3177535 w 3840919"/>
                <a:gd name="connsiteY63" fmla="*/ 1057569 h 1440725"/>
                <a:gd name="connsiteX64" fmla="*/ 3826577 w 3840919"/>
                <a:gd name="connsiteY64" fmla="*/ 668172 h 1440725"/>
                <a:gd name="connsiteX65" fmla="*/ 3814987 w 3840919"/>
                <a:gd name="connsiteY65" fmla="*/ 647049 h 1440725"/>
                <a:gd name="connsiteX66" fmla="*/ 3698332 w 3840919"/>
                <a:gd name="connsiteY66" fmla="*/ 633813 h 1440725"/>
                <a:gd name="connsiteX67" fmla="*/ 3662121 w 3840919"/>
                <a:gd name="connsiteY67" fmla="*/ 671532 h 1440725"/>
                <a:gd name="connsiteX68" fmla="*/ 3615213 w 3840919"/>
                <a:gd name="connsiteY68" fmla="*/ 720704 h 1440725"/>
                <a:gd name="connsiteX69" fmla="*/ 3473321 w 3840919"/>
                <a:gd name="connsiteY69" fmla="*/ 792028 h 1440725"/>
                <a:gd name="connsiteX70" fmla="*/ 3357763 w 3840919"/>
                <a:gd name="connsiteY70" fmla="*/ 847646 h 1440725"/>
                <a:gd name="connsiteX71" fmla="*/ 3023779 w 3840919"/>
                <a:gd name="connsiteY71" fmla="*/ 836673 h 1440725"/>
                <a:gd name="connsiteX72" fmla="*/ 3002450 w 3840919"/>
                <a:gd name="connsiteY72" fmla="*/ 811984 h 1440725"/>
                <a:gd name="connsiteX73" fmla="*/ 2951152 w 3840919"/>
                <a:gd name="connsiteY73" fmla="*/ 722899 h 1440725"/>
                <a:gd name="connsiteX74" fmla="*/ 2980916 w 3840919"/>
                <a:gd name="connsiteY74" fmla="*/ 678528 h 1440725"/>
                <a:gd name="connsiteX75" fmla="*/ 3113413 w 3840919"/>
                <a:gd name="connsiteY75" fmla="*/ 637105 h 1440725"/>
                <a:gd name="connsiteX76" fmla="*/ 3114373 w 3840919"/>
                <a:gd name="connsiteY76" fmla="*/ 636968 h 1440725"/>
                <a:gd name="connsiteX77" fmla="*/ 3231782 w 3840919"/>
                <a:gd name="connsiteY77" fmla="*/ 608370 h 1440725"/>
                <a:gd name="connsiteX78" fmla="*/ 3307220 w 3840919"/>
                <a:gd name="connsiteY78" fmla="*/ 523537 h 1440725"/>
                <a:gd name="connsiteX79" fmla="*/ 3280405 w 3840919"/>
                <a:gd name="connsiteY79" fmla="*/ 416415 h 1440725"/>
                <a:gd name="connsiteX80" fmla="*/ 3149760 w 3840919"/>
                <a:gd name="connsiteY80" fmla="*/ 333707 h 1440725"/>
                <a:gd name="connsiteX81" fmla="*/ 3005948 w 3840919"/>
                <a:gd name="connsiteY81" fmla="*/ 382536 h 1440725"/>
                <a:gd name="connsiteX82" fmla="*/ 2996964 w 3840919"/>
                <a:gd name="connsiteY82" fmla="*/ 392343 h 1440725"/>
                <a:gd name="connsiteX83" fmla="*/ 2902735 w 3840919"/>
                <a:gd name="connsiteY83" fmla="*/ 467781 h 1440725"/>
                <a:gd name="connsiteX84" fmla="*/ 2790401 w 3840919"/>
                <a:gd name="connsiteY84" fmla="*/ 481292 h 1440725"/>
                <a:gd name="connsiteX85" fmla="*/ 2738966 w 3840919"/>
                <a:gd name="connsiteY85" fmla="*/ 411203 h 1440725"/>
                <a:gd name="connsiteX86" fmla="*/ 2837310 w 3840919"/>
                <a:gd name="connsiteY86" fmla="*/ 177551 h 1440725"/>
                <a:gd name="connsiteX87" fmla="*/ 3017469 w 3840919"/>
                <a:gd name="connsiteY87" fmla="*/ 104513 h 1440725"/>
                <a:gd name="connsiteX88" fmla="*/ 3051279 w 3840919"/>
                <a:gd name="connsiteY88" fmla="*/ 106845 h 1440725"/>
                <a:gd name="connsiteX89" fmla="*/ 3099217 w 3840919"/>
                <a:gd name="connsiteY89" fmla="*/ 107119 h 1440725"/>
                <a:gd name="connsiteX90" fmla="*/ 3152435 w 3840919"/>
                <a:gd name="connsiteY90" fmla="*/ 51569 h 1440725"/>
                <a:gd name="connsiteX91" fmla="*/ 3133781 w 3840919"/>
                <a:gd name="connsiteY91" fmla="*/ 23726 h 1440725"/>
                <a:gd name="connsiteX92" fmla="*/ 2751242 w 3840919"/>
                <a:gd name="connsiteY92" fmla="*/ 108285 h 1440725"/>
                <a:gd name="connsiteX93" fmla="*/ 2653790 w 3840919"/>
                <a:gd name="connsiteY93" fmla="*/ 217190 h 1440725"/>
                <a:gd name="connsiteX94" fmla="*/ 2494684 w 3840919"/>
                <a:gd name="connsiteY94" fmla="*/ 414083 h 1440725"/>
                <a:gd name="connsiteX95" fmla="*/ 1840225 w 3840919"/>
                <a:gd name="connsiteY95" fmla="*/ 634362 h 1440725"/>
                <a:gd name="connsiteX96" fmla="*/ 1426619 w 3840919"/>
                <a:gd name="connsiteY96" fmla="*/ 648970 h 1440725"/>
                <a:gd name="connsiteX97" fmla="*/ 533569 w 3840919"/>
                <a:gd name="connsiteY97" fmla="*/ 679282 h 1440725"/>
                <a:gd name="connsiteX98" fmla="*/ 14899 w 3840919"/>
                <a:gd name="connsiteY98" fmla="*/ 770699 h 1440725"/>
                <a:gd name="connsiteX99" fmla="*/ 16133 w 3840919"/>
                <a:gd name="connsiteY99" fmla="*/ 780643 h 1440725"/>
                <a:gd name="connsiteX100" fmla="*/ 747608 w 3840919"/>
                <a:gd name="connsiteY100" fmla="*/ 859716 h 1440725"/>
                <a:gd name="connsiteX101" fmla="*/ 998542 w 3840919"/>
                <a:gd name="connsiteY101" fmla="*/ 858824 h 1440725"/>
                <a:gd name="connsiteX102" fmla="*/ 1145715 w 3840919"/>
                <a:gd name="connsiteY102" fmla="*/ 857933 h 1440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3840919" h="1440725">
                  <a:moveTo>
                    <a:pt x="204385" y="1440520"/>
                  </a:moveTo>
                  <a:cubicBezTo>
                    <a:pt x="167078" y="1440520"/>
                    <a:pt x="145612" y="1434965"/>
                    <a:pt x="138480" y="1424129"/>
                  </a:cubicBezTo>
                  <a:cubicBezTo>
                    <a:pt x="134022" y="1417271"/>
                    <a:pt x="133199" y="1409385"/>
                    <a:pt x="136080" y="1401361"/>
                  </a:cubicBezTo>
                  <a:cubicBezTo>
                    <a:pt x="161454" y="1331958"/>
                    <a:pt x="484329" y="1230322"/>
                    <a:pt x="937574" y="1094260"/>
                  </a:cubicBezTo>
                  <a:cubicBezTo>
                    <a:pt x="1072951" y="1053660"/>
                    <a:pt x="1200853" y="1015255"/>
                    <a:pt x="1295288" y="983366"/>
                  </a:cubicBezTo>
                  <a:cubicBezTo>
                    <a:pt x="1431693" y="937349"/>
                    <a:pt x="1449456" y="920615"/>
                    <a:pt x="1450690" y="915609"/>
                  </a:cubicBezTo>
                  <a:cubicBezTo>
                    <a:pt x="1450690" y="911631"/>
                    <a:pt x="1448975" y="907928"/>
                    <a:pt x="1445409" y="904430"/>
                  </a:cubicBezTo>
                  <a:cubicBezTo>
                    <a:pt x="1410022" y="869317"/>
                    <a:pt x="1228422" y="870895"/>
                    <a:pt x="998542" y="872952"/>
                  </a:cubicBezTo>
                  <a:cubicBezTo>
                    <a:pt x="922144" y="873638"/>
                    <a:pt x="835596" y="874392"/>
                    <a:pt x="747402" y="873843"/>
                  </a:cubicBezTo>
                  <a:cubicBezTo>
                    <a:pt x="585827" y="872815"/>
                    <a:pt x="54675" y="863556"/>
                    <a:pt x="4406" y="788599"/>
                  </a:cubicBezTo>
                  <a:cubicBezTo>
                    <a:pt x="-395" y="781398"/>
                    <a:pt x="-1286" y="773442"/>
                    <a:pt x="1800" y="765693"/>
                  </a:cubicBezTo>
                  <a:cubicBezTo>
                    <a:pt x="39725" y="671258"/>
                    <a:pt x="726279" y="649450"/>
                    <a:pt x="1426207" y="635185"/>
                  </a:cubicBezTo>
                  <a:cubicBezTo>
                    <a:pt x="1634073" y="630933"/>
                    <a:pt x="1798185" y="627642"/>
                    <a:pt x="1837687" y="620784"/>
                  </a:cubicBezTo>
                  <a:cubicBezTo>
                    <a:pt x="1981019" y="595889"/>
                    <a:pt x="2413828" y="471142"/>
                    <a:pt x="2484945" y="404070"/>
                  </a:cubicBezTo>
                  <a:cubicBezTo>
                    <a:pt x="2567516" y="326232"/>
                    <a:pt x="2608732" y="261699"/>
                    <a:pt x="2641857" y="209783"/>
                  </a:cubicBezTo>
                  <a:cubicBezTo>
                    <a:pt x="2673335" y="160474"/>
                    <a:pt x="2698229" y="121452"/>
                    <a:pt x="2744384" y="96215"/>
                  </a:cubicBezTo>
                  <a:cubicBezTo>
                    <a:pt x="2838613" y="44506"/>
                    <a:pt x="3066161" y="-28669"/>
                    <a:pt x="3140296" y="11656"/>
                  </a:cubicBezTo>
                  <a:cubicBezTo>
                    <a:pt x="3156207" y="20297"/>
                    <a:pt x="3164916" y="33396"/>
                    <a:pt x="3166151" y="50678"/>
                  </a:cubicBezTo>
                  <a:cubicBezTo>
                    <a:pt x="3168483" y="82156"/>
                    <a:pt x="3145508" y="107668"/>
                    <a:pt x="3103126" y="120629"/>
                  </a:cubicBezTo>
                  <a:cubicBezTo>
                    <a:pt x="3088518" y="125087"/>
                    <a:pt x="3068699" y="122961"/>
                    <a:pt x="3049633" y="120904"/>
                  </a:cubicBezTo>
                  <a:cubicBezTo>
                    <a:pt x="3038661" y="119738"/>
                    <a:pt x="3027208" y="118503"/>
                    <a:pt x="3017538" y="118641"/>
                  </a:cubicBezTo>
                  <a:cubicBezTo>
                    <a:pt x="2980299" y="119189"/>
                    <a:pt x="2922075" y="143055"/>
                    <a:pt x="2844373" y="189690"/>
                  </a:cubicBezTo>
                  <a:cubicBezTo>
                    <a:pt x="2777988" y="229534"/>
                    <a:pt x="2718941" y="307510"/>
                    <a:pt x="2752065" y="407019"/>
                  </a:cubicBezTo>
                  <a:cubicBezTo>
                    <a:pt x="2763038" y="439869"/>
                    <a:pt x="2777439" y="460100"/>
                    <a:pt x="2796162" y="468879"/>
                  </a:cubicBezTo>
                  <a:cubicBezTo>
                    <a:pt x="2821331" y="480606"/>
                    <a:pt x="2853632" y="472308"/>
                    <a:pt x="2897523" y="455025"/>
                  </a:cubicBezTo>
                  <a:cubicBezTo>
                    <a:pt x="2933939" y="440692"/>
                    <a:pt x="2959519" y="412712"/>
                    <a:pt x="2986540" y="383154"/>
                  </a:cubicBezTo>
                  <a:cubicBezTo>
                    <a:pt x="2989557" y="379862"/>
                    <a:pt x="2992575" y="376570"/>
                    <a:pt x="2995592" y="373278"/>
                  </a:cubicBezTo>
                  <a:cubicBezTo>
                    <a:pt x="3033654" y="332130"/>
                    <a:pt x="3093456" y="311762"/>
                    <a:pt x="3151612" y="320129"/>
                  </a:cubicBezTo>
                  <a:cubicBezTo>
                    <a:pt x="3205927" y="327947"/>
                    <a:pt x="3258322" y="361071"/>
                    <a:pt x="3291721" y="408665"/>
                  </a:cubicBezTo>
                  <a:cubicBezTo>
                    <a:pt x="3318673" y="447070"/>
                    <a:pt x="3329234" y="490207"/>
                    <a:pt x="3320730" y="526897"/>
                  </a:cubicBezTo>
                  <a:cubicBezTo>
                    <a:pt x="3311678" y="565782"/>
                    <a:pt x="3281434" y="600141"/>
                    <a:pt x="3237748" y="621126"/>
                  </a:cubicBezTo>
                  <a:cubicBezTo>
                    <a:pt x="3200372" y="639094"/>
                    <a:pt x="3158881" y="645472"/>
                    <a:pt x="3116019" y="650958"/>
                  </a:cubicBezTo>
                  <a:lnTo>
                    <a:pt x="3115059" y="651096"/>
                  </a:lnTo>
                  <a:cubicBezTo>
                    <a:pt x="3070207" y="656856"/>
                    <a:pt x="3023847" y="662823"/>
                    <a:pt x="2989352" y="689706"/>
                  </a:cubicBezTo>
                  <a:cubicBezTo>
                    <a:pt x="2973990" y="701708"/>
                    <a:pt x="2965966" y="713023"/>
                    <a:pt x="2964937" y="724408"/>
                  </a:cubicBezTo>
                  <a:cubicBezTo>
                    <a:pt x="2962880" y="745736"/>
                    <a:pt x="2983865" y="769739"/>
                    <a:pt x="3012874" y="802932"/>
                  </a:cubicBezTo>
                  <a:cubicBezTo>
                    <a:pt x="3019664" y="810750"/>
                    <a:pt x="3026865" y="818979"/>
                    <a:pt x="3034340" y="827826"/>
                  </a:cubicBezTo>
                  <a:cubicBezTo>
                    <a:pt x="3108612" y="916020"/>
                    <a:pt x="3251464" y="887011"/>
                    <a:pt x="3351249" y="835439"/>
                  </a:cubicBezTo>
                  <a:cubicBezTo>
                    <a:pt x="3391230" y="814796"/>
                    <a:pt x="3429910" y="796828"/>
                    <a:pt x="3467354" y="779546"/>
                  </a:cubicBezTo>
                  <a:cubicBezTo>
                    <a:pt x="3517898" y="756160"/>
                    <a:pt x="3565629" y="734077"/>
                    <a:pt x="3607944" y="708909"/>
                  </a:cubicBezTo>
                  <a:cubicBezTo>
                    <a:pt x="3627077" y="697524"/>
                    <a:pt x="3639010" y="680379"/>
                    <a:pt x="3650531" y="663783"/>
                  </a:cubicBezTo>
                  <a:cubicBezTo>
                    <a:pt x="3662533" y="646501"/>
                    <a:pt x="3673849" y="630179"/>
                    <a:pt x="3692228" y="621469"/>
                  </a:cubicBezTo>
                  <a:cubicBezTo>
                    <a:pt x="3731045" y="603021"/>
                    <a:pt x="3793246" y="622018"/>
                    <a:pt x="3820747" y="634636"/>
                  </a:cubicBezTo>
                  <a:cubicBezTo>
                    <a:pt x="3836384" y="641837"/>
                    <a:pt x="3843242" y="654730"/>
                    <a:pt x="3840224" y="671052"/>
                  </a:cubicBezTo>
                  <a:cubicBezTo>
                    <a:pt x="3820267" y="777077"/>
                    <a:pt x="3350082" y="1061684"/>
                    <a:pt x="3178289" y="1071765"/>
                  </a:cubicBezTo>
                  <a:cubicBezTo>
                    <a:pt x="3112041" y="1075743"/>
                    <a:pt x="3038935" y="1047694"/>
                    <a:pt x="2954307" y="1015255"/>
                  </a:cubicBezTo>
                  <a:cubicBezTo>
                    <a:pt x="2890665" y="990910"/>
                    <a:pt x="2818519" y="963272"/>
                    <a:pt x="2739377" y="946127"/>
                  </a:cubicBezTo>
                  <a:cubicBezTo>
                    <a:pt x="2614356" y="919038"/>
                    <a:pt x="2430219" y="939475"/>
                    <a:pt x="2369662" y="946264"/>
                  </a:cubicBezTo>
                  <a:cubicBezTo>
                    <a:pt x="2305060" y="953465"/>
                    <a:pt x="2059064" y="1012718"/>
                    <a:pt x="1617477" y="1127384"/>
                  </a:cubicBezTo>
                  <a:cubicBezTo>
                    <a:pt x="1442872" y="1172784"/>
                    <a:pt x="1272176" y="1216949"/>
                    <a:pt x="1104087" y="1259057"/>
                  </a:cubicBezTo>
                  <a:cubicBezTo>
                    <a:pt x="610036" y="1382707"/>
                    <a:pt x="324880" y="1440726"/>
                    <a:pt x="204385" y="1440726"/>
                  </a:cubicBezTo>
                  <a:close/>
                  <a:moveTo>
                    <a:pt x="1145646" y="858070"/>
                  </a:moveTo>
                  <a:cubicBezTo>
                    <a:pt x="1310170" y="858070"/>
                    <a:pt x="1424287" y="863762"/>
                    <a:pt x="1455285" y="894486"/>
                  </a:cubicBezTo>
                  <a:cubicBezTo>
                    <a:pt x="1461526" y="900658"/>
                    <a:pt x="1464680" y="907859"/>
                    <a:pt x="1464680" y="915814"/>
                  </a:cubicBezTo>
                  <a:cubicBezTo>
                    <a:pt x="1464680" y="947498"/>
                    <a:pt x="1313324" y="996053"/>
                    <a:pt x="941620" y="1107564"/>
                  </a:cubicBezTo>
                  <a:cubicBezTo>
                    <a:pt x="599680" y="1210160"/>
                    <a:pt x="174210" y="1337856"/>
                    <a:pt x="149247" y="1406093"/>
                  </a:cubicBezTo>
                  <a:cubicBezTo>
                    <a:pt x="147807" y="1410002"/>
                    <a:pt x="148081" y="1413225"/>
                    <a:pt x="150207" y="1416380"/>
                  </a:cubicBezTo>
                  <a:cubicBezTo>
                    <a:pt x="157819" y="1428038"/>
                    <a:pt x="207540" y="1440451"/>
                    <a:pt x="455320" y="1393200"/>
                  </a:cubicBezTo>
                  <a:cubicBezTo>
                    <a:pt x="607841" y="1364122"/>
                    <a:pt x="818931" y="1315704"/>
                    <a:pt x="1100795" y="1245136"/>
                  </a:cubicBezTo>
                  <a:cubicBezTo>
                    <a:pt x="1268884" y="1203096"/>
                    <a:pt x="1439512" y="1158862"/>
                    <a:pt x="1614116" y="1113531"/>
                  </a:cubicBezTo>
                  <a:cubicBezTo>
                    <a:pt x="2056320" y="998659"/>
                    <a:pt x="2303003" y="939269"/>
                    <a:pt x="2368222" y="932068"/>
                  </a:cubicBezTo>
                  <a:cubicBezTo>
                    <a:pt x="2429327" y="925278"/>
                    <a:pt x="2615179" y="904636"/>
                    <a:pt x="2742395" y="932205"/>
                  </a:cubicBezTo>
                  <a:cubicBezTo>
                    <a:pt x="2822634" y="949624"/>
                    <a:pt x="2895260" y="977400"/>
                    <a:pt x="2959382" y="1001951"/>
                  </a:cubicBezTo>
                  <a:cubicBezTo>
                    <a:pt x="3042501" y="1033772"/>
                    <a:pt x="3114373" y="1061273"/>
                    <a:pt x="3177535" y="1057569"/>
                  </a:cubicBezTo>
                  <a:cubicBezTo>
                    <a:pt x="3340756" y="1048037"/>
                    <a:pt x="3807785" y="767819"/>
                    <a:pt x="3826577" y="668172"/>
                  </a:cubicBezTo>
                  <a:cubicBezTo>
                    <a:pt x="3828497" y="658091"/>
                    <a:pt x="3824930" y="651576"/>
                    <a:pt x="3814987" y="647049"/>
                  </a:cubicBezTo>
                  <a:cubicBezTo>
                    <a:pt x="3786594" y="634019"/>
                    <a:pt x="3729742" y="618863"/>
                    <a:pt x="3698332" y="633813"/>
                  </a:cubicBezTo>
                  <a:cubicBezTo>
                    <a:pt x="3683313" y="640946"/>
                    <a:pt x="3673026" y="655828"/>
                    <a:pt x="3662121" y="671532"/>
                  </a:cubicBezTo>
                  <a:cubicBezTo>
                    <a:pt x="3650326" y="688540"/>
                    <a:pt x="3636953" y="707811"/>
                    <a:pt x="3615213" y="720704"/>
                  </a:cubicBezTo>
                  <a:cubicBezTo>
                    <a:pt x="3572282" y="746216"/>
                    <a:pt x="3524207" y="768436"/>
                    <a:pt x="3473321" y="792028"/>
                  </a:cubicBezTo>
                  <a:cubicBezTo>
                    <a:pt x="3436013" y="809310"/>
                    <a:pt x="3397471" y="827141"/>
                    <a:pt x="3357763" y="847646"/>
                  </a:cubicBezTo>
                  <a:cubicBezTo>
                    <a:pt x="3319976" y="867191"/>
                    <a:pt x="3126374" y="958471"/>
                    <a:pt x="3023779" y="836673"/>
                  </a:cubicBezTo>
                  <a:cubicBezTo>
                    <a:pt x="3016372" y="827895"/>
                    <a:pt x="3009240" y="819666"/>
                    <a:pt x="3002450" y="811984"/>
                  </a:cubicBezTo>
                  <a:cubicBezTo>
                    <a:pt x="2971109" y="776117"/>
                    <a:pt x="2948546" y="750194"/>
                    <a:pt x="2951152" y="722899"/>
                  </a:cubicBezTo>
                  <a:cubicBezTo>
                    <a:pt x="2952593" y="707537"/>
                    <a:pt x="2962331" y="692998"/>
                    <a:pt x="2980916" y="678528"/>
                  </a:cubicBezTo>
                  <a:cubicBezTo>
                    <a:pt x="3018429" y="649313"/>
                    <a:pt x="3066710" y="643072"/>
                    <a:pt x="3113413" y="637105"/>
                  </a:cubicBezTo>
                  <a:lnTo>
                    <a:pt x="3114373" y="636968"/>
                  </a:lnTo>
                  <a:cubicBezTo>
                    <a:pt x="3156001" y="631619"/>
                    <a:pt x="3196326" y="625447"/>
                    <a:pt x="3231782" y="608370"/>
                  </a:cubicBezTo>
                  <a:cubicBezTo>
                    <a:pt x="3271078" y="589511"/>
                    <a:pt x="3299265" y="557827"/>
                    <a:pt x="3307220" y="523537"/>
                  </a:cubicBezTo>
                  <a:cubicBezTo>
                    <a:pt x="3314833" y="490687"/>
                    <a:pt x="3305094" y="451665"/>
                    <a:pt x="3280405" y="416415"/>
                  </a:cubicBezTo>
                  <a:cubicBezTo>
                    <a:pt x="3249201" y="371906"/>
                    <a:pt x="3200304" y="340977"/>
                    <a:pt x="3149760" y="333707"/>
                  </a:cubicBezTo>
                  <a:cubicBezTo>
                    <a:pt x="3096062" y="325958"/>
                    <a:pt x="3040992" y="344680"/>
                    <a:pt x="3005948" y="382536"/>
                  </a:cubicBezTo>
                  <a:cubicBezTo>
                    <a:pt x="3002930" y="385828"/>
                    <a:pt x="2999913" y="389120"/>
                    <a:pt x="2996964" y="392343"/>
                  </a:cubicBezTo>
                  <a:cubicBezTo>
                    <a:pt x="2968778" y="423136"/>
                    <a:pt x="2942169" y="452214"/>
                    <a:pt x="2902735" y="467781"/>
                  </a:cubicBezTo>
                  <a:cubicBezTo>
                    <a:pt x="2855415" y="486435"/>
                    <a:pt x="2820096" y="495213"/>
                    <a:pt x="2790401" y="481292"/>
                  </a:cubicBezTo>
                  <a:cubicBezTo>
                    <a:pt x="2768044" y="470867"/>
                    <a:pt x="2751173" y="447893"/>
                    <a:pt x="2738966" y="411203"/>
                  </a:cubicBezTo>
                  <a:cubicBezTo>
                    <a:pt x="2709065" y="321432"/>
                    <a:pt x="2746715" y="231866"/>
                    <a:pt x="2837310" y="177551"/>
                  </a:cubicBezTo>
                  <a:cubicBezTo>
                    <a:pt x="2917137" y="129613"/>
                    <a:pt x="2977762" y="105062"/>
                    <a:pt x="3017469" y="104513"/>
                  </a:cubicBezTo>
                  <a:cubicBezTo>
                    <a:pt x="3028168" y="104376"/>
                    <a:pt x="3039826" y="105610"/>
                    <a:pt x="3051279" y="106845"/>
                  </a:cubicBezTo>
                  <a:cubicBezTo>
                    <a:pt x="3068973" y="108765"/>
                    <a:pt x="3087284" y="110754"/>
                    <a:pt x="3099217" y="107119"/>
                  </a:cubicBezTo>
                  <a:cubicBezTo>
                    <a:pt x="3116087" y="101976"/>
                    <a:pt x="3154973" y="86271"/>
                    <a:pt x="3152435" y="51569"/>
                  </a:cubicBezTo>
                  <a:cubicBezTo>
                    <a:pt x="3151544" y="39156"/>
                    <a:pt x="3145440" y="30104"/>
                    <a:pt x="3133781" y="23726"/>
                  </a:cubicBezTo>
                  <a:cubicBezTo>
                    <a:pt x="3066367" y="-12896"/>
                    <a:pt x="2845334" y="56713"/>
                    <a:pt x="2751242" y="108285"/>
                  </a:cubicBezTo>
                  <a:cubicBezTo>
                    <a:pt x="2708242" y="131876"/>
                    <a:pt x="2685405" y="167675"/>
                    <a:pt x="2653790" y="217190"/>
                  </a:cubicBezTo>
                  <a:cubicBezTo>
                    <a:pt x="2620254" y="269722"/>
                    <a:pt x="2578489" y="335079"/>
                    <a:pt x="2494684" y="414083"/>
                  </a:cubicBezTo>
                  <a:cubicBezTo>
                    <a:pt x="2418971" y="485406"/>
                    <a:pt x="1981500" y="609879"/>
                    <a:pt x="1840225" y="634362"/>
                  </a:cubicBezTo>
                  <a:cubicBezTo>
                    <a:pt x="1799694" y="641426"/>
                    <a:pt x="1643194" y="644581"/>
                    <a:pt x="1426619" y="648970"/>
                  </a:cubicBezTo>
                  <a:cubicBezTo>
                    <a:pt x="1154836" y="654525"/>
                    <a:pt x="816599" y="661383"/>
                    <a:pt x="533569" y="679282"/>
                  </a:cubicBezTo>
                  <a:cubicBezTo>
                    <a:pt x="124832" y="705137"/>
                    <a:pt x="25940" y="743267"/>
                    <a:pt x="14899" y="770699"/>
                  </a:cubicBezTo>
                  <a:cubicBezTo>
                    <a:pt x="13458" y="774197"/>
                    <a:pt x="13870" y="777283"/>
                    <a:pt x="16133" y="780643"/>
                  </a:cubicBezTo>
                  <a:cubicBezTo>
                    <a:pt x="46514" y="825975"/>
                    <a:pt x="333659" y="856973"/>
                    <a:pt x="747608" y="859716"/>
                  </a:cubicBezTo>
                  <a:cubicBezTo>
                    <a:pt x="835733" y="860265"/>
                    <a:pt x="918509" y="859579"/>
                    <a:pt x="998542" y="858824"/>
                  </a:cubicBezTo>
                  <a:cubicBezTo>
                    <a:pt x="1050937" y="858344"/>
                    <a:pt x="1100246" y="857933"/>
                    <a:pt x="1145715" y="857933"/>
                  </a:cubicBezTo>
                  <a:close/>
                </a:path>
              </a:pathLst>
            </a:custGeom>
            <a:solidFill>
              <a:srgbClr val="FFFFFF"/>
            </a:solidFill>
            <a:ln w="6858" cap="flat">
              <a:noFill/>
              <a:prstDash val="solid"/>
              <a:miter/>
            </a:ln>
          </p:spPr>
          <p:txBody>
            <a:bodyPr rtlCol="0" anchor="ctr"/>
            <a:lstStyle/>
            <a:p>
              <a:endParaRPr lang="en-US"/>
            </a:p>
          </p:txBody>
        </p:sp>
        <p:grpSp>
          <p:nvGrpSpPr>
            <p:cNvPr id="98" name="Graphic 2">
              <a:extLst>
                <a:ext uri="{FF2B5EF4-FFF2-40B4-BE49-F238E27FC236}">
                  <a16:creationId xmlns:a16="http://schemas.microsoft.com/office/drawing/2014/main" id="{CC2914D8-D5A6-07E9-1895-96A3310048C5}"/>
                </a:ext>
              </a:extLst>
            </p:cNvPr>
            <p:cNvGrpSpPr/>
            <p:nvPr/>
          </p:nvGrpSpPr>
          <p:grpSpPr>
            <a:xfrm>
              <a:off x="10033901" y="6044042"/>
              <a:ext cx="1780574" cy="624032"/>
              <a:chOff x="11522063" y="6297229"/>
              <a:chExt cx="2327462" cy="815699"/>
            </a:xfrm>
          </p:grpSpPr>
          <p:grpSp>
            <p:nvGrpSpPr>
              <p:cNvPr id="99" name="Graphic 2">
                <a:extLst>
                  <a:ext uri="{FF2B5EF4-FFF2-40B4-BE49-F238E27FC236}">
                    <a16:creationId xmlns:a16="http://schemas.microsoft.com/office/drawing/2014/main" id="{4B4F1263-EEE4-496E-56EE-D136FC165726}"/>
                  </a:ext>
                </a:extLst>
              </p:cNvPr>
              <p:cNvGrpSpPr/>
              <p:nvPr/>
            </p:nvGrpSpPr>
            <p:grpSpPr>
              <a:xfrm>
                <a:off x="11522063" y="6297229"/>
                <a:ext cx="1268103" cy="314940"/>
                <a:chOff x="11522063" y="6297229"/>
                <a:chExt cx="1268103" cy="314940"/>
              </a:xfrm>
            </p:grpSpPr>
            <p:sp>
              <p:nvSpPr>
                <p:cNvPr id="100" name="Freeform: Shape 99">
                  <a:extLst>
                    <a:ext uri="{FF2B5EF4-FFF2-40B4-BE49-F238E27FC236}">
                      <a16:creationId xmlns:a16="http://schemas.microsoft.com/office/drawing/2014/main" id="{7B331C3B-6C17-195B-99B0-23F59D0D62F4}"/>
                    </a:ext>
                  </a:extLst>
                </p:cNvPr>
                <p:cNvSpPr/>
                <p:nvPr/>
              </p:nvSpPr>
              <p:spPr>
                <a:xfrm>
                  <a:off x="11701631" y="6454980"/>
                  <a:ext cx="51813" cy="19394"/>
                </a:xfrm>
                <a:custGeom>
                  <a:avLst/>
                  <a:gdLst>
                    <a:gd name="connsiteX0" fmla="*/ 4287 w 51813"/>
                    <a:gd name="connsiteY0" fmla="*/ 129 h 19394"/>
                    <a:gd name="connsiteX1" fmla="*/ 48453 w 51813"/>
                    <a:gd name="connsiteY1" fmla="*/ 13639 h 19394"/>
                    <a:gd name="connsiteX2" fmla="*/ 4287 w 51813"/>
                    <a:gd name="connsiteY2" fmla="*/ 129 h 19394"/>
                  </a:gdLst>
                  <a:ahLst/>
                  <a:cxnLst>
                    <a:cxn ang="0">
                      <a:pos x="connsiteX0" y="connsiteY0"/>
                    </a:cxn>
                    <a:cxn ang="0">
                      <a:pos x="connsiteX1" y="connsiteY1"/>
                    </a:cxn>
                    <a:cxn ang="0">
                      <a:pos x="connsiteX2" y="connsiteY2"/>
                    </a:cxn>
                  </a:cxnLst>
                  <a:rect l="l" t="t" r="r" b="b"/>
                  <a:pathLst>
                    <a:path w="51813" h="19394">
                      <a:moveTo>
                        <a:pt x="4287" y="129"/>
                      </a:moveTo>
                      <a:cubicBezTo>
                        <a:pt x="4287" y="129"/>
                        <a:pt x="66763" y="-2271"/>
                        <a:pt x="48453" y="13639"/>
                      </a:cubicBezTo>
                      <a:cubicBezTo>
                        <a:pt x="30142" y="29550"/>
                        <a:pt x="-13818" y="8290"/>
                        <a:pt x="4287" y="129"/>
                      </a:cubicBezTo>
                      <a:close/>
                    </a:path>
                  </a:pathLst>
                </a:custGeom>
                <a:solidFill>
                  <a:srgbClr val="8D3842"/>
                </a:solidFill>
                <a:ln w="6858"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70E008BC-5EF9-A42E-F737-1532B4B37D7C}"/>
                    </a:ext>
                  </a:extLst>
                </p:cNvPr>
                <p:cNvSpPr/>
                <p:nvPr/>
              </p:nvSpPr>
              <p:spPr>
                <a:xfrm>
                  <a:off x="12424678" y="6312933"/>
                  <a:ext cx="48228" cy="27261"/>
                </a:xfrm>
                <a:custGeom>
                  <a:avLst/>
                  <a:gdLst>
                    <a:gd name="connsiteX0" fmla="*/ 1947 w 48228"/>
                    <a:gd name="connsiteY0" fmla="*/ 16948 h 27261"/>
                    <a:gd name="connsiteX1" fmla="*/ 47279 w 48228"/>
                    <a:gd name="connsiteY1" fmla="*/ 8238 h 27261"/>
                    <a:gd name="connsiteX2" fmla="*/ 1947 w 48228"/>
                    <a:gd name="connsiteY2" fmla="*/ 16948 h 27261"/>
                  </a:gdLst>
                  <a:ahLst/>
                  <a:cxnLst>
                    <a:cxn ang="0">
                      <a:pos x="connsiteX0" y="connsiteY0"/>
                    </a:cxn>
                    <a:cxn ang="0">
                      <a:pos x="connsiteX1" y="connsiteY1"/>
                    </a:cxn>
                    <a:cxn ang="0">
                      <a:pos x="connsiteX2" y="connsiteY2"/>
                    </a:cxn>
                  </a:cxnLst>
                  <a:rect l="l" t="t" r="r" b="b"/>
                  <a:pathLst>
                    <a:path w="48228" h="27261">
                      <a:moveTo>
                        <a:pt x="1947" y="16948"/>
                      </a:moveTo>
                      <a:cubicBezTo>
                        <a:pt x="1947" y="16948"/>
                        <a:pt x="55989" y="-14462"/>
                        <a:pt x="47279" y="8238"/>
                      </a:cubicBezTo>
                      <a:cubicBezTo>
                        <a:pt x="38569" y="30938"/>
                        <a:pt x="-10260" y="32653"/>
                        <a:pt x="1947" y="16948"/>
                      </a:cubicBezTo>
                      <a:close/>
                    </a:path>
                  </a:pathLst>
                </a:custGeom>
                <a:solidFill>
                  <a:srgbClr val="8D3842"/>
                </a:solidFill>
                <a:ln w="6858"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332BD61D-4B05-0358-5F2A-15E23380FCFC}"/>
                    </a:ext>
                  </a:extLst>
                </p:cNvPr>
                <p:cNvSpPr/>
                <p:nvPr/>
              </p:nvSpPr>
              <p:spPr>
                <a:xfrm>
                  <a:off x="12633916" y="6297229"/>
                  <a:ext cx="48228" cy="27239"/>
                </a:xfrm>
                <a:custGeom>
                  <a:avLst/>
                  <a:gdLst>
                    <a:gd name="connsiteX0" fmla="*/ 1947 w 48228"/>
                    <a:gd name="connsiteY0" fmla="*/ 16948 h 27239"/>
                    <a:gd name="connsiteX1" fmla="*/ 47279 w 48228"/>
                    <a:gd name="connsiteY1" fmla="*/ 8238 h 27239"/>
                    <a:gd name="connsiteX2" fmla="*/ 1947 w 48228"/>
                    <a:gd name="connsiteY2" fmla="*/ 16948 h 27239"/>
                  </a:gdLst>
                  <a:ahLst/>
                  <a:cxnLst>
                    <a:cxn ang="0">
                      <a:pos x="connsiteX0" y="connsiteY0"/>
                    </a:cxn>
                    <a:cxn ang="0">
                      <a:pos x="connsiteX1" y="connsiteY1"/>
                    </a:cxn>
                    <a:cxn ang="0">
                      <a:pos x="connsiteX2" y="connsiteY2"/>
                    </a:cxn>
                  </a:cxnLst>
                  <a:rect l="l" t="t" r="r" b="b"/>
                  <a:pathLst>
                    <a:path w="48228" h="27239">
                      <a:moveTo>
                        <a:pt x="1947" y="16948"/>
                      </a:moveTo>
                      <a:cubicBezTo>
                        <a:pt x="1947" y="16948"/>
                        <a:pt x="55988" y="-14462"/>
                        <a:pt x="47279" y="8238"/>
                      </a:cubicBezTo>
                      <a:cubicBezTo>
                        <a:pt x="38569" y="30870"/>
                        <a:pt x="-10260" y="32653"/>
                        <a:pt x="1947" y="16948"/>
                      </a:cubicBezTo>
                      <a:close/>
                    </a:path>
                  </a:pathLst>
                </a:custGeom>
                <a:solidFill>
                  <a:srgbClr val="8D3842"/>
                </a:solidFill>
                <a:ln w="6858"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DD50B106-ECB3-38B7-0141-A31FECF3F4D6}"/>
                    </a:ext>
                  </a:extLst>
                </p:cNvPr>
                <p:cNvSpPr/>
                <p:nvPr/>
              </p:nvSpPr>
              <p:spPr>
                <a:xfrm>
                  <a:off x="12599030" y="6326790"/>
                  <a:ext cx="23795" cy="13444"/>
                </a:xfrm>
                <a:custGeom>
                  <a:avLst/>
                  <a:gdLst>
                    <a:gd name="connsiteX0" fmla="*/ 965 w 23795"/>
                    <a:gd name="connsiteY0" fmla="*/ 8372 h 13444"/>
                    <a:gd name="connsiteX1" fmla="*/ 23322 w 23795"/>
                    <a:gd name="connsiteY1" fmla="*/ 4052 h 13444"/>
                    <a:gd name="connsiteX2" fmla="*/ 965 w 23795"/>
                    <a:gd name="connsiteY2" fmla="*/ 8372 h 13444"/>
                  </a:gdLst>
                  <a:ahLst/>
                  <a:cxnLst>
                    <a:cxn ang="0">
                      <a:pos x="connsiteX0" y="connsiteY0"/>
                    </a:cxn>
                    <a:cxn ang="0">
                      <a:pos x="connsiteX1" y="connsiteY1"/>
                    </a:cxn>
                    <a:cxn ang="0">
                      <a:pos x="connsiteX2" y="connsiteY2"/>
                    </a:cxn>
                  </a:cxnLst>
                  <a:rect l="l" t="t" r="r" b="b"/>
                  <a:pathLst>
                    <a:path w="23795" h="13444">
                      <a:moveTo>
                        <a:pt x="965" y="8372"/>
                      </a:moveTo>
                      <a:cubicBezTo>
                        <a:pt x="965" y="8372"/>
                        <a:pt x="27643" y="-7127"/>
                        <a:pt x="23322" y="4052"/>
                      </a:cubicBezTo>
                      <a:cubicBezTo>
                        <a:pt x="19002" y="15230"/>
                        <a:pt x="-5070" y="16122"/>
                        <a:pt x="965" y="8372"/>
                      </a:cubicBezTo>
                      <a:close/>
                    </a:path>
                  </a:pathLst>
                </a:custGeom>
                <a:solidFill>
                  <a:srgbClr val="8D3842"/>
                </a:solidFill>
                <a:ln w="6858"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93D3241E-74C3-8436-75AC-2A913DFF581D}"/>
                    </a:ext>
                  </a:extLst>
                </p:cNvPr>
                <p:cNvSpPr/>
                <p:nvPr/>
              </p:nvSpPr>
              <p:spPr>
                <a:xfrm>
                  <a:off x="11522063" y="6558533"/>
                  <a:ext cx="88638" cy="32401"/>
                </a:xfrm>
                <a:custGeom>
                  <a:avLst/>
                  <a:gdLst>
                    <a:gd name="connsiteX0" fmla="*/ 81602 w 88638"/>
                    <a:gd name="connsiteY0" fmla="*/ 31335 h 32401"/>
                    <a:gd name="connsiteX1" fmla="*/ 5410 w 88638"/>
                    <a:gd name="connsiteY1" fmla="*/ 11035 h 32401"/>
                    <a:gd name="connsiteX2" fmla="*/ 81602 w 88638"/>
                    <a:gd name="connsiteY2" fmla="*/ 31335 h 32401"/>
                  </a:gdLst>
                  <a:ahLst/>
                  <a:cxnLst>
                    <a:cxn ang="0">
                      <a:pos x="connsiteX0" y="connsiteY0"/>
                    </a:cxn>
                    <a:cxn ang="0">
                      <a:pos x="connsiteX1" y="connsiteY1"/>
                    </a:cxn>
                    <a:cxn ang="0">
                      <a:pos x="connsiteX2" y="connsiteY2"/>
                    </a:cxn>
                  </a:cxnLst>
                  <a:rect l="l" t="t" r="r" b="b"/>
                  <a:pathLst>
                    <a:path w="88638" h="32401">
                      <a:moveTo>
                        <a:pt x="81602" y="31335"/>
                      </a:moveTo>
                      <a:cubicBezTo>
                        <a:pt x="81602" y="31335"/>
                        <a:pt x="-24834" y="39428"/>
                        <a:pt x="5410" y="11035"/>
                      </a:cubicBezTo>
                      <a:cubicBezTo>
                        <a:pt x="35653" y="-17357"/>
                        <a:pt x="112051" y="16247"/>
                        <a:pt x="81602" y="31335"/>
                      </a:cubicBezTo>
                      <a:close/>
                    </a:path>
                  </a:pathLst>
                </a:custGeom>
                <a:solidFill>
                  <a:srgbClr val="8D3842"/>
                </a:solidFill>
                <a:ln w="6858"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3D738358-15B4-1E97-1960-3D88912B107F}"/>
                    </a:ext>
                  </a:extLst>
                </p:cNvPr>
                <p:cNvSpPr/>
                <p:nvPr/>
              </p:nvSpPr>
              <p:spPr>
                <a:xfrm>
                  <a:off x="11634046" y="6568869"/>
                  <a:ext cx="43793" cy="15966"/>
                </a:xfrm>
                <a:custGeom>
                  <a:avLst/>
                  <a:gdLst>
                    <a:gd name="connsiteX0" fmla="*/ 40325 w 43793"/>
                    <a:gd name="connsiteY0" fmla="*/ 15444 h 15966"/>
                    <a:gd name="connsiteX1" fmla="*/ 2675 w 43793"/>
                    <a:gd name="connsiteY1" fmla="*/ 5431 h 15966"/>
                    <a:gd name="connsiteX2" fmla="*/ 40325 w 43793"/>
                    <a:gd name="connsiteY2" fmla="*/ 15444 h 15966"/>
                  </a:gdLst>
                  <a:ahLst/>
                  <a:cxnLst>
                    <a:cxn ang="0">
                      <a:pos x="connsiteX0" y="connsiteY0"/>
                    </a:cxn>
                    <a:cxn ang="0">
                      <a:pos x="connsiteX1" y="connsiteY1"/>
                    </a:cxn>
                    <a:cxn ang="0">
                      <a:pos x="connsiteX2" y="connsiteY2"/>
                    </a:cxn>
                  </a:cxnLst>
                  <a:rect l="l" t="t" r="r" b="b"/>
                  <a:pathLst>
                    <a:path w="43793" h="15966">
                      <a:moveTo>
                        <a:pt x="40325" y="15444"/>
                      </a:moveTo>
                      <a:cubicBezTo>
                        <a:pt x="40325" y="15444"/>
                        <a:pt x="-12276" y="19421"/>
                        <a:pt x="2675" y="5431"/>
                      </a:cubicBezTo>
                      <a:cubicBezTo>
                        <a:pt x="17625" y="-8559"/>
                        <a:pt x="55344" y="8037"/>
                        <a:pt x="40325" y="15444"/>
                      </a:cubicBezTo>
                      <a:close/>
                    </a:path>
                  </a:pathLst>
                </a:custGeom>
                <a:solidFill>
                  <a:srgbClr val="8D3842"/>
                </a:solidFill>
                <a:ln w="6858"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9FBB3AC8-C57F-EC65-B822-7D46127367A4}"/>
                    </a:ext>
                  </a:extLst>
                </p:cNvPr>
                <p:cNvSpPr/>
                <p:nvPr/>
              </p:nvSpPr>
              <p:spPr>
                <a:xfrm>
                  <a:off x="11700408" y="6351043"/>
                  <a:ext cx="1089758" cy="261126"/>
                </a:xfrm>
                <a:custGeom>
                  <a:avLst/>
                  <a:gdLst>
                    <a:gd name="connsiteX0" fmla="*/ 736093 w 1089758"/>
                    <a:gd name="connsiteY0" fmla="*/ 33017 h 261126"/>
                    <a:gd name="connsiteX1" fmla="*/ 877299 w 1089758"/>
                    <a:gd name="connsiteY1" fmla="*/ 24719 h 261126"/>
                    <a:gd name="connsiteX2" fmla="*/ 829156 w 1089758"/>
                    <a:gd name="connsiteY2" fmla="*/ 103106 h 261126"/>
                    <a:gd name="connsiteX3" fmla="*/ 933466 w 1089758"/>
                    <a:gd name="connsiteY3" fmla="*/ 91584 h 261126"/>
                    <a:gd name="connsiteX4" fmla="*/ 1065002 w 1089758"/>
                    <a:gd name="connsiteY4" fmla="*/ 98991 h 261126"/>
                    <a:gd name="connsiteX5" fmla="*/ 849250 w 1089758"/>
                    <a:gd name="connsiteY5" fmla="*/ 204056 h 261126"/>
                    <a:gd name="connsiteX6" fmla="*/ 672862 w 1089758"/>
                    <a:gd name="connsiteY6" fmla="*/ 230459 h 261126"/>
                    <a:gd name="connsiteX7" fmla="*/ 459235 w 1089758"/>
                    <a:gd name="connsiteY7" fmla="*/ 223601 h 261126"/>
                    <a:gd name="connsiteX8" fmla="*/ 229 w 1089758"/>
                    <a:gd name="connsiteY8" fmla="*/ 228882 h 261126"/>
                    <a:gd name="connsiteX9" fmla="*/ 364457 w 1089758"/>
                    <a:gd name="connsiteY9" fmla="*/ 174018 h 261126"/>
                    <a:gd name="connsiteX10" fmla="*/ 280035 w 1089758"/>
                    <a:gd name="connsiteY10" fmla="*/ 140962 h 261126"/>
                    <a:gd name="connsiteX11" fmla="*/ 181623 w 1089758"/>
                    <a:gd name="connsiteY11" fmla="*/ 91927 h 261126"/>
                    <a:gd name="connsiteX12" fmla="*/ 591800 w 1089758"/>
                    <a:gd name="connsiteY12" fmla="*/ 78211 h 261126"/>
                    <a:gd name="connsiteX13" fmla="*/ 736230 w 1089758"/>
                    <a:gd name="connsiteY13" fmla="*/ 33017 h 261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89758" h="261126">
                      <a:moveTo>
                        <a:pt x="736093" y="33017"/>
                      </a:moveTo>
                      <a:cubicBezTo>
                        <a:pt x="766954" y="10934"/>
                        <a:pt x="931134" y="-24247"/>
                        <a:pt x="877299" y="24719"/>
                      </a:cubicBezTo>
                      <a:cubicBezTo>
                        <a:pt x="823463" y="73685"/>
                        <a:pt x="781904" y="123748"/>
                        <a:pt x="829156" y="103106"/>
                      </a:cubicBezTo>
                      <a:cubicBezTo>
                        <a:pt x="876407" y="82463"/>
                        <a:pt x="937032" y="50574"/>
                        <a:pt x="933466" y="91584"/>
                      </a:cubicBezTo>
                      <a:cubicBezTo>
                        <a:pt x="929900" y="132595"/>
                        <a:pt x="970705" y="90693"/>
                        <a:pt x="1065002" y="98991"/>
                      </a:cubicBezTo>
                      <a:cubicBezTo>
                        <a:pt x="1159300" y="107221"/>
                        <a:pt x="961721" y="193220"/>
                        <a:pt x="849250" y="204056"/>
                      </a:cubicBezTo>
                      <a:cubicBezTo>
                        <a:pt x="793014" y="209473"/>
                        <a:pt x="728480" y="231693"/>
                        <a:pt x="672862" y="230459"/>
                      </a:cubicBezTo>
                      <a:cubicBezTo>
                        <a:pt x="617175" y="229224"/>
                        <a:pt x="570403" y="204467"/>
                        <a:pt x="459235" y="223601"/>
                      </a:cubicBezTo>
                      <a:cubicBezTo>
                        <a:pt x="236967" y="262005"/>
                        <a:pt x="-8550" y="281825"/>
                        <a:pt x="229" y="228882"/>
                      </a:cubicBezTo>
                      <a:cubicBezTo>
                        <a:pt x="9007" y="175938"/>
                        <a:pt x="316451" y="202821"/>
                        <a:pt x="364457" y="174018"/>
                      </a:cubicBezTo>
                      <a:cubicBezTo>
                        <a:pt x="412395" y="145145"/>
                        <a:pt x="334076" y="140962"/>
                        <a:pt x="280035" y="140962"/>
                      </a:cubicBezTo>
                      <a:cubicBezTo>
                        <a:pt x="180937" y="140962"/>
                        <a:pt x="22586" y="115176"/>
                        <a:pt x="181623" y="91927"/>
                      </a:cubicBezTo>
                      <a:cubicBezTo>
                        <a:pt x="340660" y="68678"/>
                        <a:pt x="529187" y="85138"/>
                        <a:pt x="591800" y="78211"/>
                      </a:cubicBezTo>
                      <a:cubicBezTo>
                        <a:pt x="654345" y="71285"/>
                        <a:pt x="736230" y="33017"/>
                        <a:pt x="736230" y="33017"/>
                      </a:cubicBezTo>
                      <a:close/>
                    </a:path>
                  </a:pathLst>
                </a:custGeom>
                <a:solidFill>
                  <a:srgbClr val="8D3842"/>
                </a:solidFill>
                <a:ln w="6858" cap="flat">
                  <a:noFill/>
                  <a:prstDash val="solid"/>
                  <a:miter/>
                </a:ln>
              </p:spPr>
              <p:txBody>
                <a:bodyPr rtlCol="0" anchor="ctr"/>
                <a:lstStyle/>
                <a:p>
                  <a:endParaRPr lang="en-US"/>
                </a:p>
              </p:txBody>
            </p:sp>
            <p:grpSp>
              <p:nvGrpSpPr>
                <p:cNvPr id="107" name="Graphic 2">
                  <a:extLst>
                    <a:ext uri="{FF2B5EF4-FFF2-40B4-BE49-F238E27FC236}">
                      <a16:creationId xmlns:a16="http://schemas.microsoft.com/office/drawing/2014/main" id="{197470B3-D05D-DA00-7539-B64271DCAD67}"/>
                    </a:ext>
                  </a:extLst>
                </p:cNvPr>
                <p:cNvGrpSpPr/>
                <p:nvPr/>
              </p:nvGrpSpPr>
              <p:grpSpPr>
                <a:xfrm>
                  <a:off x="12197705" y="6404497"/>
                  <a:ext cx="171998" cy="151424"/>
                  <a:chOff x="12197705" y="6404497"/>
                  <a:chExt cx="171998" cy="151424"/>
                </a:xfrm>
              </p:grpSpPr>
              <p:sp>
                <p:nvSpPr>
                  <p:cNvPr id="108" name="Freeform: Shape 107">
                    <a:extLst>
                      <a:ext uri="{FF2B5EF4-FFF2-40B4-BE49-F238E27FC236}">
                        <a16:creationId xmlns:a16="http://schemas.microsoft.com/office/drawing/2014/main" id="{341696A1-7CAB-61AE-9D90-D460CB93A25E}"/>
                      </a:ext>
                    </a:extLst>
                  </p:cNvPr>
                  <p:cNvSpPr/>
                  <p:nvPr/>
                </p:nvSpPr>
                <p:spPr>
                  <a:xfrm>
                    <a:off x="12197705" y="6404497"/>
                    <a:ext cx="171998" cy="151424"/>
                  </a:xfrm>
                  <a:custGeom>
                    <a:avLst/>
                    <a:gdLst>
                      <a:gd name="connsiteX0" fmla="*/ 6927 w 171998"/>
                      <a:gd name="connsiteY0" fmla="*/ 5006 h 151424"/>
                      <a:gd name="connsiteX1" fmla="*/ 131605 w 171998"/>
                      <a:gd name="connsiteY1" fmla="*/ 0 h 151424"/>
                      <a:gd name="connsiteX2" fmla="*/ 171999 w 171998"/>
                      <a:gd name="connsiteY2" fmla="*/ 137503 h 151424"/>
                      <a:gd name="connsiteX3" fmla="*/ 0 w 171998"/>
                      <a:gd name="connsiteY3" fmla="*/ 151425 h 151424"/>
                      <a:gd name="connsiteX4" fmla="*/ 6927 w 171998"/>
                      <a:gd name="connsiteY4" fmla="*/ 5006 h 151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98" h="151424">
                        <a:moveTo>
                          <a:pt x="6927" y="5006"/>
                        </a:moveTo>
                        <a:lnTo>
                          <a:pt x="131605" y="0"/>
                        </a:lnTo>
                        <a:lnTo>
                          <a:pt x="171999" y="137503"/>
                        </a:lnTo>
                        <a:lnTo>
                          <a:pt x="0" y="151425"/>
                        </a:lnTo>
                        <a:lnTo>
                          <a:pt x="6927" y="5006"/>
                        </a:lnTo>
                        <a:close/>
                      </a:path>
                    </a:pathLst>
                  </a:custGeom>
                  <a:solidFill>
                    <a:schemeClr val="accent1"/>
                  </a:solidFill>
                  <a:ln w="6858"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A5DED216-7A37-681F-E892-10EB94D7AC45}"/>
                      </a:ext>
                    </a:extLst>
                  </p:cNvPr>
                  <p:cNvSpPr/>
                  <p:nvPr/>
                </p:nvSpPr>
                <p:spPr>
                  <a:xfrm>
                    <a:off x="12252124" y="6430455"/>
                    <a:ext cx="49993" cy="94843"/>
                  </a:xfrm>
                  <a:custGeom>
                    <a:avLst/>
                    <a:gdLst>
                      <a:gd name="connsiteX0" fmla="*/ 31923 w 49993"/>
                      <a:gd name="connsiteY0" fmla="*/ 23488 h 94843"/>
                      <a:gd name="connsiteX1" fmla="*/ 23145 w 49993"/>
                      <a:gd name="connsiteY1" fmla="*/ 13269 h 94843"/>
                      <a:gd name="connsiteX2" fmla="*/ 15190 w 49993"/>
                      <a:gd name="connsiteY2" fmla="*/ 22733 h 94843"/>
                      <a:gd name="connsiteX3" fmla="*/ 15464 w 49993"/>
                      <a:gd name="connsiteY3" fmla="*/ 28699 h 94843"/>
                      <a:gd name="connsiteX4" fmla="*/ 239 w 49993"/>
                      <a:gd name="connsiteY4" fmla="*/ 29317 h 94843"/>
                      <a:gd name="connsiteX5" fmla="*/ 34 w 49993"/>
                      <a:gd name="connsiteY5" fmla="*/ 24310 h 94843"/>
                      <a:gd name="connsiteX6" fmla="*/ 23077 w 49993"/>
                      <a:gd name="connsiteY6" fmla="*/ 33 h 94843"/>
                      <a:gd name="connsiteX7" fmla="*/ 48040 w 49993"/>
                      <a:gd name="connsiteY7" fmla="*/ 22321 h 94843"/>
                      <a:gd name="connsiteX8" fmla="*/ 48040 w 49993"/>
                      <a:gd name="connsiteY8" fmla="*/ 24722 h 94843"/>
                      <a:gd name="connsiteX9" fmla="*/ 37616 w 49993"/>
                      <a:gd name="connsiteY9" fmla="*/ 44267 h 94843"/>
                      <a:gd name="connsiteX10" fmla="*/ 49685 w 49993"/>
                      <a:gd name="connsiteY10" fmla="*/ 63264 h 94843"/>
                      <a:gd name="connsiteX11" fmla="*/ 49960 w 49993"/>
                      <a:gd name="connsiteY11" fmla="*/ 70533 h 94843"/>
                      <a:gd name="connsiteX12" fmla="*/ 26917 w 49993"/>
                      <a:gd name="connsiteY12" fmla="*/ 94810 h 94843"/>
                      <a:gd name="connsiteX13" fmla="*/ 1954 w 49993"/>
                      <a:gd name="connsiteY13" fmla="*/ 72522 h 94843"/>
                      <a:gd name="connsiteX14" fmla="*/ 1611 w 49993"/>
                      <a:gd name="connsiteY14" fmla="*/ 64841 h 94843"/>
                      <a:gd name="connsiteX15" fmla="*/ 16836 w 49993"/>
                      <a:gd name="connsiteY15" fmla="*/ 64224 h 94843"/>
                      <a:gd name="connsiteX16" fmla="*/ 17179 w 49993"/>
                      <a:gd name="connsiteY16" fmla="*/ 72797 h 94843"/>
                      <a:gd name="connsiteX17" fmla="*/ 25888 w 49993"/>
                      <a:gd name="connsiteY17" fmla="*/ 81575 h 94843"/>
                      <a:gd name="connsiteX18" fmla="*/ 33844 w 49993"/>
                      <a:gd name="connsiteY18" fmla="*/ 70807 h 94843"/>
                      <a:gd name="connsiteX19" fmla="*/ 33569 w 49993"/>
                      <a:gd name="connsiteY19" fmla="*/ 63538 h 94843"/>
                      <a:gd name="connsiteX20" fmla="*/ 22528 w 49993"/>
                      <a:gd name="connsiteY20" fmla="*/ 52223 h 94843"/>
                      <a:gd name="connsiteX21" fmla="*/ 17110 w 49993"/>
                      <a:gd name="connsiteY21" fmla="*/ 52428 h 94843"/>
                      <a:gd name="connsiteX22" fmla="*/ 16561 w 49993"/>
                      <a:gd name="connsiteY22" fmla="*/ 39192 h 94843"/>
                      <a:gd name="connsiteX23" fmla="*/ 22871 w 49993"/>
                      <a:gd name="connsiteY23" fmla="*/ 38918 h 94843"/>
                      <a:gd name="connsiteX24" fmla="*/ 32129 w 49993"/>
                      <a:gd name="connsiteY24" fmla="*/ 28768 h 94843"/>
                      <a:gd name="connsiteX25" fmla="*/ 31923 w 49993"/>
                      <a:gd name="connsiteY25" fmla="*/ 23624 h 9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993" h="94843">
                        <a:moveTo>
                          <a:pt x="31923" y="23488"/>
                        </a:moveTo>
                        <a:cubicBezTo>
                          <a:pt x="31580" y="15189"/>
                          <a:pt x="28289" y="13063"/>
                          <a:pt x="23145" y="13269"/>
                        </a:cubicBezTo>
                        <a:cubicBezTo>
                          <a:pt x="18002" y="13475"/>
                          <a:pt x="14916" y="16149"/>
                          <a:pt x="15190" y="22733"/>
                        </a:cubicBezTo>
                        <a:lnTo>
                          <a:pt x="15464" y="28699"/>
                        </a:lnTo>
                        <a:lnTo>
                          <a:pt x="239" y="29317"/>
                        </a:lnTo>
                        <a:lnTo>
                          <a:pt x="34" y="24310"/>
                        </a:lnTo>
                        <a:cubicBezTo>
                          <a:pt x="-584" y="9497"/>
                          <a:pt x="7303" y="719"/>
                          <a:pt x="23077" y="33"/>
                        </a:cubicBezTo>
                        <a:cubicBezTo>
                          <a:pt x="38919" y="-584"/>
                          <a:pt x="47422" y="7508"/>
                          <a:pt x="48040" y="22321"/>
                        </a:cubicBezTo>
                        <a:lnTo>
                          <a:pt x="48040" y="24722"/>
                        </a:lnTo>
                        <a:cubicBezTo>
                          <a:pt x="48520" y="34666"/>
                          <a:pt x="45296" y="40975"/>
                          <a:pt x="37616" y="44267"/>
                        </a:cubicBezTo>
                        <a:cubicBezTo>
                          <a:pt x="45777" y="47079"/>
                          <a:pt x="49274" y="53868"/>
                          <a:pt x="49685" y="63264"/>
                        </a:cubicBezTo>
                        <a:lnTo>
                          <a:pt x="49960" y="70533"/>
                        </a:lnTo>
                        <a:cubicBezTo>
                          <a:pt x="50577" y="85346"/>
                          <a:pt x="42690" y="94125"/>
                          <a:pt x="26917" y="94810"/>
                        </a:cubicBezTo>
                        <a:cubicBezTo>
                          <a:pt x="11075" y="95428"/>
                          <a:pt x="2571" y="87335"/>
                          <a:pt x="1954" y="72522"/>
                        </a:cubicBezTo>
                        <a:lnTo>
                          <a:pt x="1611" y="64841"/>
                        </a:lnTo>
                        <a:lnTo>
                          <a:pt x="16836" y="64224"/>
                        </a:lnTo>
                        <a:lnTo>
                          <a:pt x="17179" y="72797"/>
                        </a:lnTo>
                        <a:cubicBezTo>
                          <a:pt x="17453" y="79380"/>
                          <a:pt x="20745" y="81781"/>
                          <a:pt x="25888" y="81575"/>
                        </a:cubicBezTo>
                        <a:cubicBezTo>
                          <a:pt x="31032" y="81369"/>
                          <a:pt x="34118" y="78969"/>
                          <a:pt x="33844" y="70807"/>
                        </a:cubicBezTo>
                        <a:lnTo>
                          <a:pt x="33569" y="63538"/>
                        </a:lnTo>
                        <a:cubicBezTo>
                          <a:pt x="33226" y="54966"/>
                          <a:pt x="29866" y="51879"/>
                          <a:pt x="22528" y="52223"/>
                        </a:cubicBezTo>
                        <a:lnTo>
                          <a:pt x="17110" y="52428"/>
                        </a:lnTo>
                        <a:lnTo>
                          <a:pt x="16561" y="39192"/>
                        </a:lnTo>
                        <a:lnTo>
                          <a:pt x="22871" y="38918"/>
                        </a:lnTo>
                        <a:cubicBezTo>
                          <a:pt x="28906" y="38643"/>
                          <a:pt x="32472" y="36106"/>
                          <a:pt x="32129" y="28768"/>
                        </a:cubicBezTo>
                        <a:lnTo>
                          <a:pt x="31923" y="23624"/>
                        </a:lnTo>
                        <a:close/>
                      </a:path>
                    </a:pathLst>
                  </a:custGeom>
                  <a:solidFill>
                    <a:srgbClr val="231F20"/>
                  </a:solidFill>
                  <a:ln w="6858" cap="flat">
                    <a:noFill/>
                    <a:prstDash val="solid"/>
                    <a:miter/>
                  </a:ln>
                </p:spPr>
                <p:txBody>
                  <a:bodyPr rtlCol="0" anchor="ctr"/>
                  <a:lstStyle/>
                  <a:p>
                    <a:endParaRPr lang="en-US"/>
                  </a:p>
                </p:txBody>
              </p:sp>
            </p:grpSp>
          </p:grpSp>
          <p:grpSp>
            <p:nvGrpSpPr>
              <p:cNvPr id="110" name="Graphic 2">
                <a:extLst>
                  <a:ext uri="{FF2B5EF4-FFF2-40B4-BE49-F238E27FC236}">
                    <a16:creationId xmlns:a16="http://schemas.microsoft.com/office/drawing/2014/main" id="{FAA67D01-F209-9B67-60B5-39E42B5DEAE2}"/>
                  </a:ext>
                </a:extLst>
              </p:cNvPr>
              <p:cNvGrpSpPr/>
              <p:nvPr/>
            </p:nvGrpSpPr>
            <p:grpSpPr>
              <a:xfrm>
                <a:off x="12089006" y="6719142"/>
                <a:ext cx="417035" cy="393786"/>
                <a:chOff x="12089006" y="6719142"/>
                <a:chExt cx="417035" cy="393786"/>
              </a:xfrm>
            </p:grpSpPr>
            <p:grpSp>
              <p:nvGrpSpPr>
                <p:cNvPr id="111" name="Graphic 2">
                  <a:extLst>
                    <a:ext uri="{FF2B5EF4-FFF2-40B4-BE49-F238E27FC236}">
                      <a16:creationId xmlns:a16="http://schemas.microsoft.com/office/drawing/2014/main" id="{94214993-02C7-3A0B-E471-F99A61008C97}"/>
                    </a:ext>
                  </a:extLst>
                </p:cNvPr>
                <p:cNvGrpSpPr/>
                <p:nvPr/>
              </p:nvGrpSpPr>
              <p:grpSpPr>
                <a:xfrm>
                  <a:off x="12089006" y="6719142"/>
                  <a:ext cx="197030" cy="161643"/>
                  <a:chOff x="12089006" y="6719142"/>
                  <a:chExt cx="197030" cy="161643"/>
                </a:xfrm>
              </p:grpSpPr>
              <p:sp>
                <p:nvSpPr>
                  <p:cNvPr id="112" name="Freeform: Shape 111">
                    <a:extLst>
                      <a:ext uri="{FF2B5EF4-FFF2-40B4-BE49-F238E27FC236}">
                        <a16:creationId xmlns:a16="http://schemas.microsoft.com/office/drawing/2014/main" id="{650A8195-0538-B5CF-4A6B-57ED26017BD8}"/>
                      </a:ext>
                    </a:extLst>
                  </p:cNvPr>
                  <p:cNvSpPr/>
                  <p:nvPr/>
                </p:nvSpPr>
                <p:spPr>
                  <a:xfrm>
                    <a:off x="12089006" y="6731143"/>
                    <a:ext cx="60624" cy="130713"/>
                  </a:xfrm>
                  <a:custGeom>
                    <a:avLst/>
                    <a:gdLst>
                      <a:gd name="connsiteX0" fmla="*/ 24003 w 60624"/>
                      <a:gd name="connsiteY0" fmla="*/ 0 h 130713"/>
                      <a:gd name="connsiteX1" fmla="*/ 0 w 60624"/>
                      <a:gd name="connsiteY1" fmla="*/ 130713 h 130713"/>
                      <a:gd name="connsiteX2" fmla="*/ 60625 w 60624"/>
                      <a:gd name="connsiteY2" fmla="*/ 128176 h 130713"/>
                      <a:gd name="connsiteX3" fmla="*/ 24003 w 60624"/>
                      <a:gd name="connsiteY3" fmla="*/ 0 h 130713"/>
                    </a:gdLst>
                    <a:ahLst/>
                    <a:cxnLst>
                      <a:cxn ang="0">
                        <a:pos x="connsiteX0" y="connsiteY0"/>
                      </a:cxn>
                      <a:cxn ang="0">
                        <a:pos x="connsiteX1" y="connsiteY1"/>
                      </a:cxn>
                      <a:cxn ang="0">
                        <a:pos x="connsiteX2" y="connsiteY2"/>
                      </a:cxn>
                      <a:cxn ang="0">
                        <a:pos x="connsiteX3" y="connsiteY3"/>
                      </a:cxn>
                    </a:cxnLst>
                    <a:rect l="l" t="t" r="r" b="b"/>
                    <a:pathLst>
                      <a:path w="60624" h="130713">
                        <a:moveTo>
                          <a:pt x="24003" y="0"/>
                        </a:moveTo>
                        <a:lnTo>
                          <a:pt x="0" y="130713"/>
                        </a:lnTo>
                        <a:lnTo>
                          <a:pt x="60625" y="128176"/>
                        </a:lnTo>
                        <a:lnTo>
                          <a:pt x="24003" y="0"/>
                        </a:lnTo>
                        <a:close/>
                      </a:path>
                    </a:pathLst>
                  </a:custGeom>
                  <a:solidFill>
                    <a:srgbClr val="C7C34F"/>
                  </a:solidFill>
                  <a:ln w="6858"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C98ABF4C-2A1F-11CA-993B-B5CD77883AF4}"/>
                      </a:ext>
                    </a:extLst>
                  </p:cNvPr>
                  <p:cNvSpPr/>
                  <p:nvPr/>
                </p:nvSpPr>
                <p:spPr>
                  <a:xfrm>
                    <a:off x="12113009" y="6719142"/>
                    <a:ext cx="173027" cy="161643"/>
                  </a:xfrm>
                  <a:custGeom>
                    <a:avLst/>
                    <a:gdLst>
                      <a:gd name="connsiteX0" fmla="*/ 0 w 173027"/>
                      <a:gd name="connsiteY0" fmla="*/ 12002 h 161643"/>
                      <a:gd name="connsiteX1" fmla="*/ 145253 w 173027"/>
                      <a:gd name="connsiteY1" fmla="*/ 0 h 161643"/>
                      <a:gd name="connsiteX2" fmla="*/ 173027 w 173027"/>
                      <a:gd name="connsiteY2" fmla="*/ 146487 h 161643"/>
                      <a:gd name="connsiteX3" fmla="*/ 15156 w 173027"/>
                      <a:gd name="connsiteY3" fmla="*/ 161643 h 161643"/>
                      <a:gd name="connsiteX4" fmla="*/ 0 w 173027"/>
                      <a:gd name="connsiteY4" fmla="*/ 12002 h 16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27" h="161643">
                        <a:moveTo>
                          <a:pt x="0" y="12002"/>
                        </a:moveTo>
                        <a:lnTo>
                          <a:pt x="145253" y="0"/>
                        </a:lnTo>
                        <a:lnTo>
                          <a:pt x="173027" y="146487"/>
                        </a:lnTo>
                        <a:lnTo>
                          <a:pt x="15156" y="161643"/>
                        </a:lnTo>
                        <a:lnTo>
                          <a:pt x="0" y="12002"/>
                        </a:lnTo>
                        <a:close/>
                      </a:path>
                    </a:pathLst>
                  </a:custGeom>
                  <a:solidFill>
                    <a:schemeClr val="accent1"/>
                  </a:solidFill>
                  <a:ln w="6858"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D289A35-55CE-D4BF-4D74-B7864E3C98A1}"/>
                      </a:ext>
                    </a:extLst>
                  </p:cNvPr>
                  <p:cNvSpPr/>
                  <p:nvPr/>
                </p:nvSpPr>
                <p:spPr>
                  <a:xfrm>
                    <a:off x="12169892" y="6743039"/>
                    <a:ext cx="53941" cy="102838"/>
                  </a:xfrm>
                  <a:custGeom>
                    <a:avLst/>
                    <a:gdLst>
                      <a:gd name="connsiteX0" fmla="*/ 25207 w 53941"/>
                      <a:gd name="connsiteY0" fmla="*/ 14507 h 102838"/>
                      <a:gd name="connsiteX1" fmla="*/ 16566 w 53941"/>
                      <a:gd name="connsiteY1" fmla="*/ 24794 h 102838"/>
                      <a:gd name="connsiteX2" fmla="*/ 16977 w 53941"/>
                      <a:gd name="connsiteY2" fmla="*/ 35561 h 102838"/>
                      <a:gd name="connsiteX3" fmla="*/ 450 w 53941"/>
                      <a:gd name="connsiteY3" fmla="*/ 36248 h 102838"/>
                      <a:gd name="connsiteX4" fmla="*/ 38 w 53941"/>
                      <a:gd name="connsiteY4" fmla="*/ 26440 h 102838"/>
                      <a:gd name="connsiteX5" fmla="*/ 25138 w 53941"/>
                      <a:gd name="connsiteY5" fmla="*/ 37 h 102838"/>
                      <a:gd name="connsiteX6" fmla="*/ 52296 w 53941"/>
                      <a:gd name="connsiteY6" fmla="*/ 24246 h 102838"/>
                      <a:gd name="connsiteX7" fmla="*/ 19926 w 53941"/>
                      <a:gd name="connsiteY7" fmla="*/ 85625 h 102838"/>
                      <a:gd name="connsiteX8" fmla="*/ 20201 w 53941"/>
                      <a:gd name="connsiteY8" fmla="*/ 87751 h 102838"/>
                      <a:gd name="connsiteX9" fmla="*/ 53325 w 53941"/>
                      <a:gd name="connsiteY9" fmla="*/ 86380 h 102838"/>
                      <a:gd name="connsiteX10" fmla="*/ 53942 w 53941"/>
                      <a:gd name="connsiteY10" fmla="*/ 100781 h 102838"/>
                      <a:gd name="connsiteX11" fmla="*/ 3330 w 53941"/>
                      <a:gd name="connsiteY11" fmla="*/ 102838 h 102838"/>
                      <a:gd name="connsiteX12" fmla="*/ 2850 w 53941"/>
                      <a:gd name="connsiteY12" fmla="*/ 90494 h 102838"/>
                      <a:gd name="connsiteX13" fmla="*/ 34945 w 53941"/>
                      <a:gd name="connsiteY13" fmla="*/ 25549 h 102838"/>
                      <a:gd name="connsiteX14" fmla="*/ 25413 w 53941"/>
                      <a:gd name="connsiteY14" fmla="*/ 14439 h 102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3941" h="102838">
                        <a:moveTo>
                          <a:pt x="25207" y="14507"/>
                        </a:moveTo>
                        <a:cubicBezTo>
                          <a:pt x="19652" y="14713"/>
                          <a:pt x="16223" y="17594"/>
                          <a:pt x="16566" y="24794"/>
                        </a:cubicBezTo>
                        <a:lnTo>
                          <a:pt x="16977" y="35561"/>
                        </a:lnTo>
                        <a:lnTo>
                          <a:pt x="450" y="36248"/>
                        </a:lnTo>
                        <a:lnTo>
                          <a:pt x="38" y="26440"/>
                        </a:lnTo>
                        <a:cubicBezTo>
                          <a:pt x="-648" y="10324"/>
                          <a:pt x="7925" y="791"/>
                          <a:pt x="25138" y="37"/>
                        </a:cubicBezTo>
                        <a:cubicBezTo>
                          <a:pt x="42352" y="-649"/>
                          <a:pt x="51610" y="8198"/>
                          <a:pt x="52296" y="24246"/>
                        </a:cubicBezTo>
                        <a:cubicBezTo>
                          <a:pt x="53599" y="55861"/>
                          <a:pt x="19240" y="69097"/>
                          <a:pt x="19926" y="85625"/>
                        </a:cubicBezTo>
                        <a:cubicBezTo>
                          <a:pt x="19926" y="86311"/>
                          <a:pt x="19926" y="87065"/>
                          <a:pt x="20201" y="87751"/>
                        </a:cubicBezTo>
                        <a:lnTo>
                          <a:pt x="53325" y="86380"/>
                        </a:lnTo>
                        <a:lnTo>
                          <a:pt x="53942" y="100781"/>
                        </a:lnTo>
                        <a:lnTo>
                          <a:pt x="3330" y="102838"/>
                        </a:lnTo>
                        <a:lnTo>
                          <a:pt x="2850" y="90494"/>
                        </a:lnTo>
                        <a:cubicBezTo>
                          <a:pt x="1615" y="60868"/>
                          <a:pt x="36111" y="54558"/>
                          <a:pt x="34945" y="25549"/>
                        </a:cubicBezTo>
                        <a:cubicBezTo>
                          <a:pt x="34602" y="16496"/>
                          <a:pt x="30968" y="14165"/>
                          <a:pt x="25413" y="14439"/>
                        </a:cubicBezTo>
                        <a:close/>
                      </a:path>
                    </a:pathLst>
                  </a:custGeom>
                  <a:solidFill>
                    <a:srgbClr val="231F20"/>
                  </a:solidFill>
                  <a:ln w="6858" cap="flat">
                    <a:noFill/>
                    <a:prstDash val="solid"/>
                    <a:miter/>
                  </a:ln>
                </p:spPr>
                <p:txBody>
                  <a:bodyPr rtlCol="0" anchor="ctr"/>
                  <a:lstStyle/>
                  <a:p>
                    <a:endParaRPr lang="en-US"/>
                  </a:p>
                </p:txBody>
              </p:sp>
            </p:grpSp>
            <p:grpSp>
              <p:nvGrpSpPr>
                <p:cNvPr id="115" name="Graphic 2">
                  <a:extLst>
                    <a:ext uri="{FF2B5EF4-FFF2-40B4-BE49-F238E27FC236}">
                      <a16:creationId xmlns:a16="http://schemas.microsoft.com/office/drawing/2014/main" id="{1217B379-9B89-2740-6C67-E408A90ED334}"/>
                    </a:ext>
                  </a:extLst>
                </p:cNvPr>
                <p:cNvGrpSpPr/>
                <p:nvPr/>
              </p:nvGrpSpPr>
              <p:grpSpPr>
                <a:xfrm>
                  <a:off x="12131968" y="6729702"/>
                  <a:ext cx="374073" cy="383225"/>
                  <a:chOff x="12131968" y="6729702"/>
                  <a:chExt cx="374073" cy="383225"/>
                </a:xfrm>
              </p:grpSpPr>
              <p:sp>
                <p:nvSpPr>
                  <p:cNvPr id="116" name="Freeform: Shape 115">
                    <a:extLst>
                      <a:ext uri="{FF2B5EF4-FFF2-40B4-BE49-F238E27FC236}">
                        <a16:creationId xmlns:a16="http://schemas.microsoft.com/office/drawing/2014/main" id="{107D0E64-4047-1720-E9CB-C24CF6BB3857}"/>
                      </a:ext>
                    </a:extLst>
                  </p:cNvPr>
                  <p:cNvSpPr/>
                  <p:nvPr/>
                </p:nvSpPr>
                <p:spPr>
                  <a:xfrm>
                    <a:off x="12245300" y="6760427"/>
                    <a:ext cx="260672" cy="242155"/>
                  </a:xfrm>
                  <a:custGeom>
                    <a:avLst/>
                    <a:gdLst>
                      <a:gd name="connsiteX0" fmla="*/ 0 w 260672"/>
                      <a:gd name="connsiteY0" fmla="*/ 206632 h 242155"/>
                      <a:gd name="connsiteX1" fmla="*/ 197030 w 260672"/>
                      <a:gd name="connsiteY1" fmla="*/ 18311 h 242155"/>
                      <a:gd name="connsiteX2" fmla="*/ 260673 w 260672"/>
                      <a:gd name="connsiteY2" fmla="*/ 0 h 242155"/>
                      <a:gd name="connsiteX3" fmla="*/ 231046 w 260672"/>
                      <a:gd name="connsiteY3" fmla="*/ 61036 h 242155"/>
                      <a:gd name="connsiteX4" fmla="*/ 34016 w 260672"/>
                      <a:gd name="connsiteY4" fmla="*/ 242156 h 242155"/>
                      <a:gd name="connsiteX5" fmla="*/ 69 w 260672"/>
                      <a:gd name="connsiteY5" fmla="*/ 206563 h 242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672" h="242155">
                        <a:moveTo>
                          <a:pt x="0" y="206632"/>
                        </a:moveTo>
                        <a:cubicBezTo>
                          <a:pt x="0" y="206632"/>
                          <a:pt x="171313" y="33467"/>
                          <a:pt x="197030" y="18311"/>
                        </a:cubicBezTo>
                        <a:cubicBezTo>
                          <a:pt x="222748" y="3154"/>
                          <a:pt x="260673" y="0"/>
                          <a:pt x="260673" y="0"/>
                        </a:cubicBezTo>
                        <a:cubicBezTo>
                          <a:pt x="260673" y="0"/>
                          <a:pt x="250797" y="36621"/>
                          <a:pt x="231046" y="61036"/>
                        </a:cubicBezTo>
                        <a:cubicBezTo>
                          <a:pt x="211295" y="85450"/>
                          <a:pt x="34016" y="242156"/>
                          <a:pt x="34016" y="242156"/>
                        </a:cubicBezTo>
                        <a:lnTo>
                          <a:pt x="69" y="206563"/>
                        </a:lnTo>
                        <a:close/>
                      </a:path>
                    </a:pathLst>
                  </a:custGeom>
                  <a:solidFill>
                    <a:srgbClr val="D0D2D3"/>
                  </a:solidFill>
                  <a:ln w="6858"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9A3F4943-5EC6-39C1-8CE7-708A759B7216}"/>
                      </a:ext>
                    </a:extLst>
                  </p:cNvPr>
                  <p:cNvSpPr/>
                  <p:nvPr/>
                </p:nvSpPr>
                <p:spPr>
                  <a:xfrm>
                    <a:off x="12131968" y="6942027"/>
                    <a:ext cx="174368" cy="170901"/>
                  </a:xfrm>
                  <a:custGeom>
                    <a:avLst/>
                    <a:gdLst>
                      <a:gd name="connsiteX0" fmla="*/ 130614 w 174368"/>
                      <a:gd name="connsiteY0" fmla="*/ 0 h 170901"/>
                      <a:gd name="connsiteX1" fmla="*/ 38 w 174368"/>
                      <a:gd name="connsiteY1" fmla="*/ 124404 h 170901"/>
                      <a:gd name="connsiteX2" fmla="*/ 46192 w 174368"/>
                      <a:gd name="connsiteY2" fmla="*/ 170901 h 170901"/>
                      <a:gd name="connsiteX3" fmla="*/ 174368 w 174368"/>
                      <a:gd name="connsiteY3" fmla="*/ 44234 h 170901"/>
                      <a:gd name="connsiteX4" fmla="*/ 130546 w 174368"/>
                      <a:gd name="connsiteY4" fmla="*/ 0 h 170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368" h="170901">
                        <a:moveTo>
                          <a:pt x="130614" y="0"/>
                        </a:moveTo>
                        <a:cubicBezTo>
                          <a:pt x="130614" y="0"/>
                          <a:pt x="-2568" y="115694"/>
                          <a:pt x="38" y="124404"/>
                        </a:cubicBezTo>
                        <a:cubicBezTo>
                          <a:pt x="5113" y="141343"/>
                          <a:pt x="46192" y="170901"/>
                          <a:pt x="46192" y="170901"/>
                        </a:cubicBezTo>
                        <a:lnTo>
                          <a:pt x="174368" y="44234"/>
                        </a:lnTo>
                        <a:lnTo>
                          <a:pt x="130546" y="0"/>
                        </a:lnTo>
                        <a:close/>
                      </a:path>
                    </a:pathLst>
                  </a:custGeom>
                  <a:solidFill>
                    <a:srgbClr val="303234"/>
                  </a:solidFill>
                  <a:ln w="6858"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0A62E43D-9A7B-D49C-B4CE-19CD53C90F02}"/>
                      </a:ext>
                    </a:extLst>
                  </p:cNvPr>
                  <p:cNvSpPr/>
                  <p:nvPr/>
                </p:nvSpPr>
                <p:spPr>
                  <a:xfrm>
                    <a:off x="12264428" y="6729702"/>
                    <a:ext cx="241613" cy="209512"/>
                  </a:xfrm>
                  <a:custGeom>
                    <a:avLst/>
                    <a:gdLst>
                      <a:gd name="connsiteX0" fmla="*/ 11390 w 241613"/>
                      <a:gd name="connsiteY0" fmla="*/ 209513 h 209512"/>
                      <a:gd name="connsiteX1" fmla="*/ 45406 w 241613"/>
                      <a:gd name="connsiteY1" fmla="*/ 181601 h 209512"/>
                      <a:gd name="connsiteX2" fmla="*/ 78530 w 241613"/>
                      <a:gd name="connsiteY2" fmla="*/ 150191 h 209512"/>
                      <a:gd name="connsiteX3" fmla="*/ 100338 w 241613"/>
                      <a:gd name="connsiteY3" fmla="*/ 128383 h 209512"/>
                      <a:gd name="connsiteX4" fmla="*/ 133462 w 241613"/>
                      <a:gd name="connsiteY4" fmla="*/ 100471 h 209512"/>
                      <a:gd name="connsiteX5" fmla="*/ 145670 w 241613"/>
                      <a:gd name="connsiteY5" fmla="*/ 83051 h 209512"/>
                      <a:gd name="connsiteX6" fmla="*/ 177079 w 241613"/>
                      <a:gd name="connsiteY6" fmla="*/ 59528 h 209512"/>
                      <a:gd name="connsiteX7" fmla="*/ 211095 w 241613"/>
                      <a:gd name="connsiteY7" fmla="*/ 42109 h 209512"/>
                      <a:gd name="connsiteX8" fmla="*/ 241613 w 241613"/>
                      <a:gd name="connsiteY8" fmla="*/ 30793 h 209512"/>
                      <a:gd name="connsiteX9" fmla="*/ 217199 w 241613"/>
                      <a:gd name="connsiteY9" fmla="*/ 28187 h 209512"/>
                      <a:gd name="connsiteX10" fmla="*/ 171867 w 241613"/>
                      <a:gd name="connsiteY10" fmla="*/ 36897 h 209512"/>
                      <a:gd name="connsiteX11" fmla="*/ 105619 w 241613"/>
                      <a:gd name="connsiteY11" fmla="*/ 8162 h 209512"/>
                      <a:gd name="connsiteX12" fmla="*/ 117826 w 241613"/>
                      <a:gd name="connsiteY12" fmla="*/ 59597 h 209512"/>
                      <a:gd name="connsiteX13" fmla="*/ 79490 w 241613"/>
                      <a:gd name="connsiteY13" fmla="*/ 62203 h 209512"/>
                      <a:gd name="connsiteX14" fmla="*/ 78598 w 241613"/>
                      <a:gd name="connsiteY14" fmla="*/ 97933 h 209512"/>
                      <a:gd name="connsiteX15" fmla="*/ 32376 w 241613"/>
                      <a:gd name="connsiteY15" fmla="*/ 116244 h 209512"/>
                      <a:gd name="connsiteX16" fmla="*/ 29770 w 241613"/>
                      <a:gd name="connsiteY16" fmla="*/ 158969 h 209512"/>
                      <a:gd name="connsiteX17" fmla="*/ 1857 w 241613"/>
                      <a:gd name="connsiteY17" fmla="*/ 176389 h 209512"/>
                      <a:gd name="connsiteX18" fmla="*/ 11459 w 241613"/>
                      <a:gd name="connsiteY18" fmla="*/ 209513 h 20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1613" h="209512">
                        <a:moveTo>
                          <a:pt x="11390" y="209513"/>
                        </a:moveTo>
                        <a:cubicBezTo>
                          <a:pt x="11390" y="209513"/>
                          <a:pt x="29701" y="194699"/>
                          <a:pt x="45406" y="181601"/>
                        </a:cubicBezTo>
                        <a:cubicBezTo>
                          <a:pt x="61111" y="168502"/>
                          <a:pt x="67214" y="155472"/>
                          <a:pt x="78530" y="150191"/>
                        </a:cubicBezTo>
                        <a:cubicBezTo>
                          <a:pt x="89846" y="144979"/>
                          <a:pt x="95058" y="133595"/>
                          <a:pt x="100338" y="128383"/>
                        </a:cubicBezTo>
                        <a:cubicBezTo>
                          <a:pt x="105550" y="123171"/>
                          <a:pt x="129073" y="108357"/>
                          <a:pt x="133462" y="100471"/>
                        </a:cubicBezTo>
                        <a:cubicBezTo>
                          <a:pt x="137852" y="92652"/>
                          <a:pt x="140458" y="84766"/>
                          <a:pt x="145670" y="83051"/>
                        </a:cubicBezTo>
                        <a:cubicBezTo>
                          <a:pt x="150882" y="81337"/>
                          <a:pt x="175296" y="64740"/>
                          <a:pt x="177079" y="59528"/>
                        </a:cubicBezTo>
                        <a:cubicBezTo>
                          <a:pt x="178794" y="54316"/>
                          <a:pt x="199711" y="42932"/>
                          <a:pt x="211095" y="42109"/>
                        </a:cubicBezTo>
                        <a:cubicBezTo>
                          <a:pt x="222411" y="41217"/>
                          <a:pt x="241613" y="30793"/>
                          <a:pt x="241613" y="30793"/>
                        </a:cubicBezTo>
                        <a:cubicBezTo>
                          <a:pt x="241613" y="30793"/>
                          <a:pt x="230092" y="24758"/>
                          <a:pt x="217199" y="28187"/>
                        </a:cubicBezTo>
                        <a:cubicBezTo>
                          <a:pt x="201631" y="32371"/>
                          <a:pt x="183320" y="45469"/>
                          <a:pt x="171867" y="36897"/>
                        </a:cubicBezTo>
                        <a:cubicBezTo>
                          <a:pt x="150950" y="21192"/>
                          <a:pt x="119541" y="-16527"/>
                          <a:pt x="105619" y="8162"/>
                        </a:cubicBezTo>
                        <a:cubicBezTo>
                          <a:pt x="94303" y="28187"/>
                          <a:pt x="140458" y="56099"/>
                          <a:pt x="117826" y="59597"/>
                        </a:cubicBezTo>
                        <a:cubicBezTo>
                          <a:pt x="95195" y="63094"/>
                          <a:pt x="91697" y="46498"/>
                          <a:pt x="79490" y="62203"/>
                        </a:cubicBezTo>
                        <a:cubicBezTo>
                          <a:pt x="67283" y="77908"/>
                          <a:pt x="102121" y="86617"/>
                          <a:pt x="78598" y="97933"/>
                        </a:cubicBezTo>
                        <a:cubicBezTo>
                          <a:pt x="55076" y="109249"/>
                          <a:pt x="26272" y="95327"/>
                          <a:pt x="32376" y="116244"/>
                        </a:cubicBezTo>
                        <a:cubicBezTo>
                          <a:pt x="38479" y="137161"/>
                          <a:pt x="47189" y="153757"/>
                          <a:pt x="29770" y="158969"/>
                        </a:cubicBezTo>
                        <a:cubicBezTo>
                          <a:pt x="12350" y="164181"/>
                          <a:pt x="-5961" y="165964"/>
                          <a:pt x="1857" y="176389"/>
                        </a:cubicBezTo>
                        <a:cubicBezTo>
                          <a:pt x="9676" y="186881"/>
                          <a:pt x="11459" y="209513"/>
                          <a:pt x="11459" y="209513"/>
                        </a:cubicBezTo>
                        <a:close/>
                      </a:path>
                    </a:pathLst>
                  </a:custGeom>
                  <a:solidFill>
                    <a:srgbClr val="8D3842"/>
                  </a:solidFill>
                  <a:ln w="6858"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225BD196-1C98-BDD8-D824-772DD39A3627}"/>
                      </a:ext>
                    </a:extLst>
                  </p:cNvPr>
                  <p:cNvSpPr/>
                  <p:nvPr/>
                </p:nvSpPr>
                <p:spPr>
                  <a:xfrm>
                    <a:off x="12275612" y="6760495"/>
                    <a:ext cx="230360" cy="178719"/>
                  </a:xfrm>
                  <a:custGeom>
                    <a:avLst/>
                    <a:gdLst>
                      <a:gd name="connsiteX0" fmla="*/ 230360 w 230360"/>
                      <a:gd name="connsiteY0" fmla="*/ 0 h 178719"/>
                      <a:gd name="connsiteX1" fmla="*/ 199842 w 230360"/>
                      <a:gd name="connsiteY1" fmla="*/ 11316 h 178719"/>
                      <a:gd name="connsiteX2" fmla="*/ 165826 w 230360"/>
                      <a:gd name="connsiteY2" fmla="*/ 28735 h 178719"/>
                      <a:gd name="connsiteX3" fmla="*/ 134417 w 230360"/>
                      <a:gd name="connsiteY3" fmla="*/ 52327 h 178719"/>
                      <a:gd name="connsiteX4" fmla="*/ 122278 w 230360"/>
                      <a:gd name="connsiteY4" fmla="*/ 69746 h 178719"/>
                      <a:gd name="connsiteX5" fmla="*/ 89085 w 230360"/>
                      <a:gd name="connsiteY5" fmla="*/ 97658 h 178719"/>
                      <a:gd name="connsiteX6" fmla="*/ 67345 w 230360"/>
                      <a:gd name="connsiteY6" fmla="*/ 119398 h 178719"/>
                      <a:gd name="connsiteX7" fmla="*/ 34221 w 230360"/>
                      <a:gd name="connsiteY7" fmla="*/ 150808 h 178719"/>
                      <a:gd name="connsiteX8" fmla="*/ 274 w 230360"/>
                      <a:gd name="connsiteY8" fmla="*/ 178719 h 178719"/>
                      <a:gd name="connsiteX9" fmla="*/ 0 w 230360"/>
                      <a:gd name="connsiteY9" fmla="*/ 176182 h 178719"/>
                      <a:gd name="connsiteX10" fmla="*/ 166718 w 230360"/>
                      <a:gd name="connsiteY10" fmla="*/ 18311 h 178719"/>
                      <a:gd name="connsiteX11" fmla="*/ 230360 w 230360"/>
                      <a:gd name="connsiteY11" fmla="*/ 69 h 17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0360" h="178719">
                        <a:moveTo>
                          <a:pt x="230360" y="0"/>
                        </a:moveTo>
                        <a:cubicBezTo>
                          <a:pt x="230360" y="0"/>
                          <a:pt x="211089" y="10493"/>
                          <a:pt x="199842" y="11316"/>
                        </a:cubicBezTo>
                        <a:cubicBezTo>
                          <a:pt x="188526" y="12207"/>
                          <a:pt x="167610" y="23592"/>
                          <a:pt x="165826" y="28735"/>
                        </a:cubicBezTo>
                        <a:cubicBezTo>
                          <a:pt x="164181" y="34016"/>
                          <a:pt x="139766" y="50544"/>
                          <a:pt x="134417" y="52327"/>
                        </a:cubicBezTo>
                        <a:cubicBezTo>
                          <a:pt x="129273" y="54041"/>
                          <a:pt x="126599" y="61928"/>
                          <a:pt x="122278" y="69746"/>
                        </a:cubicBezTo>
                        <a:cubicBezTo>
                          <a:pt x="117889" y="77564"/>
                          <a:pt x="94366" y="92377"/>
                          <a:pt x="89085" y="97658"/>
                        </a:cubicBezTo>
                        <a:cubicBezTo>
                          <a:pt x="83942" y="102870"/>
                          <a:pt x="78593" y="114255"/>
                          <a:pt x="67345" y="119398"/>
                        </a:cubicBezTo>
                        <a:cubicBezTo>
                          <a:pt x="56030" y="124679"/>
                          <a:pt x="49926" y="137709"/>
                          <a:pt x="34221" y="150808"/>
                        </a:cubicBezTo>
                        <a:cubicBezTo>
                          <a:pt x="18516" y="163906"/>
                          <a:pt x="274" y="178719"/>
                          <a:pt x="274" y="178719"/>
                        </a:cubicBezTo>
                        <a:cubicBezTo>
                          <a:pt x="274" y="178719"/>
                          <a:pt x="206" y="177828"/>
                          <a:pt x="0" y="176182"/>
                        </a:cubicBezTo>
                        <a:cubicBezTo>
                          <a:pt x="50406" y="125845"/>
                          <a:pt x="147927" y="29352"/>
                          <a:pt x="166718" y="18311"/>
                        </a:cubicBezTo>
                        <a:cubicBezTo>
                          <a:pt x="192367" y="3223"/>
                          <a:pt x="230360" y="69"/>
                          <a:pt x="230360" y="69"/>
                        </a:cubicBezTo>
                        <a:close/>
                      </a:path>
                    </a:pathLst>
                  </a:custGeom>
                  <a:solidFill>
                    <a:srgbClr val="C96B71"/>
                  </a:solidFill>
                  <a:ln w="6858" cap="flat">
                    <a:noFill/>
                    <a:prstDash val="solid"/>
                    <a:miter/>
                  </a:ln>
                </p:spPr>
                <p:txBody>
                  <a:bodyPr rtlCol="0" anchor="ctr"/>
                  <a:lstStyle/>
                  <a:p>
                    <a:endParaRPr lang="en-US"/>
                  </a:p>
                </p:txBody>
              </p:sp>
            </p:grpSp>
          </p:grpSp>
          <p:grpSp>
            <p:nvGrpSpPr>
              <p:cNvPr id="120" name="Graphic 2">
                <a:extLst>
                  <a:ext uri="{FF2B5EF4-FFF2-40B4-BE49-F238E27FC236}">
                    <a16:creationId xmlns:a16="http://schemas.microsoft.com/office/drawing/2014/main" id="{C694CCFA-1CCC-A14F-830E-73CAD5DFAA0B}"/>
                  </a:ext>
                </a:extLst>
              </p:cNvPr>
              <p:cNvGrpSpPr/>
              <p:nvPr/>
            </p:nvGrpSpPr>
            <p:grpSpPr>
              <a:xfrm>
                <a:off x="13190941" y="6298522"/>
                <a:ext cx="658583" cy="293693"/>
                <a:chOff x="13190941" y="6298522"/>
                <a:chExt cx="658583" cy="293693"/>
              </a:xfrm>
            </p:grpSpPr>
            <p:sp>
              <p:nvSpPr>
                <p:cNvPr id="121" name="Freeform: Shape 120">
                  <a:extLst>
                    <a:ext uri="{FF2B5EF4-FFF2-40B4-BE49-F238E27FC236}">
                      <a16:creationId xmlns:a16="http://schemas.microsoft.com/office/drawing/2014/main" id="{813AE658-2236-456E-0E3E-9210F73D130B}"/>
                    </a:ext>
                  </a:extLst>
                </p:cNvPr>
                <p:cNvSpPr/>
                <p:nvPr/>
              </p:nvSpPr>
              <p:spPr>
                <a:xfrm>
                  <a:off x="13190941" y="6298522"/>
                  <a:ext cx="658583" cy="293693"/>
                </a:xfrm>
                <a:custGeom>
                  <a:avLst/>
                  <a:gdLst>
                    <a:gd name="connsiteX0" fmla="*/ 402916 w 658583"/>
                    <a:gd name="connsiteY0" fmla="*/ 138550 h 293693"/>
                    <a:gd name="connsiteX1" fmla="*/ 558112 w 658583"/>
                    <a:gd name="connsiteY1" fmla="*/ 141157 h 293693"/>
                    <a:gd name="connsiteX2" fmla="*/ 471633 w 658583"/>
                    <a:gd name="connsiteY2" fmla="*/ 182167 h 293693"/>
                    <a:gd name="connsiteX3" fmla="*/ 608724 w 658583"/>
                    <a:gd name="connsiteY3" fmla="*/ 173458 h 293693"/>
                    <a:gd name="connsiteX4" fmla="*/ 642123 w 658583"/>
                    <a:gd name="connsiteY4" fmla="*/ 176612 h 293693"/>
                    <a:gd name="connsiteX5" fmla="*/ 658033 w 658583"/>
                    <a:gd name="connsiteY5" fmla="*/ 203359 h 293693"/>
                    <a:gd name="connsiteX6" fmla="*/ 629024 w 658583"/>
                    <a:gd name="connsiteY6" fmla="*/ 223110 h 293693"/>
                    <a:gd name="connsiteX7" fmla="*/ 492961 w 658583"/>
                    <a:gd name="connsiteY7" fmla="*/ 263435 h 293693"/>
                    <a:gd name="connsiteX8" fmla="*/ 463609 w 658583"/>
                    <a:gd name="connsiteY8" fmla="*/ 290798 h 293693"/>
                    <a:gd name="connsiteX9" fmla="*/ 399693 w 658583"/>
                    <a:gd name="connsiteY9" fmla="*/ 278591 h 293693"/>
                    <a:gd name="connsiteX10" fmla="*/ 239833 w 658583"/>
                    <a:gd name="connsiteY10" fmla="*/ 291415 h 293693"/>
                    <a:gd name="connsiteX11" fmla="*/ 207120 w 658583"/>
                    <a:gd name="connsiteY11" fmla="*/ 290044 h 293693"/>
                    <a:gd name="connsiteX12" fmla="*/ 181196 w 658583"/>
                    <a:gd name="connsiteY12" fmla="*/ 273996 h 293693"/>
                    <a:gd name="connsiteX13" fmla="*/ 22228 w 658583"/>
                    <a:gd name="connsiteY13" fmla="*/ 276876 h 293693"/>
                    <a:gd name="connsiteX14" fmla="*/ 8 w 658583"/>
                    <a:gd name="connsiteY14" fmla="*/ 246290 h 293693"/>
                    <a:gd name="connsiteX15" fmla="*/ 35052 w 658583"/>
                    <a:gd name="connsiteY15" fmla="*/ 211520 h 293693"/>
                    <a:gd name="connsiteX16" fmla="*/ 131476 w 658583"/>
                    <a:gd name="connsiteY16" fmla="*/ 189574 h 293693"/>
                    <a:gd name="connsiteX17" fmla="*/ 198685 w 658583"/>
                    <a:gd name="connsiteY17" fmla="*/ 124149 h 293693"/>
                    <a:gd name="connsiteX18" fmla="*/ 191346 w 658583"/>
                    <a:gd name="connsiteY18" fmla="*/ 70931 h 293693"/>
                    <a:gd name="connsiteX19" fmla="*/ 193267 w 658583"/>
                    <a:gd name="connsiteY19" fmla="*/ 18055 h 293693"/>
                    <a:gd name="connsiteX20" fmla="*/ 238530 w 658583"/>
                    <a:gd name="connsiteY20" fmla="*/ 5780 h 293693"/>
                    <a:gd name="connsiteX21" fmla="*/ 251834 w 658583"/>
                    <a:gd name="connsiteY21" fmla="*/ 24502 h 293693"/>
                    <a:gd name="connsiteX22" fmla="*/ 297920 w 658583"/>
                    <a:gd name="connsiteY22" fmla="*/ 29714 h 293693"/>
                    <a:gd name="connsiteX23" fmla="*/ 398595 w 658583"/>
                    <a:gd name="connsiteY23" fmla="*/ 29577 h 293693"/>
                    <a:gd name="connsiteX24" fmla="*/ 438715 w 658583"/>
                    <a:gd name="connsiteY24" fmla="*/ 62701 h 293693"/>
                    <a:gd name="connsiteX25" fmla="*/ 491041 w 658583"/>
                    <a:gd name="connsiteY25" fmla="*/ 83618 h 293693"/>
                    <a:gd name="connsiteX26" fmla="*/ 438646 w 658583"/>
                    <a:gd name="connsiteY26" fmla="*/ 116605 h 293693"/>
                    <a:gd name="connsiteX27" fmla="*/ 402984 w 658583"/>
                    <a:gd name="connsiteY27" fmla="*/ 138550 h 29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58583" h="293693">
                      <a:moveTo>
                        <a:pt x="402916" y="138550"/>
                      </a:moveTo>
                      <a:cubicBezTo>
                        <a:pt x="405522" y="159467"/>
                        <a:pt x="547071" y="113656"/>
                        <a:pt x="558112" y="141157"/>
                      </a:cubicBezTo>
                      <a:cubicBezTo>
                        <a:pt x="569085" y="168657"/>
                        <a:pt x="495567" y="163582"/>
                        <a:pt x="471633" y="182167"/>
                      </a:cubicBezTo>
                      <a:cubicBezTo>
                        <a:pt x="517307" y="179287"/>
                        <a:pt x="563050" y="176407"/>
                        <a:pt x="608724" y="173458"/>
                      </a:cubicBezTo>
                      <a:cubicBezTo>
                        <a:pt x="619972" y="172772"/>
                        <a:pt x="631767" y="172086"/>
                        <a:pt x="642123" y="176612"/>
                      </a:cubicBezTo>
                      <a:cubicBezTo>
                        <a:pt x="652478" y="181070"/>
                        <a:pt x="660845" y="192454"/>
                        <a:pt x="658033" y="203359"/>
                      </a:cubicBezTo>
                      <a:cubicBezTo>
                        <a:pt x="654947" y="215360"/>
                        <a:pt x="641094" y="220641"/>
                        <a:pt x="629024" y="223110"/>
                      </a:cubicBezTo>
                      <a:cubicBezTo>
                        <a:pt x="581772" y="232711"/>
                        <a:pt x="526840" y="229213"/>
                        <a:pt x="492961" y="263435"/>
                      </a:cubicBezTo>
                      <a:cubicBezTo>
                        <a:pt x="483497" y="273036"/>
                        <a:pt x="475954" y="285380"/>
                        <a:pt x="463609" y="290798"/>
                      </a:cubicBezTo>
                      <a:cubicBezTo>
                        <a:pt x="443172" y="299714"/>
                        <a:pt x="420815" y="285860"/>
                        <a:pt x="399693" y="278591"/>
                      </a:cubicBezTo>
                      <a:cubicBezTo>
                        <a:pt x="348532" y="261034"/>
                        <a:pt x="293394" y="283460"/>
                        <a:pt x="239833" y="291415"/>
                      </a:cubicBezTo>
                      <a:cubicBezTo>
                        <a:pt x="228928" y="293061"/>
                        <a:pt x="217475" y="294021"/>
                        <a:pt x="207120" y="290044"/>
                      </a:cubicBezTo>
                      <a:cubicBezTo>
                        <a:pt x="197587" y="286409"/>
                        <a:pt x="190112" y="278934"/>
                        <a:pt x="181196" y="273996"/>
                      </a:cubicBezTo>
                      <a:cubicBezTo>
                        <a:pt x="133739" y="247593"/>
                        <a:pt x="71331" y="300056"/>
                        <a:pt x="22228" y="276876"/>
                      </a:cubicBezTo>
                      <a:cubicBezTo>
                        <a:pt x="10158" y="271184"/>
                        <a:pt x="-335" y="259663"/>
                        <a:pt x="8" y="246290"/>
                      </a:cubicBezTo>
                      <a:cubicBezTo>
                        <a:pt x="488" y="228733"/>
                        <a:pt x="18456" y="217143"/>
                        <a:pt x="35052" y="211520"/>
                      </a:cubicBezTo>
                      <a:cubicBezTo>
                        <a:pt x="66256" y="200890"/>
                        <a:pt x="100066" y="199655"/>
                        <a:pt x="131476" y="189574"/>
                      </a:cubicBezTo>
                      <a:cubicBezTo>
                        <a:pt x="162886" y="179561"/>
                        <a:pt x="194021" y="156793"/>
                        <a:pt x="198685" y="124149"/>
                      </a:cubicBezTo>
                      <a:cubicBezTo>
                        <a:pt x="201222" y="106318"/>
                        <a:pt x="195461" y="88487"/>
                        <a:pt x="191346" y="70931"/>
                      </a:cubicBezTo>
                      <a:cubicBezTo>
                        <a:pt x="187163" y="53374"/>
                        <a:pt x="184763" y="33966"/>
                        <a:pt x="193267" y="18055"/>
                      </a:cubicBezTo>
                      <a:cubicBezTo>
                        <a:pt x="201771" y="2145"/>
                        <a:pt x="225225" y="-6428"/>
                        <a:pt x="238530" y="5780"/>
                      </a:cubicBezTo>
                      <a:cubicBezTo>
                        <a:pt x="244153" y="10992"/>
                        <a:pt x="246896" y="18673"/>
                        <a:pt x="251834" y="24502"/>
                      </a:cubicBezTo>
                      <a:cubicBezTo>
                        <a:pt x="262738" y="37326"/>
                        <a:pt x="283655" y="38561"/>
                        <a:pt x="297920" y="29714"/>
                      </a:cubicBezTo>
                      <a:cubicBezTo>
                        <a:pt x="312253" y="20799"/>
                        <a:pt x="353264" y="17370"/>
                        <a:pt x="398595" y="29577"/>
                      </a:cubicBezTo>
                      <a:cubicBezTo>
                        <a:pt x="412380" y="33280"/>
                        <a:pt x="445641" y="36572"/>
                        <a:pt x="438715" y="62701"/>
                      </a:cubicBezTo>
                      <a:cubicBezTo>
                        <a:pt x="431719" y="88830"/>
                        <a:pt x="480548" y="67913"/>
                        <a:pt x="491041" y="83618"/>
                      </a:cubicBezTo>
                      <a:cubicBezTo>
                        <a:pt x="501534" y="99323"/>
                        <a:pt x="457231" y="116811"/>
                        <a:pt x="438646" y="116605"/>
                      </a:cubicBezTo>
                      <a:cubicBezTo>
                        <a:pt x="438646" y="116605"/>
                        <a:pt x="400378" y="117634"/>
                        <a:pt x="402984" y="138550"/>
                      </a:cubicBezTo>
                      <a:close/>
                    </a:path>
                  </a:pathLst>
                </a:custGeom>
                <a:solidFill>
                  <a:srgbClr val="8D3842"/>
                </a:solidFill>
                <a:ln w="6858" cap="flat">
                  <a:noFill/>
                  <a:prstDash val="solid"/>
                  <a:miter/>
                </a:ln>
              </p:spPr>
              <p:txBody>
                <a:bodyPr rtlCol="0" anchor="ctr"/>
                <a:lstStyle/>
                <a:p>
                  <a:endParaRPr lang="en-US"/>
                </a:p>
              </p:txBody>
            </p:sp>
            <p:grpSp>
              <p:nvGrpSpPr>
                <p:cNvPr id="122" name="Graphic 2">
                  <a:extLst>
                    <a:ext uri="{FF2B5EF4-FFF2-40B4-BE49-F238E27FC236}">
                      <a16:creationId xmlns:a16="http://schemas.microsoft.com/office/drawing/2014/main" id="{4D955EDD-0742-0B71-403A-CBB53DDA5698}"/>
                    </a:ext>
                  </a:extLst>
                </p:cNvPr>
                <p:cNvGrpSpPr/>
                <p:nvPr/>
              </p:nvGrpSpPr>
              <p:grpSpPr>
                <a:xfrm>
                  <a:off x="13423847" y="6376584"/>
                  <a:ext cx="208071" cy="151424"/>
                  <a:chOff x="13423847" y="6376584"/>
                  <a:chExt cx="208071" cy="151424"/>
                </a:xfrm>
              </p:grpSpPr>
              <p:sp>
                <p:nvSpPr>
                  <p:cNvPr id="123" name="Freeform: Shape 122">
                    <a:extLst>
                      <a:ext uri="{FF2B5EF4-FFF2-40B4-BE49-F238E27FC236}">
                        <a16:creationId xmlns:a16="http://schemas.microsoft.com/office/drawing/2014/main" id="{354AA9A0-91F4-AA36-88C6-505019263F08}"/>
                      </a:ext>
                    </a:extLst>
                  </p:cNvPr>
                  <p:cNvSpPr/>
                  <p:nvPr/>
                </p:nvSpPr>
                <p:spPr>
                  <a:xfrm>
                    <a:off x="13423847" y="6381591"/>
                    <a:ext cx="69745" cy="118575"/>
                  </a:xfrm>
                  <a:custGeom>
                    <a:avLst/>
                    <a:gdLst>
                      <a:gd name="connsiteX0" fmla="*/ 43068 w 69745"/>
                      <a:gd name="connsiteY0" fmla="*/ 0 h 118575"/>
                      <a:gd name="connsiteX1" fmla="*/ 0 w 69745"/>
                      <a:gd name="connsiteY1" fmla="*/ 118575 h 118575"/>
                      <a:gd name="connsiteX2" fmla="*/ 69746 w 69745"/>
                      <a:gd name="connsiteY2" fmla="*/ 118575 h 118575"/>
                      <a:gd name="connsiteX3" fmla="*/ 43068 w 69745"/>
                      <a:gd name="connsiteY3" fmla="*/ 0 h 118575"/>
                    </a:gdLst>
                    <a:ahLst/>
                    <a:cxnLst>
                      <a:cxn ang="0">
                        <a:pos x="connsiteX0" y="connsiteY0"/>
                      </a:cxn>
                      <a:cxn ang="0">
                        <a:pos x="connsiteX1" y="connsiteY1"/>
                      </a:cxn>
                      <a:cxn ang="0">
                        <a:pos x="connsiteX2" y="connsiteY2"/>
                      </a:cxn>
                      <a:cxn ang="0">
                        <a:pos x="connsiteX3" y="connsiteY3"/>
                      </a:cxn>
                    </a:cxnLst>
                    <a:rect l="l" t="t" r="r" b="b"/>
                    <a:pathLst>
                      <a:path w="69745" h="118575">
                        <a:moveTo>
                          <a:pt x="43068" y="0"/>
                        </a:moveTo>
                        <a:lnTo>
                          <a:pt x="0" y="118575"/>
                        </a:lnTo>
                        <a:lnTo>
                          <a:pt x="69746" y="118575"/>
                        </a:lnTo>
                        <a:lnTo>
                          <a:pt x="43068" y="0"/>
                        </a:lnTo>
                        <a:close/>
                      </a:path>
                    </a:pathLst>
                  </a:custGeom>
                  <a:solidFill>
                    <a:srgbClr val="C7C34F"/>
                  </a:solidFill>
                  <a:ln w="6858"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1A4ADAD4-4B8B-7343-D84F-A29F51B0ADCD}"/>
                      </a:ext>
                    </a:extLst>
                  </p:cNvPr>
                  <p:cNvSpPr/>
                  <p:nvPr/>
                </p:nvSpPr>
                <p:spPr>
                  <a:xfrm>
                    <a:off x="13459921" y="6376584"/>
                    <a:ext cx="171998" cy="151424"/>
                  </a:xfrm>
                  <a:custGeom>
                    <a:avLst/>
                    <a:gdLst>
                      <a:gd name="connsiteX0" fmla="*/ 6995 w 171998"/>
                      <a:gd name="connsiteY0" fmla="*/ 5006 h 151424"/>
                      <a:gd name="connsiteX1" fmla="*/ 131605 w 171998"/>
                      <a:gd name="connsiteY1" fmla="*/ 0 h 151424"/>
                      <a:gd name="connsiteX2" fmla="*/ 171998 w 171998"/>
                      <a:gd name="connsiteY2" fmla="*/ 137503 h 151424"/>
                      <a:gd name="connsiteX3" fmla="*/ 0 w 171998"/>
                      <a:gd name="connsiteY3" fmla="*/ 151425 h 151424"/>
                      <a:gd name="connsiteX4" fmla="*/ 6995 w 171998"/>
                      <a:gd name="connsiteY4" fmla="*/ 5006 h 151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998" h="151424">
                        <a:moveTo>
                          <a:pt x="6995" y="5006"/>
                        </a:moveTo>
                        <a:lnTo>
                          <a:pt x="131605" y="0"/>
                        </a:lnTo>
                        <a:lnTo>
                          <a:pt x="171998" y="137503"/>
                        </a:lnTo>
                        <a:lnTo>
                          <a:pt x="0" y="151425"/>
                        </a:lnTo>
                        <a:lnTo>
                          <a:pt x="6995" y="5006"/>
                        </a:lnTo>
                        <a:close/>
                      </a:path>
                    </a:pathLst>
                  </a:custGeom>
                  <a:solidFill>
                    <a:schemeClr val="accent1"/>
                  </a:solidFill>
                  <a:ln w="6858"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FB32D8CD-1749-04B4-4E57-931AD1785C43}"/>
                      </a:ext>
                    </a:extLst>
                  </p:cNvPr>
                  <p:cNvSpPr/>
                  <p:nvPr/>
                </p:nvSpPr>
                <p:spPr>
                  <a:xfrm>
                    <a:off x="13517733" y="6404222"/>
                    <a:ext cx="31889" cy="93268"/>
                  </a:xfrm>
                  <a:custGeom>
                    <a:avLst/>
                    <a:gdLst>
                      <a:gd name="connsiteX0" fmla="*/ 0 w 31889"/>
                      <a:gd name="connsiteY0" fmla="*/ 12756 h 93268"/>
                      <a:gd name="connsiteX1" fmla="*/ 17282 w 31889"/>
                      <a:gd name="connsiteY1" fmla="*/ 411 h 93268"/>
                      <a:gd name="connsiteX2" fmla="*/ 28118 w 31889"/>
                      <a:gd name="connsiteY2" fmla="*/ 0 h 93268"/>
                      <a:gd name="connsiteX3" fmla="*/ 31889 w 31889"/>
                      <a:gd name="connsiteY3" fmla="*/ 92583 h 93268"/>
                      <a:gd name="connsiteX4" fmla="*/ 15773 w 31889"/>
                      <a:gd name="connsiteY4" fmla="*/ 93269 h 93268"/>
                      <a:gd name="connsiteX5" fmla="*/ 12893 w 31889"/>
                      <a:gd name="connsiteY5" fmla="*/ 22631 h 93268"/>
                      <a:gd name="connsiteX6" fmla="*/ 411 w 31889"/>
                      <a:gd name="connsiteY6" fmla="*/ 23111 h 93268"/>
                      <a:gd name="connsiteX7" fmla="*/ 0 w 31889"/>
                      <a:gd name="connsiteY7" fmla="*/ 12824 h 9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89" h="93268">
                        <a:moveTo>
                          <a:pt x="0" y="12756"/>
                        </a:moveTo>
                        <a:cubicBezTo>
                          <a:pt x="12482" y="12276"/>
                          <a:pt x="15019" y="6721"/>
                          <a:pt x="17282" y="411"/>
                        </a:cubicBezTo>
                        <a:lnTo>
                          <a:pt x="28118" y="0"/>
                        </a:lnTo>
                        <a:lnTo>
                          <a:pt x="31889" y="92583"/>
                        </a:lnTo>
                        <a:lnTo>
                          <a:pt x="15773" y="93269"/>
                        </a:lnTo>
                        <a:lnTo>
                          <a:pt x="12893" y="22631"/>
                        </a:lnTo>
                        <a:lnTo>
                          <a:pt x="411" y="23111"/>
                        </a:lnTo>
                        <a:lnTo>
                          <a:pt x="0" y="12824"/>
                        </a:lnTo>
                        <a:close/>
                      </a:path>
                    </a:pathLst>
                  </a:custGeom>
                  <a:solidFill>
                    <a:srgbClr val="231F20"/>
                  </a:solidFill>
                  <a:ln w="6858" cap="flat">
                    <a:noFill/>
                    <a:prstDash val="solid"/>
                    <a:miter/>
                  </a:ln>
                </p:spPr>
                <p:txBody>
                  <a:bodyPr rtlCol="0" anchor="ctr"/>
                  <a:lstStyle/>
                  <a:p>
                    <a:endParaRPr lang="en-US"/>
                  </a:p>
                </p:txBody>
              </p:sp>
            </p:grpSp>
          </p:grpSp>
        </p:grpSp>
        <p:grpSp>
          <p:nvGrpSpPr>
            <p:cNvPr id="126" name="Graphic 2">
              <a:extLst>
                <a:ext uri="{FF2B5EF4-FFF2-40B4-BE49-F238E27FC236}">
                  <a16:creationId xmlns:a16="http://schemas.microsoft.com/office/drawing/2014/main" id="{47960DDD-24E8-5B0A-9D1A-DB657581940B}"/>
                </a:ext>
              </a:extLst>
            </p:cNvPr>
            <p:cNvGrpSpPr/>
            <p:nvPr/>
          </p:nvGrpSpPr>
          <p:grpSpPr>
            <a:xfrm>
              <a:off x="10749800" y="3316567"/>
              <a:ext cx="1160719" cy="2557195"/>
              <a:chOff x="12457845" y="2732032"/>
              <a:chExt cx="1517223" cy="3342617"/>
            </a:xfrm>
          </p:grpSpPr>
          <p:sp>
            <p:nvSpPr>
              <p:cNvPr id="127" name="Freeform: Shape 126">
                <a:extLst>
                  <a:ext uri="{FF2B5EF4-FFF2-40B4-BE49-F238E27FC236}">
                    <a16:creationId xmlns:a16="http://schemas.microsoft.com/office/drawing/2014/main" id="{B422FEB4-265F-0C50-81DA-97F4C0A25511}"/>
                  </a:ext>
                </a:extLst>
              </p:cNvPr>
              <p:cNvSpPr/>
              <p:nvPr/>
            </p:nvSpPr>
            <p:spPr>
              <a:xfrm>
                <a:off x="12635177" y="3388005"/>
                <a:ext cx="402838" cy="367305"/>
              </a:xfrm>
              <a:custGeom>
                <a:avLst/>
                <a:gdLst>
                  <a:gd name="connsiteX0" fmla="*/ 402770 w 402838"/>
                  <a:gd name="connsiteY0" fmla="*/ 220759 h 367305"/>
                  <a:gd name="connsiteX1" fmla="*/ 264239 w 402838"/>
                  <a:gd name="connsiteY1" fmla="*/ 364160 h 367305"/>
                  <a:gd name="connsiteX2" fmla="*/ 130508 w 402838"/>
                  <a:gd name="connsiteY2" fmla="*/ 312588 h 367305"/>
                  <a:gd name="connsiteX3" fmla="*/ 0 w 402838"/>
                  <a:gd name="connsiteY3" fmla="*/ 78936 h 367305"/>
                  <a:gd name="connsiteX4" fmla="*/ 153071 w 402838"/>
                  <a:gd name="connsiteY4" fmla="*/ 0 h 367305"/>
                  <a:gd name="connsiteX5" fmla="*/ 402839 w 402838"/>
                  <a:gd name="connsiteY5" fmla="*/ 220759 h 367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2838" h="367305">
                    <a:moveTo>
                      <a:pt x="402770" y="220759"/>
                    </a:moveTo>
                    <a:cubicBezTo>
                      <a:pt x="401193" y="230429"/>
                      <a:pt x="306073" y="349689"/>
                      <a:pt x="264239" y="364160"/>
                    </a:cubicBezTo>
                    <a:cubicBezTo>
                      <a:pt x="222336" y="378630"/>
                      <a:pt x="151425" y="340020"/>
                      <a:pt x="130508" y="312588"/>
                    </a:cubicBezTo>
                    <a:cubicBezTo>
                      <a:pt x="109591" y="285156"/>
                      <a:pt x="0" y="95052"/>
                      <a:pt x="0" y="78936"/>
                    </a:cubicBezTo>
                    <a:cubicBezTo>
                      <a:pt x="0" y="62819"/>
                      <a:pt x="148201" y="0"/>
                      <a:pt x="153071" y="0"/>
                    </a:cubicBezTo>
                    <a:cubicBezTo>
                      <a:pt x="157940" y="0"/>
                      <a:pt x="402839" y="220759"/>
                      <a:pt x="402839" y="220759"/>
                    </a:cubicBezTo>
                    <a:close/>
                  </a:path>
                </a:pathLst>
              </a:custGeom>
              <a:solidFill>
                <a:srgbClr val="BCD6DE"/>
              </a:solidFill>
              <a:ln w="6858"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9A3EC3A9-7DD5-C8EF-63C5-83A3EFEB4CCD}"/>
                  </a:ext>
                </a:extLst>
              </p:cNvPr>
              <p:cNvSpPr/>
              <p:nvPr/>
            </p:nvSpPr>
            <p:spPr>
              <a:xfrm>
                <a:off x="12904011" y="3538264"/>
                <a:ext cx="29796" cy="131467"/>
              </a:xfrm>
              <a:custGeom>
                <a:avLst/>
                <a:gdLst>
                  <a:gd name="connsiteX0" fmla="*/ 0 w 29796"/>
                  <a:gd name="connsiteY0" fmla="*/ 0 h 131467"/>
                  <a:gd name="connsiteX1" fmla="*/ 29695 w 29796"/>
                  <a:gd name="connsiteY1" fmla="*/ 131468 h 131467"/>
                  <a:gd name="connsiteX2" fmla="*/ 0 w 29796"/>
                  <a:gd name="connsiteY2" fmla="*/ 0 h 131467"/>
                </a:gdLst>
                <a:ahLst/>
                <a:cxnLst>
                  <a:cxn ang="0">
                    <a:pos x="connsiteX0" y="connsiteY0"/>
                  </a:cxn>
                  <a:cxn ang="0">
                    <a:pos x="connsiteX1" y="connsiteY1"/>
                  </a:cxn>
                  <a:cxn ang="0">
                    <a:pos x="connsiteX2" y="connsiteY2"/>
                  </a:cxn>
                </a:cxnLst>
                <a:rect l="l" t="t" r="r" b="b"/>
                <a:pathLst>
                  <a:path w="29796" h="131467">
                    <a:moveTo>
                      <a:pt x="0" y="0"/>
                    </a:moveTo>
                    <a:cubicBezTo>
                      <a:pt x="0" y="0"/>
                      <a:pt x="24003" y="96012"/>
                      <a:pt x="29695" y="131468"/>
                    </a:cubicBezTo>
                    <a:cubicBezTo>
                      <a:pt x="29695" y="131468"/>
                      <a:pt x="33124" y="59459"/>
                      <a:pt x="0" y="0"/>
                    </a:cubicBezTo>
                    <a:close/>
                  </a:path>
                </a:pathLst>
              </a:custGeom>
              <a:solidFill>
                <a:srgbClr val="D0D2D3"/>
              </a:solidFill>
              <a:ln w="6858"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2AF31AAC-6AF2-0BEB-FF58-D6F582ED0BA4}"/>
                  </a:ext>
                </a:extLst>
              </p:cNvPr>
              <p:cNvSpPr/>
              <p:nvPr/>
            </p:nvSpPr>
            <p:spPr>
              <a:xfrm>
                <a:off x="12897196" y="3529143"/>
                <a:ext cx="15777" cy="184823"/>
              </a:xfrm>
              <a:custGeom>
                <a:avLst/>
                <a:gdLst>
                  <a:gd name="connsiteX0" fmla="*/ 1122 w 15777"/>
                  <a:gd name="connsiteY0" fmla="*/ 0 h 184823"/>
                  <a:gd name="connsiteX1" fmla="*/ 8803 w 15777"/>
                  <a:gd name="connsiteY1" fmla="*/ 184823 h 184823"/>
                  <a:gd name="connsiteX2" fmla="*/ 1122 w 15777"/>
                  <a:gd name="connsiteY2" fmla="*/ 0 h 184823"/>
                </a:gdLst>
                <a:ahLst/>
                <a:cxnLst>
                  <a:cxn ang="0">
                    <a:pos x="connsiteX0" y="connsiteY0"/>
                  </a:cxn>
                  <a:cxn ang="0">
                    <a:pos x="connsiteX1" y="connsiteY1"/>
                  </a:cxn>
                  <a:cxn ang="0">
                    <a:pos x="connsiteX2" y="connsiteY2"/>
                  </a:cxn>
                </a:cxnLst>
                <a:rect l="l" t="t" r="r" b="b"/>
                <a:pathLst>
                  <a:path w="15777" h="184823">
                    <a:moveTo>
                      <a:pt x="1122" y="0"/>
                    </a:moveTo>
                    <a:cubicBezTo>
                      <a:pt x="1122" y="0"/>
                      <a:pt x="28143" y="142921"/>
                      <a:pt x="8803" y="184823"/>
                    </a:cubicBezTo>
                    <a:cubicBezTo>
                      <a:pt x="8803" y="184823"/>
                      <a:pt x="-3747" y="19340"/>
                      <a:pt x="1122" y="0"/>
                    </a:cubicBezTo>
                    <a:close/>
                  </a:path>
                </a:pathLst>
              </a:custGeom>
              <a:solidFill>
                <a:srgbClr val="D0D2D3"/>
              </a:solidFill>
              <a:ln w="6858"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19401D23-8F43-3E7E-6A61-5CDA39AB53B7}"/>
                  </a:ext>
                </a:extLst>
              </p:cNvPr>
              <p:cNvSpPr/>
              <p:nvPr/>
            </p:nvSpPr>
            <p:spPr>
              <a:xfrm>
                <a:off x="13004598" y="5676972"/>
                <a:ext cx="970470" cy="397677"/>
              </a:xfrm>
              <a:custGeom>
                <a:avLst/>
                <a:gdLst>
                  <a:gd name="connsiteX0" fmla="*/ 6877 w 970470"/>
                  <a:gd name="connsiteY0" fmla="*/ 174702 h 397677"/>
                  <a:gd name="connsiteX1" fmla="*/ 198901 w 970470"/>
                  <a:gd name="connsiteY1" fmla="*/ 284430 h 397677"/>
                  <a:gd name="connsiteX2" fmla="*/ 425216 w 970470"/>
                  <a:gd name="connsiteY2" fmla="*/ 359868 h 397677"/>
                  <a:gd name="connsiteX3" fmla="*/ 768116 w 970470"/>
                  <a:gd name="connsiteY3" fmla="*/ 349581 h 397677"/>
                  <a:gd name="connsiteX4" fmla="*/ 908705 w 970470"/>
                  <a:gd name="connsiteY4" fmla="*/ 208992 h 397677"/>
                  <a:gd name="connsiteX5" fmla="*/ 953282 w 970470"/>
                  <a:gd name="connsiteY5" fmla="*/ 58116 h 397677"/>
                  <a:gd name="connsiteX6" fmla="*/ 432074 w 970470"/>
                  <a:gd name="connsiteY6" fmla="*/ 106122 h 397677"/>
                  <a:gd name="connsiteX7" fmla="*/ 6877 w 970470"/>
                  <a:gd name="connsiteY7" fmla="*/ 174702 h 39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0470" h="397677">
                    <a:moveTo>
                      <a:pt x="6877" y="174702"/>
                    </a:moveTo>
                    <a:cubicBezTo>
                      <a:pt x="-27001" y="161123"/>
                      <a:pt x="68599" y="339294"/>
                      <a:pt x="198901" y="284430"/>
                    </a:cubicBezTo>
                    <a:cubicBezTo>
                      <a:pt x="329204" y="229566"/>
                      <a:pt x="445790" y="270714"/>
                      <a:pt x="425216" y="359868"/>
                    </a:cubicBezTo>
                    <a:cubicBezTo>
                      <a:pt x="411362" y="419806"/>
                      <a:pt x="671075" y="402524"/>
                      <a:pt x="768116" y="349581"/>
                    </a:cubicBezTo>
                    <a:cubicBezTo>
                      <a:pt x="820716" y="320846"/>
                      <a:pt x="867145" y="251991"/>
                      <a:pt x="908705" y="208992"/>
                    </a:cubicBezTo>
                    <a:cubicBezTo>
                      <a:pt x="956505" y="159545"/>
                      <a:pt x="993607" y="133348"/>
                      <a:pt x="953282" y="58116"/>
                    </a:cubicBezTo>
                    <a:cubicBezTo>
                      <a:pt x="877844" y="-82473"/>
                      <a:pt x="637814" y="71832"/>
                      <a:pt x="432074" y="106122"/>
                    </a:cubicBezTo>
                    <a:cubicBezTo>
                      <a:pt x="226334" y="140412"/>
                      <a:pt x="6877" y="174702"/>
                      <a:pt x="6877" y="174702"/>
                    </a:cubicBezTo>
                    <a:close/>
                  </a:path>
                </a:pathLst>
              </a:custGeom>
              <a:solidFill>
                <a:schemeClr val="tx1">
                  <a:lumMod val="95000"/>
                  <a:lumOff val="5000"/>
                </a:schemeClr>
              </a:solidFill>
              <a:ln w="6858"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5C1F768B-51AA-531C-764D-90D59246BC6A}"/>
                  </a:ext>
                </a:extLst>
              </p:cNvPr>
              <p:cNvSpPr/>
              <p:nvPr/>
            </p:nvSpPr>
            <p:spPr>
              <a:xfrm>
                <a:off x="12972624" y="5583758"/>
                <a:ext cx="495793" cy="292790"/>
              </a:xfrm>
              <a:custGeom>
                <a:avLst/>
                <a:gdLst>
                  <a:gd name="connsiteX0" fmla="*/ 284026 w 495793"/>
                  <a:gd name="connsiteY0" fmla="*/ 4156 h 292790"/>
                  <a:gd name="connsiteX1" fmla="*/ 216680 w 495793"/>
                  <a:gd name="connsiteY1" fmla="*/ 129246 h 292790"/>
                  <a:gd name="connsiteX2" fmla="*/ 4973 w 495793"/>
                  <a:gd name="connsiteY2" fmla="*/ 254336 h 292790"/>
                  <a:gd name="connsiteX3" fmla="*/ 351371 w 495793"/>
                  <a:gd name="connsiteY3" fmla="*/ 270384 h 292790"/>
                  <a:gd name="connsiteX4" fmla="*/ 492509 w 495793"/>
                  <a:gd name="connsiteY4" fmla="*/ 235133 h 292790"/>
                  <a:gd name="connsiteX5" fmla="*/ 476461 w 495793"/>
                  <a:gd name="connsiteY5" fmla="*/ 23427 h 292790"/>
                  <a:gd name="connsiteX6" fmla="*/ 284026 w 495793"/>
                  <a:gd name="connsiteY6" fmla="*/ 4156 h 29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793" h="292790">
                    <a:moveTo>
                      <a:pt x="284026" y="4156"/>
                    </a:moveTo>
                    <a:cubicBezTo>
                      <a:pt x="275453" y="8477"/>
                      <a:pt x="271201" y="106820"/>
                      <a:pt x="216680" y="129246"/>
                    </a:cubicBezTo>
                    <a:cubicBezTo>
                      <a:pt x="162159" y="151672"/>
                      <a:pt x="-33500" y="170943"/>
                      <a:pt x="4973" y="254336"/>
                    </a:cubicBezTo>
                    <a:cubicBezTo>
                      <a:pt x="43447" y="337729"/>
                      <a:pt x="258377" y="257559"/>
                      <a:pt x="351371" y="270384"/>
                    </a:cubicBezTo>
                    <a:cubicBezTo>
                      <a:pt x="444366" y="283208"/>
                      <a:pt x="479685" y="267160"/>
                      <a:pt x="492509" y="235133"/>
                    </a:cubicBezTo>
                    <a:cubicBezTo>
                      <a:pt x="505333" y="203107"/>
                      <a:pt x="476461" y="23427"/>
                      <a:pt x="476461" y="23427"/>
                    </a:cubicBezTo>
                    <a:cubicBezTo>
                      <a:pt x="476461" y="23427"/>
                      <a:pt x="316121" y="-11823"/>
                      <a:pt x="284026" y="4156"/>
                    </a:cubicBezTo>
                    <a:close/>
                  </a:path>
                </a:pathLst>
              </a:custGeom>
              <a:solidFill>
                <a:srgbClr val="499157"/>
              </a:solidFill>
              <a:ln w="6858"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6ED3E87D-3390-406B-1DF5-A706058BED73}"/>
                  </a:ext>
                </a:extLst>
              </p:cNvPr>
              <p:cNvSpPr/>
              <p:nvPr/>
            </p:nvSpPr>
            <p:spPr>
              <a:xfrm>
                <a:off x="12972624" y="5583727"/>
                <a:ext cx="477078" cy="255807"/>
              </a:xfrm>
              <a:custGeom>
                <a:avLst/>
                <a:gdLst>
                  <a:gd name="connsiteX0" fmla="*/ 477079 w 477078"/>
                  <a:gd name="connsiteY0" fmla="*/ 26956 h 255807"/>
                  <a:gd name="connsiteX1" fmla="*/ 295821 w 477078"/>
                  <a:gd name="connsiteY1" fmla="*/ 10565 h 255807"/>
                  <a:gd name="connsiteX2" fmla="*/ 226761 w 477078"/>
                  <a:gd name="connsiteY2" fmla="*/ 138810 h 255807"/>
                  <a:gd name="connsiteX3" fmla="*/ 5728 w 477078"/>
                  <a:gd name="connsiteY3" fmla="*/ 255808 h 255807"/>
                  <a:gd name="connsiteX4" fmla="*/ 4973 w 477078"/>
                  <a:gd name="connsiteY4" fmla="*/ 254367 h 255807"/>
                  <a:gd name="connsiteX5" fmla="*/ 216680 w 477078"/>
                  <a:gd name="connsiteY5" fmla="*/ 129278 h 255807"/>
                  <a:gd name="connsiteX6" fmla="*/ 284026 w 477078"/>
                  <a:gd name="connsiteY6" fmla="*/ 4187 h 255807"/>
                  <a:gd name="connsiteX7" fmla="*/ 476530 w 477078"/>
                  <a:gd name="connsiteY7" fmla="*/ 23390 h 255807"/>
                  <a:gd name="connsiteX8" fmla="*/ 477079 w 477078"/>
                  <a:gd name="connsiteY8" fmla="*/ 26956 h 255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7078" h="255807">
                    <a:moveTo>
                      <a:pt x="477079" y="26956"/>
                    </a:moveTo>
                    <a:cubicBezTo>
                      <a:pt x="434902" y="18384"/>
                      <a:pt x="322430" y="-2739"/>
                      <a:pt x="295821" y="10565"/>
                    </a:cubicBezTo>
                    <a:cubicBezTo>
                      <a:pt x="286974" y="14955"/>
                      <a:pt x="282654" y="115767"/>
                      <a:pt x="226761" y="138810"/>
                    </a:cubicBezTo>
                    <a:cubicBezTo>
                      <a:pt x="173406" y="160824"/>
                      <a:pt x="-11897" y="179821"/>
                      <a:pt x="5728" y="255808"/>
                    </a:cubicBezTo>
                    <a:cubicBezTo>
                      <a:pt x="5454" y="255327"/>
                      <a:pt x="5179" y="254847"/>
                      <a:pt x="4973" y="254367"/>
                    </a:cubicBezTo>
                    <a:cubicBezTo>
                      <a:pt x="-33500" y="170974"/>
                      <a:pt x="162159" y="151703"/>
                      <a:pt x="216680" y="129278"/>
                    </a:cubicBezTo>
                    <a:cubicBezTo>
                      <a:pt x="271201" y="106783"/>
                      <a:pt x="275453" y="8439"/>
                      <a:pt x="284026" y="4187"/>
                    </a:cubicBezTo>
                    <a:cubicBezTo>
                      <a:pt x="316121" y="-11860"/>
                      <a:pt x="476530" y="23390"/>
                      <a:pt x="476530" y="23390"/>
                    </a:cubicBezTo>
                    <a:cubicBezTo>
                      <a:pt x="476530" y="23390"/>
                      <a:pt x="476735" y="24624"/>
                      <a:pt x="477079" y="26956"/>
                    </a:cubicBezTo>
                    <a:close/>
                  </a:path>
                </a:pathLst>
              </a:custGeom>
              <a:solidFill>
                <a:srgbClr val="49B462"/>
              </a:solidFill>
              <a:ln w="6858"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1B04613C-6960-94CA-0CC7-2E7C44D64A78}"/>
                  </a:ext>
                </a:extLst>
              </p:cNvPr>
              <p:cNvSpPr/>
              <p:nvPr/>
            </p:nvSpPr>
            <p:spPr>
              <a:xfrm>
                <a:off x="13152039" y="3819916"/>
                <a:ext cx="399765" cy="1846447"/>
              </a:xfrm>
              <a:custGeom>
                <a:avLst/>
                <a:gdLst>
                  <a:gd name="connsiteX0" fmla="*/ 394567 w 399765"/>
                  <a:gd name="connsiteY0" fmla="*/ 81137 h 1846447"/>
                  <a:gd name="connsiteX1" fmla="*/ 372827 w 399765"/>
                  <a:gd name="connsiteY1" fmla="*/ 783327 h 1846447"/>
                  <a:gd name="connsiteX2" fmla="*/ 394429 w 399765"/>
                  <a:gd name="connsiteY2" fmla="*/ 1003126 h 1846447"/>
                  <a:gd name="connsiteX3" fmla="*/ 366106 w 399765"/>
                  <a:gd name="connsiteY3" fmla="*/ 1537433 h 1846447"/>
                  <a:gd name="connsiteX4" fmla="*/ 364117 w 399765"/>
                  <a:gd name="connsiteY4" fmla="*/ 1775886 h 1846447"/>
                  <a:gd name="connsiteX5" fmla="*/ 194999 w 399765"/>
                  <a:gd name="connsiteY5" fmla="*/ 1846317 h 1846447"/>
                  <a:gd name="connsiteX6" fmla="*/ 83007 w 399765"/>
                  <a:gd name="connsiteY6" fmla="*/ 1808393 h 1846447"/>
                  <a:gd name="connsiteX7" fmla="*/ 46797 w 399765"/>
                  <a:gd name="connsiteY7" fmla="*/ 1694824 h 1846447"/>
                  <a:gd name="connsiteX8" fmla="*/ 38568 w 399765"/>
                  <a:gd name="connsiteY8" fmla="*/ 1481883 h 1846447"/>
                  <a:gd name="connsiteX9" fmla="*/ 52489 w 399765"/>
                  <a:gd name="connsiteY9" fmla="*/ 992291 h 1846447"/>
                  <a:gd name="connsiteX10" fmla="*/ 16965 w 399765"/>
                  <a:gd name="connsiteY10" fmla="*/ 553173 h 1846447"/>
                  <a:gd name="connsiteX11" fmla="*/ 40145 w 399765"/>
                  <a:gd name="connsiteY11" fmla="*/ 83057 h 1846447"/>
                  <a:gd name="connsiteX12" fmla="*/ 394772 w 399765"/>
                  <a:gd name="connsiteY12" fmla="*/ 81137 h 1846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9765" h="1846447">
                    <a:moveTo>
                      <a:pt x="394567" y="81137"/>
                    </a:moveTo>
                    <a:cubicBezTo>
                      <a:pt x="414317" y="92521"/>
                      <a:pt x="371318" y="715365"/>
                      <a:pt x="372827" y="783327"/>
                    </a:cubicBezTo>
                    <a:cubicBezTo>
                      <a:pt x="373855" y="828247"/>
                      <a:pt x="379273" y="957658"/>
                      <a:pt x="394429" y="1003126"/>
                    </a:cubicBezTo>
                    <a:cubicBezTo>
                      <a:pt x="409585" y="1048595"/>
                      <a:pt x="381056" y="1441078"/>
                      <a:pt x="366106" y="1537433"/>
                    </a:cubicBezTo>
                    <a:cubicBezTo>
                      <a:pt x="351087" y="1633788"/>
                      <a:pt x="345806" y="1730349"/>
                      <a:pt x="364117" y="1775886"/>
                    </a:cubicBezTo>
                    <a:cubicBezTo>
                      <a:pt x="382428" y="1821423"/>
                      <a:pt x="230455" y="1843848"/>
                      <a:pt x="194999" y="1846317"/>
                    </a:cubicBezTo>
                    <a:cubicBezTo>
                      <a:pt x="159543" y="1848786"/>
                      <a:pt x="111880" y="1815525"/>
                      <a:pt x="83007" y="1808393"/>
                    </a:cubicBezTo>
                    <a:cubicBezTo>
                      <a:pt x="54135" y="1801329"/>
                      <a:pt x="13879" y="1726302"/>
                      <a:pt x="46797" y="1694824"/>
                    </a:cubicBezTo>
                    <a:cubicBezTo>
                      <a:pt x="79716" y="1663346"/>
                      <a:pt x="27938" y="1523580"/>
                      <a:pt x="38568" y="1481883"/>
                    </a:cubicBezTo>
                    <a:cubicBezTo>
                      <a:pt x="49129" y="1440187"/>
                      <a:pt x="47209" y="1085628"/>
                      <a:pt x="52489" y="992291"/>
                    </a:cubicBezTo>
                    <a:cubicBezTo>
                      <a:pt x="57770" y="898953"/>
                      <a:pt x="23137" y="711250"/>
                      <a:pt x="16965" y="553173"/>
                    </a:cubicBezTo>
                    <a:cubicBezTo>
                      <a:pt x="10724" y="395096"/>
                      <a:pt x="-28915" y="146013"/>
                      <a:pt x="40145" y="83057"/>
                    </a:cubicBezTo>
                    <a:cubicBezTo>
                      <a:pt x="109205" y="20100"/>
                      <a:pt x="140066" y="-66242"/>
                      <a:pt x="394772" y="81137"/>
                    </a:cubicBezTo>
                    <a:close/>
                  </a:path>
                </a:pathLst>
              </a:custGeom>
              <a:solidFill>
                <a:srgbClr val="C8E3EC"/>
              </a:solidFill>
              <a:ln w="6858"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D54C84C3-B742-6A4D-D91C-0B753D0FBB41}"/>
                  </a:ext>
                </a:extLst>
              </p:cNvPr>
              <p:cNvSpPr/>
              <p:nvPr/>
            </p:nvSpPr>
            <p:spPr>
              <a:xfrm>
                <a:off x="13440334" y="4306857"/>
                <a:ext cx="110375" cy="1320011"/>
              </a:xfrm>
              <a:custGeom>
                <a:avLst/>
                <a:gdLst>
                  <a:gd name="connsiteX0" fmla="*/ 77742 w 110375"/>
                  <a:gd name="connsiteY0" fmla="*/ 1050423 h 1320011"/>
                  <a:gd name="connsiteX1" fmla="*/ 71913 w 110375"/>
                  <a:gd name="connsiteY1" fmla="*/ 1277355 h 1320011"/>
                  <a:gd name="connsiteX2" fmla="*/ 68141 w 110375"/>
                  <a:gd name="connsiteY2" fmla="*/ 1313839 h 1320011"/>
                  <a:gd name="connsiteX3" fmla="*/ 60255 w 110375"/>
                  <a:gd name="connsiteY3" fmla="*/ 1320011 h 1320011"/>
                  <a:gd name="connsiteX4" fmla="*/ 42081 w 110375"/>
                  <a:gd name="connsiteY4" fmla="*/ 474969 h 1320011"/>
                  <a:gd name="connsiteX5" fmla="*/ 933 w 110375"/>
                  <a:gd name="connsiteY5" fmla="*/ 6361 h 1320011"/>
                  <a:gd name="connsiteX6" fmla="*/ 26993 w 110375"/>
                  <a:gd name="connsiteY6" fmla="*/ 3413 h 1320011"/>
                  <a:gd name="connsiteX7" fmla="*/ 86658 w 110375"/>
                  <a:gd name="connsiteY7" fmla="*/ 225680 h 1320011"/>
                  <a:gd name="connsiteX8" fmla="*/ 84463 w 110375"/>
                  <a:gd name="connsiteY8" fmla="*/ 296318 h 1320011"/>
                  <a:gd name="connsiteX9" fmla="*/ 106066 w 110375"/>
                  <a:gd name="connsiteY9" fmla="*/ 516117 h 1320011"/>
                  <a:gd name="connsiteX10" fmla="*/ 77742 w 110375"/>
                  <a:gd name="connsiteY10" fmla="*/ 1050423 h 1320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0375" h="1320011">
                    <a:moveTo>
                      <a:pt x="77742" y="1050423"/>
                    </a:moveTo>
                    <a:cubicBezTo>
                      <a:pt x="63889" y="1139303"/>
                      <a:pt x="58266" y="1228389"/>
                      <a:pt x="71913" y="1277355"/>
                    </a:cubicBezTo>
                    <a:cubicBezTo>
                      <a:pt x="70542" y="1290591"/>
                      <a:pt x="69307" y="1302798"/>
                      <a:pt x="68141" y="1313839"/>
                    </a:cubicBezTo>
                    <a:cubicBezTo>
                      <a:pt x="65878" y="1315965"/>
                      <a:pt x="63203" y="1318023"/>
                      <a:pt x="60255" y="1320011"/>
                    </a:cubicBezTo>
                    <a:cubicBezTo>
                      <a:pt x="59980" y="1154734"/>
                      <a:pt x="57580" y="713764"/>
                      <a:pt x="42081" y="474969"/>
                    </a:cubicBezTo>
                    <a:cubicBezTo>
                      <a:pt x="30217" y="292889"/>
                      <a:pt x="-6268" y="89343"/>
                      <a:pt x="933" y="6361"/>
                    </a:cubicBezTo>
                    <a:cubicBezTo>
                      <a:pt x="2373" y="-10578"/>
                      <a:pt x="23153" y="12739"/>
                      <a:pt x="26993" y="3413"/>
                    </a:cubicBezTo>
                    <a:cubicBezTo>
                      <a:pt x="28228" y="3413"/>
                      <a:pt x="60735" y="96270"/>
                      <a:pt x="86658" y="225680"/>
                    </a:cubicBezTo>
                    <a:cubicBezTo>
                      <a:pt x="85149" y="260313"/>
                      <a:pt x="84189" y="285413"/>
                      <a:pt x="84463" y="296318"/>
                    </a:cubicBezTo>
                    <a:cubicBezTo>
                      <a:pt x="85492" y="341238"/>
                      <a:pt x="90910" y="470648"/>
                      <a:pt x="106066" y="516117"/>
                    </a:cubicBezTo>
                    <a:cubicBezTo>
                      <a:pt x="121222" y="561585"/>
                      <a:pt x="92693" y="954069"/>
                      <a:pt x="77742" y="1050423"/>
                    </a:cubicBezTo>
                    <a:close/>
                  </a:path>
                </a:pathLst>
              </a:custGeom>
              <a:solidFill>
                <a:schemeClr val="tx1">
                  <a:alpha val="17000"/>
                </a:schemeClr>
              </a:solidFill>
              <a:ln w="6858"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5277702F-F9E0-DF6B-D4E9-BA5BC4BA6AE3}"/>
                  </a:ext>
                </a:extLst>
              </p:cNvPr>
              <p:cNvSpPr/>
              <p:nvPr/>
            </p:nvSpPr>
            <p:spPr>
              <a:xfrm>
                <a:off x="13151863" y="3901532"/>
                <a:ext cx="194215" cy="1764718"/>
              </a:xfrm>
              <a:custGeom>
                <a:avLst/>
                <a:gdLst>
                  <a:gd name="connsiteX0" fmla="*/ 194215 w 194215"/>
                  <a:gd name="connsiteY0" fmla="*/ 1764632 h 1764718"/>
                  <a:gd name="connsiteX1" fmla="*/ 83047 w 194215"/>
                  <a:gd name="connsiteY1" fmla="*/ 1726776 h 1764718"/>
                  <a:gd name="connsiteX2" fmla="*/ 46905 w 194215"/>
                  <a:gd name="connsiteY2" fmla="*/ 1613139 h 1764718"/>
                  <a:gd name="connsiteX3" fmla="*/ 38607 w 194215"/>
                  <a:gd name="connsiteY3" fmla="*/ 1400266 h 1764718"/>
                  <a:gd name="connsiteX4" fmla="*/ 52529 w 194215"/>
                  <a:gd name="connsiteY4" fmla="*/ 910605 h 1764718"/>
                  <a:gd name="connsiteX5" fmla="*/ 17004 w 194215"/>
                  <a:gd name="connsiteY5" fmla="*/ 471488 h 1764718"/>
                  <a:gd name="connsiteX6" fmla="*/ 40116 w 194215"/>
                  <a:gd name="connsiteY6" fmla="*/ 1440 h 1764718"/>
                  <a:gd name="connsiteX7" fmla="*/ 41693 w 194215"/>
                  <a:gd name="connsiteY7" fmla="*/ 0 h 1764718"/>
                  <a:gd name="connsiteX8" fmla="*/ 36138 w 194215"/>
                  <a:gd name="connsiteY8" fmla="*/ 452834 h 1764718"/>
                  <a:gd name="connsiteX9" fmla="*/ 72211 w 194215"/>
                  <a:gd name="connsiteY9" fmla="*/ 899153 h 1764718"/>
                  <a:gd name="connsiteX10" fmla="*/ 58084 w 194215"/>
                  <a:gd name="connsiteY10" fmla="*/ 1396700 h 1764718"/>
                  <a:gd name="connsiteX11" fmla="*/ 66519 w 194215"/>
                  <a:gd name="connsiteY11" fmla="*/ 1613070 h 1764718"/>
                  <a:gd name="connsiteX12" fmla="*/ 103278 w 194215"/>
                  <a:gd name="connsiteY12" fmla="*/ 1728490 h 1764718"/>
                  <a:gd name="connsiteX13" fmla="*/ 194215 w 194215"/>
                  <a:gd name="connsiteY13" fmla="*/ 1764632 h 1764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4215" h="1764718">
                    <a:moveTo>
                      <a:pt x="194215" y="1764632"/>
                    </a:moveTo>
                    <a:cubicBezTo>
                      <a:pt x="158828" y="1766621"/>
                      <a:pt x="111713" y="1733771"/>
                      <a:pt x="83047" y="1726776"/>
                    </a:cubicBezTo>
                    <a:cubicBezTo>
                      <a:pt x="54243" y="1719712"/>
                      <a:pt x="13987" y="1644686"/>
                      <a:pt x="46905" y="1613139"/>
                    </a:cubicBezTo>
                    <a:cubicBezTo>
                      <a:pt x="79823" y="1581661"/>
                      <a:pt x="28046" y="1441895"/>
                      <a:pt x="38607" y="1400266"/>
                    </a:cubicBezTo>
                    <a:cubicBezTo>
                      <a:pt x="49237" y="1358570"/>
                      <a:pt x="47248" y="1004011"/>
                      <a:pt x="52529" y="910605"/>
                    </a:cubicBezTo>
                    <a:cubicBezTo>
                      <a:pt x="57809" y="817268"/>
                      <a:pt x="23177" y="629564"/>
                      <a:pt x="17004" y="471488"/>
                    </a:cubicBezTo>
                    <a:cubicBezTo>
                      <a:pt x="10764" y="313411"/>
                      <a:pt x="-28944" y="64397"/>
                      <a:pt x="40116" y="1440"/>
                    </a:cubicBezTo>
                    <a:cubicBezTo>
                      <a:pt x="40664" y="960"/>
                      <a:pt x="41144" y="480"/>
                      <a:pt x="41693" y="0"/>
                    </a:cubicBezTo>
                    <a:cubicBezTo>
                      <a:pt x="-2747" y="89223"/>
                      <a:pt x="30446" y="308404"/>
                      <a:pt x="36138" y="452834"/>
                    </a:cubicBezTo>
                    <a:cubicBezTo>
                      <a:pt x="42447" y="613517"/>
                      <a:pt x="77560" y="804238"/>
                      <a:pt x="72211" y="899153"/>
                    </a:cubicBezTo>
                    <a:cubicBezTo>
                      <a:pt x="66862" y="993999"/>
                      <a:pt x="68851" y="1354386"/>
                      <a:pt x="58084" y="1396700"/>
                    </a:cubicBezTo>
                    <a:cubicBezTo>
                      <a:pt x="47385" y="1439014"/>
                      <a:pt x="99918" y="1581043"/>
                      <a:pt x="66519" y="1613070"/>
                    </a:cubicBezTo>
                    <a:cubicBezTo>
                      <a:pt x="33052" y="1645097"/>
                      <a:pt x="73926" y="1721289"/>
                      <a:pt x="103278" y="1728490"/>
                    </a:cubicBezTo>
                    <a:cubicBezTo>
                      <a:pt x="126801" y="1734251"/>
                      <a:pt x="162394" y="1757088"/>
                      <a:pt x="194215" y="1764632"/>
                    </a:cubicBezTo>
                    <a:close/>
                  </a:path>
                </a:pathLst>
              </a:custGeom>
              <a:solidFill>
                <a:srgbClr val="FFFFFF">
                  <a:alpha val="85000"/>
                </a:srgbClr>
              </a:solidFill>
              <a:ln w="6858"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36A4595B-A896-EA01-BCB7-FF7B34C56CD3}"/>
                  </a:ext>
                </a:extLst>
              </p:cNvPr>
              <p:cNvSpPr/>
              <p:nvPr/>
            </p:nvSpPr>
            <p:spPr>
              <a:xfrm>
                <a:off x="13531998" y="5528730"/>
                <a:ext cx="264607" cy="507937"/>
              </a:xfrm>
              <a:custGeom>
                <a:avLst/>
                <a:gdLst>
                  <a:gd name="connsiteX0" fmla="*/ 0 w 264607"/>
                  <a:gd name="connsiteY0" fmla="*/ 86960 h 507937"/>
                  <a:gd name="connsiteX1" fmla="*/ 74546 w 264607"/>
                  <a:gd name="connsiteY1" fmla="*/ 226794 h 507937"/>
                  <a:gd name="connsiteX2" fmla="*/ 30312 w 264607"/>
                  <a:gd name="connsiteY2" fmla="*/ 339403 h 507937"/>
                  <a:gd name="connsiteX3" fmla="*/ 133114 w 264607"/>
                  <a:gd name="connsiteY3" fmla="*/ 505023 h 507937"/>
                  <a:gd name="connsiteX4" fmla="*/ 257381 w 264607"/>
                  <a:gd name="connsiteY4" fmla="*/ 396393 h 507937"/>
                  <a:gd name="connsiteX5" fmla="*/ 246202 w 264607"/>
                  <a:gd name="connsiteY5" fmla="*/ 281315 h 507937"/>
                  <a:gd name="connsiteX6" fmla="*/ 259369 w 264607"/>
                  <a:gd name="connsiteY6" fmla="*/ 152522 h 507937"/>
                  <a:gd name="connsiteX7" fmla="*/ 176525 w 264607"/>
                  <a:gd name="connsiteY7" fmla="*/ 0 h 507937"/>
                  <a:gd name="connsiteX8" fmla="*/ 0 w 264607"/>
                  <a:gd name="connsiteY8" fmla="*/ 86960 h 50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607" h="507937">
                    <a:moveTo>
                      <a:pt x="0" y="86960"/>
                    </a:moveTo>
                    <a:cubicBezTo>
                      <a:pt x="0" y="86960"/>
                      <a:pt x="81336" y="190584"/>
                      <a:pt x="74546" y="226794"/>
                    </a:cubicBezTo>
                    <a:cubicBezTo>
                      <a:pt x="67757" y="263004"/>
                      <a:pt x="67002" y="256215"/>
                      <a:pt x="30312" y="339403"/>
                    </a:cubicBezTo>
                    <a:cubicBezTo>
                      <a:pt x="-1440" y="411206"/>
                      <a:pt x="-7201" y="527860"/>
                      <a:pt x="133114" y="505023"/>
                    </a:cubicBezTo>
                    <a:cubicBezTo>
                      <a:pt x="216439" y="491444"/>
                      <a:pt x="240716" y="435620"/>
                      <a:pt x="257381" y="396393"/>
                    </a:cubicBezTo>
                    <a:cubicBezTo>
                      <a:pt x="268765" y="369646"/>
                      <a:pt x="267874" y="336797"/>
                      <a:pt x="246202" y="281315"/>
                    </a:cubicBezTo>
                    <a:cubicBezTo>
                      <a:pt x="222062" y="219388"/>
                      <a:pt x="262798" y="165072"/>
                      <a:pt x="259369" y="152522"/>
                    </a:cubicBezTo>
                    <a:cubicBezTo>
                      <a:pt x="225491" y="30518"/>
                      <a:pt x="176525" y="0"/>
                      <a:pt x="176525" y="0"/>
                    </a:cubicBezTo>
                    <a:lnTo>
                      <a:pt x="0" y="86960"/>
                    </a:lnTo>
                    <a:close/>
                  </a:path>
                </a:pathLst>
              </a:custGeom>
              <a:solidFill>
                <a:srgbClr val="438751"/>
              </a:solidFill>
              <a:ln w="6858"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0312BC89-2738-7620-B958-11292EE0AEE6}"/>
                  </a:ext>
                </a:extLst>
              </p:cNvPr>
              <p:cNvSpPr/>
              <p:nvPr/>
            </p:nvSpPr>
            <p:spPr>
              <a:xfrm>
                <a:off x="13306443" y="3846461"/>
                <a:ext cx="551526" cy="1870023"/>
              </a:xfrm>
              <a:custGeom>
                <a:avLst/>
                <a:gdLst>
                  <a:gd name="connsiteX0" fmla="*/ 533959 w 551526"/>
                  <a:gd name="connsiteY0" fmla="*/ 71667 h 1870023"/>
                  <a:gd name="connsiteX1" fmla="*/ 527512 w 551526"/>
                  <a:gd name="connsiteY1" fmla="*/ 774132 h 1870023"/>
                  <a:gd name="connsiteX2" fmla="*/ 524289 w 551526"/>
                  <a:gd name="connsiteY2" fmla="*/ 993245 h 1870023"/>
                  <a:gd name="connsiteX3" fmla="*/ 537182 w 551526"/>
                  <a:gd name="connsiteY3" fmla="*/ 1528169 h 1870023"/>
                  <a:gd name="connsiteX4" fmla="*/ 540406 w 551526"/>
                  <a:gd name="connsiteY4" fmla="*/ 1766622 h 1870023"/>
                  <a:gd name="connsiteX5" fmla="*/ 524426 w 551526"/>
                  <a:gd name="connsiteY5" fmla="*/ 1836505 h 1870023"/>
                  <a:gd name="connsiteX6" fmla="*/ 373688 w 551526"/>
                  <a:gd name="connsiteY6" fmla="*/ 1866475 h 1870023"/>
                  <a:gd name="connsiteX7" fmla="*/ 255044 w 551526"/>
                  <a:gd name="connsiteY7" fmla="*/ 1842952 h 1870023"/>
                  <a:gd name="connsiteX8" fmla="*/ 221440 w 551526"/>
                  <a:gd name="connsiteY8" fmla="*/ 1692487 h 1870023"/>
                  <a:gd name="connsiteX9" fmla="*/ 208547 w 551526"/>
                  <a:gd name="connsiteY9" fmla="*/ 1479820 h 1870023"/>
                  <a:gd name="connsiteX10" fmla="*/ 211770 w 551526"/>
                  <a:gd name="connsiteY10" fmla="*/ 990022 h 1870023"/>
                  <a:gd name="connsiteX11" fmla="*/ 166644 w 551526"/>
                  <a:gd name="connsiteY11" fmla="*/ 551796 h 1870023"/>
                  <a:gd name="connsiteX12" fmla="*/ 116032 w 551526"/>
                  <a:gd name="connsiteY12" fmla="*/ 307651 h 1870023"/>
                  <a:gd name="connsiteX13" fmla="*/ 9116 w 551526"/>
                  <a:gd name="connsiteY13" fmla="*/ 95945 h 1870023"/>
                  <a:gd name="connsiteX14" fmla="*/ 534028 w 551526"/>
                  <a:gd name="connsiteY14" fmla="*/ 71599 h 187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1526" h="1870023">
                    <a:moveTo>
                      <a:pt x="533959" y="71667"/>
                    </a:moveTo>
                    <a:cubicBezTo>
                      <a:pt x="553916" y="82640"/>
                      <a:pt x="562968" y="716182"/>
                      <a:pt x="527512" y="774132"/>
                    </a:cubicBezTo>
                    <a:cubicBezTo>
                      <a:pt x="492057" y="832151"/>
                      <a:pt x="508173" y="948120"/>
                      <a:pt x="524289" y="993245"/>
                    </a:cubicBezTo>
                    <a:cubicBezTo>
                      <a:pt x="540406" y="1038371"/>
                      <a:pt x="550075" y="1431472"/>
                      <a:pt x="537182" y="1528169"/>
                    </a:cubicBezTo>
                    <a:cubicBezTo>
                      <a:pt x="524289" y="1624867"/>
                      <a:pt x="521066" y="1721496"/>
                      <a:pt x="540406" y="1766622"/>
                    </a:cubicBezTo>
                    <a:cubicBezTo>
                      <a:pt x="547675" y="1783561"/>
                      <a:pt x="549938" y="1820732"/>
                      <a:pt x="524426" y="1836505"/>
                    </a:cubicBezTo>
                    <a:cubicBezTo>
                      <a:pt x="481907" y="1862908"/>
                      <a:pt x="445285" y="1877104"/>
                      <a:pt x="373688" y="1866475"/>
                    </a:cubicBezTo>
                    <a:cubicBezTo>
                      <a:pt x="338506" y="1861194"/>
                      <a:pt x="283985" y="1849398"/>
                      <a:pt x="255044" y="1842952"/>
                    </a:cubicBezTo>
                    <a:cubicBezTo>
                      <a:pt x="226035" y="1836505"/>
                      <a:pt x="189207" y="1724720"/>
                      <a:pt x="221440" y="1692487"/>
                    </a:cubicBezTo>
                    <a:cubicBezTo>
                      <a:pt x="253672" y="1660254"/>
                      <a:pt x="198877" y="1521723"/>
                      <a:pt x="208547" y="1479820"/>
                    </a:cubicBezTo>
                    <a:cubicBezTo>
                      <a:pt x="218217" y="1437918"/>
                      <a:pt x="208547" y="1083428"/>
                      <a:pt x="211770" y="990022"/>
                    </a:cubicBezTo>
                    <a:cubicBezTo>
                      <a:pt x="214993" y="896548"/>
                      <a:pt x="176314" y="709667"/>
                      <a:pt x="166644" y="551796"/>
                    </a:cubicBezTo>
                    <a:cubicBezTo>
                      <a:pt x="162461" y="483079"/>
                      <a:pt x="157935" y="384872"/>
                      <a:pt x="116032" y="307651"/>
                    </a:cubicBezTo>
                    <a:cubicBezTo>
                      <a:pt x="61717" y="207524"/>
                      <a:pt x="-29083" y="132361"/>
                      <a:pt x="9116" y="95945"/>
                    </a:cubicBezTo>
                    <a:cubicBezTo>
                      <a:pt x="76805" y="31479"/>
                      <a:pt x="276235" y="-70156"/>
                      <a:pt x="534028" y="71599"/>
                    </a:cubicBezTo>
                    <a:close/>
                  </a:path>
                </a:pathLst>
              </a:custGeom>
              <a:solidFill>
                <a:srgbClr val="C8E3EC"/>
              </a:solidFill>
              <a:ln w="6858"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7EBC3F7-C60B-0AE9-D25E-F52990C605C6}"/>
                  </a:ext>
                </a:extLst>
              </p:cNvPr>
              <p:cNvSpPr/>
              <p:nvPr/>
            </p:nvSpPr>
            <p:spPr>
              <a:xfrm>
                <a:off x="12886424" y="2944155"/>
                <a:ext cx="976398" cy="1053950"/>
              </a:xfrm>
              <a:custGeom>
                <a:avLst/>
                <a:gdLst>
                  <a:gd name="connsiteX0" fmla="*/ 357813 w 976398"/>
                  <a:gd name="connsiteY0" fmla="*/ 0 h 1053950"/>
                  <a:gd name="connsiteX1" fmla="*/ 601889 w 976398"/>
                  <a:gd name="connsiteY1" fmla="*/ 50749 h 1053950"/>
                  <a:gd name="connsiteX2" fmla="*/ 809755 w 976398"/>
                  <a:gd name="connsiteY2" fmla="*/ 265816 h 1053950"/>
                  <a:gd name="connsiteX3" fmla="*/ 877444 w 976398"/>
                  <a:gd name="connsiteY3" fmla="*/ 464012 h 1053950"/>
                  <a:gd name="connsiteX4" fmla="*/ 916122 w 976398"/>
                  <a:gd name="connsiteY4" fmla="*/ 589719 h 1053950"/>
                  <a:gd name="connsiteX5" fmla="*/ 947532 w 976398"/>
                  <a:gd name="connsiteY5" fmla="*/ 708157 h 1053950"/>
                  <a:gd name="connsiteX6" fmla="*/ 966872 w 976398"/>
                  <a:gd name="connsiteY6" fmla="*/ 833864 h 1053950"/>
                  <a:gd name="connsiteX7" fmla="*/ 971673 w 976398"/>
                  <a:gd name="connsiteY7" fmla="*/ 916023 h 1053950"/>
                  <a:gd name="connsiteX8" fmla="*/ 928193 w 976398"/>
                  <a:gd name="connsiteY8" fmla="*/ 1005451 h 1053950"/>
                  <a:gd name="connsiteX9" fmla="*/ 490721 w 976398"/>
                  <a:gd name="connsiteY9" fmla="*/ 1053800 h 1053950"/>
                  <a:gd name="connsiteX10" fmla="*/ 256314 w 976398"/>
                  <a:gd name="connsiteY10" fmla="*/ 983712 h 1053950"/>
                  <a:gd name="connsiteX11" fmla="*/ 234574 w 976398"/>
                  <a:gd name="connsiteY11" fmla="*/ 853204 h 1053950"/>
                  <a:gd name="connsiteX12" fmla="*/ 116137 w 976398"/>
                  <a:gd name="connsiteY12" fmla="*/ 732366 h 1053950"/>
                  <a:gd name="connsiteX13" fmla="*/ 38778 w 976398"/>
                  <a:gd name="connsiteY13" fmla="*/ 580118 h 1053950"/>
                  <a:gd name="connsiteX14" fmla="*/ 140277 w 976398"/>
                  <a:gd name="connsiteY14" fmla="*/ 159586 h 1053950"/>
                  <a:gd name="connsiteX15" fmla="*/ 357813 w 976398"/>
                  <a:gd name="connsiteY15" fmla="*/ 69 h 10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76398" h="1053950">
                    <a:moveTo>
                      <a:pt x="357813" y="0"/>
                    </a:moveTo>
                    <a:cubicBezTo>
                      <a:pt x="357813" y="0"/>
                      <a:pt x="517330" y="12070"/>
                      <a:pt x="601889" y="50749"/>
                    </a:cubicBezTo>
                    <a:cubicBezTo>
                      <a:pt x="686448" y="89428"/>
                      <a:pt x="761406" y="166787"/>
                      <a:pt x="809755" y="265816"/>
                    </a:cubicBezTo>
                    <a:cubicBezTo>
                      <a:pt x="858104" y="364914"/>
                      <a:pt x="858104" y="401193"/>
                      <a:pt x="877444" y="464012"/>
                    </a:cubicBezTo>
                    <a:cubicBezTo>
                      <a:pt x="896783" y="526832"/>
                      <a:pt x="913722" y="526832"/>
                      <a:pt x="916122" y="589719"/>
                    </a:cubicBezTo>
                    <a:cubicBezTo>
                      <a:pt x="918523" y="652539"/>
                      <a:pt x="925792" y="642869"/>
                      <a:pt x="947532" y="708157"/>
                    </a:cubicBezTo>
                    <a:cubicBezTo>
                      <a:pt x="969272" y="773445"/>
                      <a:pt x="988612" y="780646"/>
                      <a:pt x="966872" y="833864"/>
                    </a:cubicBezTo>
                    <a:cubicBezTo>
                      <a:pt x="945132" y="887014"/>
                      <a:pt x="978942" y="867674"/>
                      <a:pt x="971673" y="916023"/>
                    </a:cubicBezTo>
                    <a:cubicBezTo>
                      <a:pt x="964403" y="964372"/>
                      <a:pt x="957202" y="978842"/>
                      <a:pt x="928193" y="1005451"/>
                    </a:cubicBezTo>
                    <a:cubicBezTo>
                      <a:pt x="899183" y="1032060"/>
                      <a:pt x="630898" y="1051400"/>
                      <a:pt x="490721" y="1053800"/>
                    </a:cubicBezTo>
                    <a:cubicBezTo>
                      <a:pt x="350543" y="1056201"/>
                      <a:pt x="270785" y="1029660"/>
                      <a:pt x="256314" y="983712"/>
                    </a:cubicBezTo>
                    <a:cubicBezTo>
                      <a:pt x="241844" y="937763"/>
                      <a:pt x="256314" y="901553"/>
                      <a:pt x="234574" y="853204"/>
                    </a:cubicBezTo>
                    <a:cubicBezTo>
                      <a:pt x="212834" y="804855"/>
                      <a:pt x="188626" y="802455"/>
                      <a:pt x="116137" y="732366"/>
                    </a:cubicBezTo>
                    <a:cubicBezTo>
                      <a:pt x="43648" y="662277"/>
                      <a:pt x="91996" y="703357"/>
                      <a:pt x="38778" y="580118"/>
                    </a:cubicBezTo>
                    <a:cubicBezTo>
                      <a:pt x="-14371" y="456880"/>
                      <a:pt x="-38580" y="316702"/>
                      <a:pt x="140277" y="159586"/>
                    </a:cubicBezTo>
                    <a:cubicBezTo>
                      <a:pt x="319133" y="2469"/>
                      <a:pt x="357813" y="69"/>
                      <a:pt x="357813" y="69"/>
                    </a:cubicBezTo>
                    <a:close/>
                  </a:path>
                </a:pathLst>
              </a:custGeom>
              <a:solidFill>
                <a:srgbClr val="C8E3EC"/>
              </a:solidFill>
              <a:ln w="6858"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B608B185-5F6E-D58C-01AA-A3F48B7F19C4}"/>
                  </a:ext>
                </a:extLst>
              </p:cNvPr>
              <p:cNvSpPr/>
              <p:nvPr/>
            </p:nvSpPr>
            <p:spPr>
              <a:xfrm>
                <a:off x="12966370" y="3156479"/>
                <a:ext cx="170949" cy="145357"/>
              </a:xfrm>
              <a:custGeom>
                <a:avLst/>
                <a:gdLst>
                  <a:gd name="connsiteX0" fmla="*/ 15411 w 170949"/>
                  <a:gd name="connsiteY0" fmla="*/ 134897 h 145357"/>
                  <a:gd name="connsiteX1" fmla="*/ 170881 w 170949"/>
                  <a:gd name="connsiteY1" fmla="*/ 100607 h 145357"/>
                  <a:gd name="connsiteX2" fmla="*/ 118281 w 170949"/>
                  <a:gd name="connsiteY2" fmla="*/ 0 h 145357"/>
                  <a:gd name="connsiteX3" fmla="*/ 15411 w 170949"/>
                  <a:gd name="connsiteY3" fmla="*/ 134897 h 145357"/>
                </a:gdLst>
                <a:ahLst/>
                <a:cxnLst>
                  <a:cxn ang="0">
                    <a:pos x="connsiteX0" y="connsiteY0"/>
                  </a:cxn>
                  <a:cxn ang="0">
                    <a:pos x="connsiteX1" y="connsiteY1"/>
                  </a:cxn>
                  <a:cxn ang="0">
                    <a:pos x="connsiteX2" y="connsiteY2"/>
                  </a:cxn>
                  <a:cxn ang="0">
                    <a:pos x="connsiteX3" y="connsiteY3"/>
                  </a:cxn>
                </a:cxnLst>
                <a:rect l="l" t="t" r="r" b="b"/>
                <a:pathLst>
                  <a:path w="170949" h="145357">
                    <a:moveTo>
                      <a:pt x="15411" y="134897"/>
                    </a:moveTo>
                    <a:cubicBezTo>
                      <a:pt x="22886" y="141892"/>
                      <a:pt x="168550" y="166924"/>
                      <a:pt x="170881" y="100607"/>
                    </a:cubicBezTo>
                    <a:cubicBezTo>
                      <a:pt x="173145" y="34290"/>
                      <a:pt x="118281" y="0"/>
                      <a:pt x="118281" y="0"/>
                    </a:cubicBezTo>
                    <a:cubicBezTo>
                      <a:pt x="118281" y="0"/>
                      <a:pt x="-50906" y="73175"/>
                      <a:pt x="15411" y="134897"/>
                    </a:cubicBezTo>
                    <a:close/>
                  </a:path>
                </a:pathLst>
              </a:custGeom>
              <a:solidFill>
                <a:srgbClr val="BBBDBF"/>
              </a:solidFill>
              <a:ln w="6858"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BF69384-A0A1-21C9-A37D-A069F5CB03ED}"/>
                  </a:ext>
                </a:extLst>
              </p:cNvPr>
              <p:cNvSpPr/>
              <p:nvPr/>
            </p:nvSpPr>
            <p:spPr>
              <a:xfrm>
                <a:off x="13206449" y="3580989"/>
                <a:ext cx="583825" cy="235057"/>
              </a:xfrm>
              <a:custGeom>
                <a:avLst/>
                <a:gdLst>
                  <a:gd name="connsiteX0" fmla="*/ 583753 w 583825"/>
                  <a:gd name="connsiteY0" fmla="*/ 137 h 235057"/>
                  <a:gd name="connsiteX1" fmla="*/ 224531 w 583825"/>
                  <a:gd name="connsiteY1" fmla="*/ 207523 h 235057"/>
                  <a:gd name="connsiteX2" fmla="*/ 0 w 583825"/>
                  <a:gd name="connsiteY2" fmla="*/ 203271 h 235057"/>
                  <a:gd name="connsiteX3" fmla="*/ 320749 w 583825"/>
                  <a:gd name="connsiteY3" fmla="*/ 216096 h 235057"/>
                  <a:gd name="connsiteX4" fmla="*/ 583753 w 583825"/>
                  <a:gd name="connsiteY4" fmla="*/ 137 h 235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3825" h="235057">
                    <a:moveTo>
                      <a:pt x="583753" y="137"/>
                    </a:moveTo>
                    <a:cubicBezTo>
                      <a:pt x="588074" y="-6241"/>
                      <a:pt x="397696" y="211844"/>
                      <a:pt x="224531" y="207523"/>
                    </a:cubicBezTo>
                    <a:cubicBezTo>
                      <a:pt x="51298" y="203271"/>
                      <a:pt x="0" y="203271"/>
                      <a:pt x="0" y="203271"/>
                    </a:cubicBezTo>
                    <a:cubicBezTo>
                      <a:pt x="0" y="203271"/>
                      <a:pt x="226657" y="265268"/>
                      <a:pt x="320749" y="216096"/>
                    </a:cubicBezTo>
                    <a:cubicBezTo>
                      <a:pt x="414841" y="166924"/>
                      <a:pt x="530329" y="79210"/>
                      <a:pt x="583753" y="137"/>
                    </a:cubicBezTo>
                    <a:close/>
                  </a:path>
                </a:pathLst>
              </a:custGeom>
              <a:solidFill>
                <a:schemeClr val="tx1">
                  <a:alpha val="17000"/>
                </a:schemeClr>
              </a:solidFill>
              <a:ln w="6858"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4ED13ED5-5EA9-80E8-0578-06E7DC5C7E56}"/>
                  </a:ext>
                </a:extLst>
              </p:cNvPr>
              <p:cNvSpPr/>
              <p:nvPr/>
            </p:nvSpPr>
            <p:spPr>
              <a:xfrm>
                <a:off x="12692251" y="3062649"/>
                <a:ext cx="394045" cy="191891"/>
              </a:xfrm>
              <a:custGeom>
                <a:avLst/>
                <a:gdLst>
                  <a:gd name="connsiteX0" fmla="*/ 394045 w 394045"/>
                  <a:gd name="connsiteY0" fmla="*/ 140121 h 191891"/>
                  <a:gd name="connsiteX1" fmla="*/ 352143 w 394045"/>
                  <a:gd name="connsiteY1" fmla="*/ 191693 h 191891"/>
                  <a:gd name="connsiteX2" fmla="*/ 213611 w 394045"/>
                  <a:gd name="connsiteY2" fmla="*/ 174000 h 191891"/>
                  <a:gd name="connsiteX3" fmla="*/ 1493 w 394045"/>
                  <a:gd name="connsiteY3" fmla="*/ 37937 h 191891"/>
                  <a:gd name="connsiteX4" fmla="*/ 100797 w 394045"/>
                  <a:gd name="connsiteY4" fmla="*/ 4813 h 191891"/>
                  <a:gd name="connsiteX5" fmla="*/ 394045 w 394045"/>
                  <a:gd name="connsiteY5" fmla="*/ 140190 h 191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045" h="191891">
                    <a:moveTo>
                      <a:pt x="394045" y="140121"/>
                    </a:moveTo>
                    <a:cubicBezTo>
                      <a:pt x="392468" y="149791"/>
                      <a:pt x="377929" y="190047"/>
                      <a:pt x="352143" y="191693"/>
                    </a:cubicBezTo>
                    <a:cubicBezTo>
                      <a:pt x="326357" y="193271"/>
                      <a:pt x="244198" y="185247"/>
                      <a:pt x="213611" y="174000"/>
                    </a:cubicBezTo>
                    <a:cubicBezTo>
                      <a:pt x="183024" y="162753"/>
                      <a:pt x="12809" y="65300"/>
                      <a:pt x="1493" y="37937"/>
                    </a:cubicBezTo>
                    <a:cubicBezTo>
                      <a:pt x="-9754" y="10574"/>
                      <a:pt x="44424" y="-9657"/>
                      <a:pt x="100797" y="4813"/>
                    </a:cubicBezTo>
                    <a:cubicBezTo>
                      <a:pt x="157170" y="19283"/>
                      <a:pt x="394045" y="140190"/>
                      <a:pt x="394045" y="140190"/>
                    </a:cubicBezTo>
                    <a:close/>
                  </a:path>
                </a:pathLst>
              </a:custGeom>
              <a:solidFill>
                <a:srgbClr val="E8A97F"/>
              </a:solidFill>
              <a:ln w="6858"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DBCFF1D5-E8F1-C527-0799-6CCBFF6E9AC5}"/>
                  </a:ext>
                </a:extLst>
              </p:cNvPr>
              <p:cNvSpPr/>
              <p:nvPr/>
            </p:nvSpPr>
            <p:spPr>
              <a:xfrm>
                <a:off x="12692716" y="3062648"/>
                <a:ext cx="388848" cy="154935"/>
              </a:xfrm>
              <a:custGeom>
                <a:avLst/>
                <a:gdLst>
                  <a:gd name="connsiteX0" fmla="*/ 388849 w 388848"/>
                  <a:gd name="connsiteY0" fmla="*/ 154867 h 154935"/>
                  <a:gd name="connsiteX1" fmla="*/ 388849 w 388848"/>
                  <a:gd name="connsiteY1" fmla="*/ 154867 h 154935"/>
                  <a:gd name="connsiteX2" fmla="*/ 313068 w 388848"/>
                  <a:gd name="connsiteY2" fmla="*/ 137242 h 154935"/>
                  <a:gd name="connsiteX3" fmla="*/ 198745 w 388848"/>
                  <a:gd name="connsiteY3" fmla="*/ 116668 h 154935"/>
                  <a:gd name="connsiteX4" fmla="*/ 72420 w 388848"/>
                  <a:gd name="connsiteY4" fmla="*/ 41847 h 154935"/>
                  <a:gd name="connsiteX5" fmla="*/ 65562 w 388848"/>
                  <a:gd name="connsiteY5" fmla="*/ 80115 h 154935"/>
                  <a:gd name="connsiteX6" fmla="*/ 34701 w 388848"/>
                  <a:gd name="connsiteY6" fmla="*/ 69142 h 154935"/>
                  <a:gd name="connsiteX7" fmla="*/ 34633 w 388848"/>
                  <a:gd name="connsiteY7" fmla="*/ 69142 h 154935"/>
                  <a:gd name="connsiteX8" fmla="*/ 1029 w 388848"/>
                  <a:gd name="connsiteY8" fmla="*/ 37938 h 154935"/>
                  <a:gd name="connsiteX9" fmla="*/ 0 w 388848"/>
                  <a:gd name="connsiteY9" fmla="*/ 34783 h 154935"/>
                  <a:gd name="connsiteX10" fmla="*/ 754 w 388848"/>
                  <a:gd name="connsiteY10" fmla="*/ 24428 h 154935"/>
                  <a:gd name="connsiteX11" fmla="*/ 754 w 388848"/>
                  <a:gd name="connsiteY11" fmla="*/ 24359 h 154935"/>
                  <a:gd name="connsiteX12" fmla="*/ 100333 w 388848"/>
                  <a:gd name="connsiteY12" fmla="*/ 4814 h 154935"/>
                  <a:gd name="connsiteX13" fmla="*/ 261496 w 388848"/>
                  <a:gd name="connsiteY13" fmla="*/ 74697 h 154935"/>
                  <a:gd name="connsiteX14" fmla="*/ 388849 w 388848"/>
                  <a:gd name="connsiteY14" fmla="*/ 154935 h 154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848" h="154935">
                    <a:moveTo>
                      <a:pt x="388849" y="154867"/>
                    </a:moveTo>
                    <a:lnTo>
                      <a:pt x="388849" y="154867"/>
                    </a:lnTo>
                    <a:cubicBezTo>
                      <a:pt x="384940" y="154181"/>
                      <a:pt x="333436" y="147186"/>
                      <a:pt x="313068" y="137242"/>
                    </a:cubicBezTo>
                    <a:cubicBezTo>
                      <a:pt x="291945" y="126955"/>
                      <a:pt x="229606" y="122977"/>
                      <a:pt x="198745" y="116668"/>
                    </a:cubicBezTo>
                    <a:cubicBezTo>
                      <a:pt x="167884" y="110358"/>
                      <a:pt x="97041" y="46373"/>
                      <a:pt x="72420" y="41847"/>
                    </a:cubicBezTo>
                    <a:cubicBezTo>
                      <a:pt x="47869" y="37252"/>
                      <a:pt x="63848" y="76137"/>
                      <a:pt x="65562" y="80115"/>
                    </a:cubicBezTo>
                    <a:cubicBezTo>
                      <a:pt x="65562" y="80115"/>
                      <a:pt x="50269" y="74765"/>
                      <a:pt x="34701" y="69142"/>
                    </a:cubicBezTo>
                    <a:cubicBezTo>
                      <a:pt x="34701" y="69142"/>
                      <a:pt x="34633" y="69142"/>
                      <a:pt x="34633" y="69142"/>
                    </a:cubicBezTo>
                    <a:cubicBezTo>
                      <a:pt x="16596" y="56043"/>
                      <a:pt x="3840" y="44796"/>
                      <a:pt x="1029" y="37938"/>
                    </a:cubicBezTo>
                    <a:cubicBezTo>
                      <a:pt x="617" y="36841"/>
                      <a:pt x="274" y="35812"/>
                      <a:pt x="0" y="34783"/>
                    </a:cubicBezTo>
                    <a:cubicBezTo>
                      <a:pt x="69" y="31560"/>
                      <a:pt x="343" y="28131"/>
                      <a:pt x="754" y="24428"/>
                    </a:cubicBezTo>
                    <a:cubicBezTo>
                      <a:pt x="754" y="24428"/>
                      <a:pt x="754" y="24428"/>
                      <a:pt x="754" y="24359"/>
                    </a:cubicBezTo>
                    <a:cubicBezTo>
                      <a:pt x="8778" y="4540"/>
                      <a:pt x="53835" y="-7119"/>
                      <a:pt x="100333" y="4814"/>
                    </a:cubicBezTo>
                    <a:cubicBezTo>
                      <a:pt x="127559" y="11809"/>
                      <a:pt x="197030" y="43699"/>
                      <a:pt x="261496" y="74697"/>
                    </a:cubicBezTo>
                    <a:cubicBezTo>
                      <a:pt x="350855" y="138065"/>
                      <a:pt x="385900" y="153701"/>
                      <a:pt x="388849" y="154935"/>
                    </a:cubicBezTo>
                    <a:close/>
                  </a:path>
                </a:pathLst>
              </a:custGeom>
              <a:solidFill>
                <a:srgbClr val="CCB19E"/>
              </a:solidFill>
              <a:ln w="6858"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2A46FF2C-2830-85DE-FE01-C7D3EF92CC75}"/>
                  </a:ext>
                </a:extLst>
              </p:cNvPr>
              <p:cNvSpPr/>
              <p:nvPr/>
            </p:nvSpPr>
            <p:spPr>
              <a:xfrm>
                <a:off x="12944715" y="3130967"/>
                <a:ext cx="33979" cy="111168"/>
              </a:xfrm>
              <a:custGeom>
                <a:avLst/>
                <a:gdLst>
                  <a:gd name="connsiteX0" fmla="*/ 33980 w 33979"/>
                  <a:gd name="connsiteY0" fmla="*/ 5349 h 111168"/>
                  <a:gd name="connsiteX1" fmla="*/ 856 w 33979"/>
                  <a:gd name="connsiteY1" fmla="*/ 111168 h 111168"/>
                  <a:gd name="connsiteX2" fmla="*/ 26505 w 33979"/>
                  <a:gd name="connsiteY2" fmla="*/ 0 h 111168"/>
                  <a:gd name="connsiteX3" fmla="*/ 33980 w 33979"/>
                  <a:gd name="connsiteY3" fmla="*/ 5349 h 111168"/>
                </a:gdLst>
                <a:ahLst/>
                <a:cxnLst>
                  <a:cxn ang="0">
                    <a:pos x="connsiteX0" y="connsiteY0"/>
                  </a:cxn>
                  <a:cxn ang="0">
                    <a:pos x="connsiteX1" y="connsiteY1"/>
                  </a:cxn>
                  <a:cxn ang="0">
                    <a:pos x="connsiteX2" y="connsiteY2"/>
                  </a:cxn>
                  <a:cxn ang="0">
                    <a:pos x="connsiteX3" y="connsiteY3"/>
                  </a:cxn>
                </a:cxnLst>
                <a:rect l="l" t="t" r="r" b="b"/>
                <a:pathLst>
                  <a:path w="33979" h="111168">
                    <a:moveTo>
                      <a:pt x="33980" y="5349"/>
                    </a:moveTo>
                    <a:lnTo>
                      <a:pt x="856" y="111168"/>
                    </a:lnTo>
                    <a:cubicBezTo>
                      <a:pt x="-5591" y="105819"/>
                      <a:pt x="26505" y="0"/>
                      <a:pt x="26505" y="0"/>
                    </a:cubicBezTo>
                    <a:lnTo>
                      <a:pt x="33980" y="5349"/>
                    </a:lnTo>
                    <a:close/>
                  </a:path>
                </a:pathLst>
              </a:custGeom>
              <a:solidFill>
                <a:srgbClr val="C8E3EC"/>
              </a:solidFill>
              <a:ln w="6858"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087E8849-9518-556B-00E0-24BC9FF86A6C}"/>
                  </a:ext>
                </a:extLst>
              </p:cNvPr>
              <p:cNvSpPr/>
              <p:nvPr/>
            </p:nvSpPr>
            <p:spPr>
              <a:xfrm>
                <a:off x="12846129" y="3191935"/>
                <a:ext cx="198337" cy="75268"/>
              </a:xfrm>
              <a:custGeom>
                <a:avLst/>
                <a:gdLst>
                  <a:gd name="connsiteX0" fmla="*/ 0 w 198337"/>
                  <a:gd name="connsiteY0" fmla="*/ 0 h 75268"/>
                  <a:gd name="connsiteX1" fmla="*/ 198333 w 198337"/>
                  <a:gd name="connsiteY1" fmla="*/ 62408 h 75268"/>
                  <a:gd name="connsiteX2" fmla="*/ 86616 w 198337"/>
                  <a:gd name="connsiteY2" fmla="*/ 65768 h 75268"/>
                  <a:gd name="connsiteX3" fmla="*/ 0 w 198337"/>
                  <a:gd name="connsiteY3" fmla="*/ 0 h 75268"/>
                </a:gdLst>
                <a:ahLst/>
                <a:cxnLst>
                  <a:cxn ang="0">
                    <a:pos x="connsiteX0" y="connsiteY0"/>
                  </a:cxn>
                  <a:cxn ang="0">
                    <a:pos x="connsiteX1" y="connsiteY1"/>
                  </a:cxn>
                  <a:cxn ang="0">
                    <a:pos x="connsiteX2" y="connsiteY2"/>
                  </a:cxn>
                  <a:cxn ang="0">
                    <a:pos x="connsiteX3" y="connsiteY3"/>
                  </a:cxn>
                </a:cxnLst>
                <a:rect l="l" t="t" r="r" b="b"/>
                <a:pathLst>
                  <a:path w="198337" h="75268">
                    <a:moveTo>
                      <a:pt x="0" y="0"/>
                    </a:moveTo>
                    <a:cubicBezTo>
                      <a:pt x="0" y="0"/>
                      <a:pt x="199362" y="49378"/>
                      <a:pt x="198333" y="62408"/>
                    </a:cubicBezTo>
                    <a:cubicBezTo>
                      <a:pt x="197305" y="75369"/>
                      <a:pt x="118712" y="81816"/>
                      <a:pt x="86616" y="65768"/>
                    </a:cubicBezTo>
                    <a:cubicBezTo>
                      <a:pt x="54521" y="49721"/>
                      <a:pt x="0" y="0"/>
                      <a:pt x="0" y="0"/>
                    </a:cubicBezTo>
                    <a:close/>
                  </a:path>
                </a:pathLst>
              </a:custGeom>
              <a:solidFill>
                <a:srgbClr val="C8E3EC"/>
              </a:solidFill>
              <a:ln w="6858"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ED597734-7976-8560-889F-209D76617BC4}"/>
                  </a:ext>
                </a:extLst>
              </p:cNvPr>
              <p:cNvSpPr/>
              <p:nvPr/>
            </p:nvSpPr>
            <p:spPr>
              <a:xfrm>
                <a:off x="12671096" y="2732032"/>
                <a:ext cx="573209" cy="493375"/>
              </a:xfrm>
              <a:custGeom>
                <a:avLst/>
                <a:gdLst>
                  <a:gd name="connsiteX0" fmla="*/ 31770 w 573209"/>
                  <a:gd name="connsiteY0" fmla="*/ 357101 h 493375"/>
                  <a:gd name="connsiteX1" fmla="*/ 89789 w 573209"/>
                  <a:gd name="connsiteY1" fmla="*/ 354701 h 493375"/>
                  <a:gd name="connsiteX2" fmla="*/ 285585 w 573209"/>
                  <a:gd name="connsiteY2" fmla="*/ 446530 h 493375"/>
                  <a:gd name="connsiteX3" fmla="*/ 442702 w 573209"/>
                  <a:gd name="connsiteY3" fmla="*/ 492478 h 493375"/>
                  <a:gd name="connsiteX4" fmla="*/ 573209 w 573209"/>
                  <a:gd name="connsiteY4" fmla="*/ 212123 h 493375"/>
                  <a:gd name="connsiteX5" fmla="*/ 425762 w 573209"/>
                  <a:gd name="connsiteY5" fmla="*/ 113025 h 493375"/>
                  <a:gd name="connsiteX6" fmla="*/ 116398 w 573209"/>
                  <a:gd name="connsiteY6" fmla="*/ 45337 h 493375"/>
                  <a:gd name="connsiteX7" fmla="*/ 2829 w 573209"/>
                  <a:gd name="connsiteY7" fmla="*/ 372806 h 493375"/>
                  <a:gd name="connsiteX8" fmla="*/ 31839 w 573209"/>
                  <a:gd name="connsiteY8" fmla="*/ 390911 h 493375"/>
                  <a:gd name="connsiteX9" fmla="*/ 31839 w 573209"/>
                  <a:gd name="connsiteY9" fmla="*/ 357101 h 49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3209" h="493375">
                    <a:moveTo>
                      <a:pt x="31770" y="357101"/>
                    </a:moveTo>
                    <a:cubicBezTo>
                      <a:pt x="37942" y="350929"/>
                      <a:pt x="55910" y="332961"/>
                      <a:pt x="89789" y="354701"/>
                    </a:cubicBezTo>
                    <a:cubicBezTo>
                      <a:pt x="123599" y="376441"/>
                      <a:pt x="193687" y="436860"/>
                      <a:pt x="285585" y="446530"/>
                    </a:cubicBezTo>
                    <a:cubicBezTo>
                      <a:pt x="377413" y="456199"/>
                      <a:pt x="341203" y="473139"/>
                      <a:pt x="442702" y="492478"/>
                    </a:cubicBezTo>
                    <a:cubicBezTo>
                      <a:pt x="544200" y="511818"/>
                      <a:pt x="573209" y="212123"/>
                      <a:pt x="573209" y="212123"/>
                    </a:cubicBezTo>
                    <a:cubicBezTo>
                      <a:pt x="573209" y="212123"/>
                      <a:pt x="474111" y="158974"/>
                      <a:pt x="425762" y="113025"/>
                    </a:cubicBezTo>
                    <a:cubicBezTo>
                      <a:pt x="377413" y="67076"/>
                      <a:pt x="234835" y="-70632"/>
                      <a:pt x="116398" y="45337"/>
                    </a:cubicBezTo>
                    <a:cubicBezTo>
                      <a:pt x="-2040" y="161374"/>
                      <a:pt x="-5675" y="347432"/>
                      <a:pt x="2829" y="372806"/>
                    </a:cubicBezTo>
                    <a:cubicBezTo>
                      <a:pt x="11333" y="398181"/>
                      <a:pt x="29438" y="406616"/>
                      <a:pt x="31839" y="390911"/>
                    </a:cubicBezTo>
                    <a:cubicBezTo>
                      <a:pt x="34239" y="375206"/>
                      <a:pt x="24569" y="364302"/>
                      <a:pt x="31839" y="357101"/>
                    </a:cubicBezTo>
                    <a:close/>
                  </a:path>
                </a:pathLst>
              </a:custGeom>
              <a:solidFill>
                <a:srgbClr val="C8E3EC"/>
              </a:solidFill>
              <a:ln w="6858"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AC0C947B-8D38-67CC-DFE4-9482859918E6}"/>
                  </a:ext>
                </a:extLst>
              </p:cNvPr>
              <p:cNvSpPr/>
              <p:nvPr/>
            </p:nvSpPr>
            <p:spPr>
              <a:xfrm>
                <a:off x="12605514" y="3445338"/>
                <a:ext cx="134727" cy="95476"/>
              </a:xfrm>
              <a:custGeom>
                <a:avLst/>
                <a:gdLst>
                  <a:gd name="connsiteX0" fmla="*/ 134728 w 134727"/>
                  <a:gd name="connsiteY0" fmla="*/ 79073 h 95476"/>
                  <a:gd name="connsiteX1" fmla="*/ 125126 w 134727"/>
                  <a:gd name="connsiteY1" fmla="*/ 95120 h 95476"/>
                  <a:gd name="connsiteX2" fmla="*/ 53735 w 134727"/>
                  <a:gd name="connsiteY2" fmla="*/ 60899 h 95476"/>
                  <a:gd name="connsiteX3" fmla="*/ 36 w 134727"/>
                  <a:gd name="connsiteY3" fmla="*/ 20300 h 95476"/>
                  <a:gd name="connsiteX4" fmla="*/ 14987 w 134727"/>
                  <a:gd name="connsiteY4" fmla="*/ 0 h 95476"/>
                  <a:gd name="connsiteX5" fmla="*/ 134728 w 134727"/>
                  <a:gd name="connsiteY5" fmla="*/ 79141 h 95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727" h="95476">
                    <a:moveTo>
                      <a:pt x="134728" y="79073"/>
                    </a:moveTo>
                    <a:cubicBezTo>
                      <a:pt x="134728" y="79073"/>
                      <a:pt x="131504" y="91897"/>
                      <a:pt x="125126" y="95120"/>
                    </a:cubicBezTo>
                    <a:cubicBezTo>
                      <a:pt x="118748" y="98344"/>
                      <a:pt x="84733" y="79073"/>
                      <a:pt x="53735" y="60899"/>
                    </a:cubicBezTo>
                    <a:cubicBezTo>
                      <a:pt x="22736" y="42725"/>
                      <a:pt x="-1061" y="25649"/>
                      <a:pt x="36" y="20300"/>
                    </a:cubicBezTo>
                    <a:cubicBezTo>
                      <a:pt x="1134" y="14950"/>
                      <a:pt x="14987" y="0"/>
                      <a:pt x="14987" y="0"/>
                    </a:cubicBezTo>
                    <a:lnTo>
                      <a:pt x="134728" y="79141"/>
                    </a:lnTo>
                    <a:close/>
                  </a:path>
                </a:pathLst>
              </a:custGeom>
              <a:solidFill>
                <a:srgbClr val="303234"/>
              </a:solidFill>
              <a:ln w="6858"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FE1A5B28-0C8F-4CB9-A4CB-D5CD7AFD5785}"/>
                  </a:ext>
                </a:extLst>
              </p:cNvPr>
              <p:cNvSpPr/>
              <p:nvPr/>
            </p:nvSpPr>
            <p:spPr>
              <a:xfrm>
                <a:off x="12606438" y="3109951"/>
                <a:ext cx="399109" cy="420924"/>
              </a:xfrm>
              <a:custGeom>
                <a:avLst/>
                <a:gdLst>
                  <a:gd name="connsiteX0" fmla="*/ 277685 w 399109"/>
                  <a:gd name="connsiteY0" fmla="*/ 95220 h 420924"/>
                  <a:gd name="connsiteX1" fmla="*/ 88953 w 399109"/>
                  <a:gd name="connsiteY1" fmla="*/ 168 h 420924"/>
                  <a:gd name="connsiteX2" fmla="*/ 38409 w 399109"/>
                  <a:gd name="connsiteY2" fmla="*/ 90350 h 420924"/>
                  <a:gd name="connsiteX3" fmla="*/ 103697 w 399109"/>
                  <a:gd name="connsiteY3" fmla="*/ 138699 h 420924"/>
                  <a:gd name="connsiteX4" fmla="*/ 210 w 399109"/>
                  <a:gd name="connsiteY4" fmla="*/ 335318 h 420924"/>
                  <a:gd name="connsiteX5" fmla="*/ 143474 w 399109"/>
                  <a:gd name="connsiteY5" fmla="*/ 419809 h 420924"/>
                  <a:gd name="connsiteX6" fmla="*/ 243875 w 399109"/>
                  <a:gd name="connsiteY6" fmla="*/ 247467 h 420924"/>
                  <a:gd name="connsiteX7" fmla="*/ 347774 w 399109"/>
                  <a:gd name="connsiteY7" fmla="*/ 286146 h 420924"/>
                  <a:gd name="connsiteX8" fmla="*/ 393722 w 399109"/>
                  <a:gd name="connsiteY8" fmla="*/ 179779 h 420924"/>
                  <a:gd name="connsiteX9" fmla="*/ 277685 w 399109"/>
                  <a:gd name="connsiteY9" fmla="*/ 95220 h 420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9109" h="420924">
                    <a:moveTo>
                      <a:pt x="277685" y="95220"/>
                    </a:moveTo>
                    <a:cubicBezTo>
                      <a:pt x="277685" y="95220"/>
                      <a:pt x="105000" y="-4633"/>
                      <a:pt x="88953" y="168"/>
                    </a:cubicBezTo>
                    <a:cubicBezTo>
                      <a:pt x="72905" y="4968"/>
                      <a:pt x="38409" y="90350"/>
                      <a:pt x="38409" y="90350"/>
                    </a:cubicBezTo>
                    <a:lnTo>
                      <a:pt x="103697" y="138699"/>
                    </a:lnTo>
                    <a:cubicBezTo>
                      <a:pt x="103697" y="138699"/>
                      <a:pt x="8783" y="313990"/>
                      <a:pt x="210" y="335318"/>
                    </a:cubicBezTo>
                    <a:cubicBezTo>
                      <a:pt x="-6168" y="351160"/>
                      <a:pt x="134627" y="431262"/>
                      <a:pt x="143474" y="419809"/>
                    </a:cubicBezTo>
                    <a:cubicBezTo>
                      <a:pt x="154172" y="405887"/>
                      <a:pt x="243875" y="247467"/>
                      <a:pt x="243875" y="247467"/>
                    </a:cubicBezTo>
                    <a:cubicBezTo>
                      <a:pt x="243875" y="247467"/>
                      <a:pt x="301894" y="319956"/>
                      <a:pt x="347774" y="286146"/>
                    </a:cubicBezTo>
                    <a:cubicBezTo>
                      <a:pt x="393722" y="252336"/>
                      <a:pt x="408193" y="196718"/>
                      <a:pt x="393722" y="179779"/>
                    </a:cubicBezTo>
                    <a:cubicBezTo>
                      <a:pt x="379252" y="162839"/>
                      <a:pt x="277685" y="95220"/>
                      <a:pt x="277685" y="95220"/>
                    </a:cubicBezTo>
                    <a:close/>
                  </a:path>
                </a:pathLst>
              </a:custGeom>
              <a:solidFill>
                <a:schemeClr val="tx1">
                  <a:lumMod val="85000"/>
                  <a:lumOff val="15000"/>
                </a:schemeClr>
              </a:solidFill>
              <a:ln w="6858"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7E223E8E-2D86-9BE8-BB88-76BA42E19A63}"/>
                  </a:ext>
                </a:extLst>
              </p:cNvPr>
              <p:cNvSpPr/>
              <p:nvPr/>
            </p:nvSpPr>
            <p:spPr>
              <a:xfrm>
                <a:off x="12922390" y="3174310"/>
                <a:ext cx="747645" cy="745671"/>
              </a:xfrm>
              <a:custGeom>
                <a:avLst/>
                <a:gdLst>
                  <a:gd name="connsiteX0" fmla="*/ 16734 w 747645"/>
                  <a:gd name="connsiteY0" fmla="*/ 384322 h 745671"/>
                  <a:gd name="connsiteX1" fmla="*/ 97727 w 747645"/>
                  <a:gd name="connsiteY1" fmla="*/ 422521 h 745671"/>
                  <a:gd name="connsiteX2" fmla="*/ 177142 w 747645"/>
                  <a:gd name="connsiteY2" fmla="*/ 524363 h 745671"/>
                  <a:gd name="connsiteX3" fmla="*/ 301409 w 747645"/>
                  <a:gd name="connsiteY3" fmla="*/ 632239 h 745671"/>
                  <a:gd name="connsiteX4" fmla="*/ 540685 w 747645"/>
                  <a:gd name="connsiteY4" fmla="*/ 743407 h 745671"/>
                  <a:gd name="connsiteX5" fmla="*/ 642183 w 747645"/>
                  <a:gd name="connsiteY5" fmla="*/ 653979 h 745671"/>
                  <a:gd name="connsiteX6" fmla="*/ 726811 w 747645"/>
                  <a:gd name="connsiteY6" fmla="*/ 443713 h 745671"/>
                  <a:gd name="connsiteX7" fmla="*/ 743750 w 747645"/>
                  <a:gd name="connsiteY7" fmla="*/ 187566 h 745671"/>
                  <a:gd name="connsiteX8" fmla="*/ 713164 w 747645"/>
                  <a:gd name="connsiteY8" fmla="*/ 0 h 745671"/>
                  <a:gd name="connsiteX9" fmla="*/ 735178 w 747645"/>
                  <a:gd name="connsiteY9" fmla="*/ 166169 h 745671"/>
                  <a:gd name="connsiteX10" fmla="*/ 718307 w 747645"/>
                  <a:gd name="connsiteY10" fmla="*/ 422384 h 745671"/>
                  <a:gd name="connsiteX11" fmla="*/ 633679 w 747645"/>
                  <a:gd name="connsiteY11" fmla="*/ 632582 h 745671"/>
                  <a:gd name="connsiteX12" fmla="*/ 532181 w 747645"/>
                  <a:gd name="connsiteY12" fmla="*/ 722010 h 745671"/>
                  <a:gd name="connsiteX13" fmla="*/ 292905 w 747645"/>
                  <a:gd name="connsiteY13" fmla="*/ 610842 h 745671"/>
                  <a:gd name="connsiteX14" fmla="*/ 176868 w 747645"/>
                  <a:gd name="connsiteY14" fmla="*/ 497274 h 745671"/>
                  <a:gd name="connsiteX15" fmla="*/ 111991 w 747645"/>
                  <a:gd name="connsiteY15" fmla="*/ 397147 h 745671"/>
                  <a:gd name="connsiteX16" fmla="*/ 0 w 747645"/>
                  <a:gd name="connsiteY16" fmla="*/ 346329 h 745671"/>
                  <a:gd name="connsiteX17" fmla="*/ 16871 w 747645"/>
                  <a:gd name="connsiteY17" fmla="*/ 384254 h 745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7645" h="745671">
                    <a:moveTo>
                      <a:pt x="16734" y="384322"/>
                    </a:moveTo>
                    <a:cubicBezTo>
                      <a:pt x="16734" y="384322"/>
                      <a:pt x="61928" y="394678"/>
                      <a:pt x="97727" y="422521"/>
                    </a:cubicBezTo>
                    <a:cubicBezTo>
                      <a:pt x="137297" y="453314"/>
                      <a:pt x="168227" y="502829"/>
                      <a:pt x="177142" y="524363"/>
                    </a:cubicBezTo>
                    <a:cubicBezTo>
                      <a:pt x="194013" y="565442"/>
                      <a:pt x="214381" y="586359"/>
                      <a:pt x="301409" y="632239"/>
                    </a:cubicBezTo>
                    <a:cubicBezTo>
                      <a:pt x="388369" y="678188"/>
                      <a:pt x="489936" y="760347"/>
                      <a:pt x="540685" y="743407"/>
                    </a:cubicBezTo>
                    <a:cubicBezTo>
                      <a:pt x="591434" y="726468"/>
                      <a:pt x="591434" y="724068"/>
                      <a:pt x="642183" y="653979"/>
                    </a:cubicBezTo>
                    <a:cubicBezTo>
                      <a:pt x="692932" y="583890"/>
                      <a:pt x="702602" y="537942"/>
                      <a:pt x="726811" y="443713"/>
                    </a:cubicBezTo>
                    <a:cubicBezTo>
                      <a:pt x="751020" y="349484"/>
                      <a:pt x="724342" y="231046"/>
                      <a:pt x="743750" y="187566"/>
                    </a:cubicBezTo>
                    <a:cubicBezTo>
                      <a:pt x="753077" y="166649"/>
                      <a:pt x="746699" y="76947"/>
                      <a:pt x="713164" y="0"/>
                    </a:cubicBezTo>
                    <a:cubicBezTo>
                      <a:pt x="739155" y="71392"/>
                      <a:pt x="743613" y="147173"/>
                      <a:pt x="735178" y="166169"/>
                    </a:cubicBezTo>
                    <a:cubicBezTo>
                      <a:pt x="715838" y="209649"/>
                      <a:pt x="742447" y="328087"/>
                      <a:pt x="718307" y="422384"/>
                    </a:cubicBezTo>
                    <a:cubicBezTo>
                      <a:pt x="694098" y="516613"/>
                      <a:pt x="684429" y="562562"/>
                      <a:pt x="633679" y="632582"/>
                    </a:cubicBezTo>
                    <a:cubicBezTo>
                      <a:pt x="582930" y="702671"/>
                      <a:pt x="582930" y="705140"/>
                      <a:pt x="532181" y="722010"/>
                    </a:cubicBezTo>
                    <a:cubicBezTo>
                      <a:pt x="481363" y="738950"/>
                      <a:pt x="379865" y="656791"/>
                      <a:pt x="292905" y="610842"/>
                    </a:cubicBezTo>
                    <a:cubicBezTo>
                      <a:pt x="205877" y="564962"/>
                      <a:pt x="193807" y="538353"/>
                      <a:pt x="176868" y="497274"/>
                    </a:cubicBezTo>
                    <a:cubicBezTo>
                      <a:pt x="167678" y="474917"/>
                      <a:pt x="119741" y="408257"/>
                      <a:pt x="111991" y="397147"/>
                    </a:cubicBezTo>
                    <a:lnTo>
                      <a:pt x="0" y="346329"/>
                    </a:lnTo>
                    <a:lnTo>
                      <a:pt x="16871" y="384254"/>
                    </a:lnTo>
                    <a:close/>
                  </a:path>
                </a:pathLst>
              </a:custGeom>
              <a:solidFill>
                <a:schemeClr val="tx1">
                  <a:alpha val="17000"/>
                </a:schemeClr>
              </a:solidFill>
              <a:ln w="6858"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6389EFF3-4E5B-6B43-50D5-DAAE89200245}"/>
                  </a:ext>
                </a:extLst>
              </p:cNvPr>
              <p:cNvSpPr/>
              <p:nvPr/>
            </p:nvSpPr>
            <p:spPr>
              <a:xfrm>
                <a:off x="13060510" y="3033990"/>
                <a:ext cx="600871" cy="864594"/>
              </a:xfrm>
              <a:custGeom>
                <a:avLst/>
                <a:gdLst>
                  <a:gd name="connsiteX0" fmla="*/ 348044 w 600871"/>
                  <a:gd name="connsiteY0" fmla="*/ 16533 h 864594"/>
                  <a:gd name="connsiteX1" fmla="*/ 241676 w 600871"/>
                  <a:gd name="connsiteY1" fmla="*/ 219530 h 864594"/>
                  <a:gd name="connsiteX2" fmla="*/ 268285 w 600871"/>
                  <a:gd name="connsiteY2" fmla="*/ 395986 h 864594"/>
                  <a:gd name="connsiteX3" fmla="*/ 277955 w 600871"/>
                  <a:gd name="connsiteY3" fmla="*/ 470876 h 864594"/>
                  <a:gd name="connsiteX4" fmla="*/ 277955 w 600871"/>
                  <a:gd name="connsiteY4" fmla="*/ 545765 h 864594"/>
                  <a:gd name="connsiteX5" fmla="*/ 219936 w 600871"/>
                  <a:gd name="connsiteY5" fmla="*/ 528826 h 864594"/>
                  <a:gd name="connsiteX6" fmla="*/ 101499 w 600871"/>
                  <a:gd name="connsiteY6" fmla="*/ 458737 h 864594"/>
                  <a:gd name="connsiteX7" fmla="*/ 48349 w 600871"/>
                  <a:gd name="connsiteY7" fmla="*/ 441798 h 864594"/>
                  <a:gd name="connsiteX8" fmla="*/ 0 w 600871"/>
                  <a:gd name="connsiteY8" fmla="*/ 572306 h 864594"/>
                  <a:gd name="connsiteX9" fmla="*/ 38679 w 600871"/>
                  <a:gd name="connsiteY9" fmla="*/ 637594 h 864594"/>
                  <a:gd name="connsiteX10" fmla="*/ 154717 w 600871"/>
                  <a:gd name="connsiteY10" fmla="*/ 751162 h 864594"/>
                  <a:gd name="connsiteX11" fmla="*/ 393992 w 600871"/>
                  <a:gd name="connsiteY11" fmla="*/ 862330 h 864594"/>
                  <a:gd name="connsiteX12" fmla="*/ 495491 w 600871"/>
                  <a:gd name="connsiteY12" fmla="*/ 772902 h 864594"/>
                  <a:gd name="connsiteX13" fmla="*/ 580050 w 600871"/>
                  <a:gd name="connsiteY13" fmla="*/ 562636 h 864594"/>
                  <a:gd name="connsiteX14" fmla="*/ 596989 w 600871"/>
                  <a:gd name="connsiteY14" fmla="*/ 306421 h 864594"/>
                  <a:gd name="connsiteX15" fmla="*/ 348044 w 600871"/>
                  <a:gd name="connsiteY15" fmla="*/ 16396 h 864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0871" h="864594">
                    <a:moveTo>
                      <a:pt x="348044" y="16533"/>
                    </a:moveTo>
                    <a:cubicBezTo>
                      <a:pt x="318143" y="29358"/>
                      <a:pt x="248946" y="168781"/>
                      <a:pt x="241676" y="219530"/>
                    </a:cubicBezTo>
                    <a:cubicBezTo>
                      <a:pt x="234406" y="270279"/>
                      <a:pt x="268285" y="359708"/>
                      <a:pt x="268285" y="395986"/>
                    </a:cubicBezTo>
                    <a:cubicBezTo>
                      <a:pt x="268285" y="432265"/>
                      <a:pt x="299695" y="446736"/>
                      <a:pt x="277955" y="470876"/>
                    </a:cubicBezTo>
                    <a:cubicBezTo>
                      <a:pt x="256215" y="495016"/>
                      <a:pt x="273154" y="511955"/>
                      <a:pt x="277955" y="545765"/>
                    </a:cubicBezTo>
                    <a:cubicBezTo>
                      <a:pt x="282756" y="579575"/>
                      <a:pt x="239276" y="528826"/>
                      <a:pt x="219936" y="528826"/>
                    </a:cubicBezTo>
                    <a:cubicBezTo>
                      <a:pt x="200597" y="528826"/>
                      <a:pt x="118438" y="475676"/>
                      <a:pt x="101499" y="458737"/>
                    </a:cubicBezTo>
                    <a:cubicBezTo>
                      <a:pt x="84559" y="441798"/>
                      <a:pt x="48349" y="441798"/>
                      <a:pt x="48349" y="441798"/>
                    </a:cubicBezTo>
                    <a:lnTo>
                      <a:pt x="0" y="572306"/>
                    </a:lnTo>
                    <a:cubicBezTo>
                      <a:pt x="0" y="572306"/>
                      <a:pt x="21740" y="596446"/>
                      <a:pt x="38679" y="637594"/>
                    </a:cubicBezTo>
                    <a:cubicBezTo>
                      <a:pt x="55619" y="678673"/>
                      <a:pt x="67688" y="705282"/>
                      <a:pt x="154717" y="751162"/>
                    </a:cubicBezTo>
                    <a:cubicBezTo>
                      <a:pt x="241745" y="797111"/>
                      <a:pt x="343243" y="879270"/>
                      <a:pt x="393992" y="862330"/>
                    </a:cubicBezTo>
                    <a:cubicBezTo>
                      <a:pt x="444742" y="845391"/>
                      <a:pt x="444742" y="842991"/>
                      <a:pt x="495491" y="772902"/>
                    </a:cubicBezTo>
                    <a:cubicBezTo>
                      <a:pt x="546240" y="702813"/>
                      <a:pt x="555910" y="656865"/>
                      <a:pt x="580050" y="562636"/>
                    </a:cubicBezTo>
                    <a:cubicBezTo>
                      <a:pt x="604190" y="468407"/>
                      <a:pt x="577650" y="349969"/>
                      <a:pt x="596989" y="306421"/>
                    </a:cubicBezTo>
                    <a:cubicBezTo>
                      <a:pt x="616329" y="262941"/>
                      <a:pt x="567980" y="-77833"/>
                      <a:pt x="348044" y="16396"/>
                    </a:cubicBezTo>
                    <a:close/>
                  </a:path>
                </a:pathLst>
              </a:custGeom>
              <a:solidFill>
                <a:srgbClr val="C8E3EC"/>
              </a:solidFill>
              <a:ln w="6858"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0765E087-EE72-2C86-8A05-3BE472AAD93F}"/>
                  </a:ext>
                </a:extLst>
              </p:cNvPr>
              <p:cNvSpPr/>
              <p:nvPr/>
            </p:nvSpPr>
            <p:spPr>
              <a:xfrm>
                <a:off x="12829533" y="2732038"/>
                <a:ext cx="1033266" cy="2976372"/>
              </a:xfrm>
              <a:custGeom>
                <a:avLst/>
                <a:gdLst>
                  <a:gd name="connsiteX0" fmla="*/ 1028563 w 1033267"/>
                  <a:gd name="connsiteY0" fmla="*/ 1128072 h 2976371"/>
                  <a:gd name="connsiteX1" fmla="*/ 1011692 w 1033267"/>
                  <a:gd name="connsiteY1" fmla="*/ 1186914 h 2976371"/>
                  <a:gd name="connsiteX2" fmla="*/ 1004423 w 1033267"/>
                  <a:gd name="connsiteY2" fmla="*/ 1888556 h 2976371"/>
                  <a:gd name="connsiteX3" fmla="*/ 1001200 w 1033267"/>
                  <a:gd name="connsiteY3" fmla="*/ 2107669 h 2976371"/>
                  <a:gd name="connsiteX4" fmla="*/ 1014024 w 1033267"/>
                  <a:gd name="connsiteY4" fmla="*/ 2642593 h 2976371"/>
                  <a:gd name="connsiteX5" fmla="*/ 1017247 w 1033267"/>
                  <a:gd name="connsiteY5" fmla="*/ 2881114 h 2976371"/>
                  <a:gd name="connsiteX6" fmla="*/ 1001268 w 1033267"/>
                  <a:gd name="connsiteY6" fmla="*/ 2950997 h 2976371"/>
                  <a:gd name="connsiteX7" fmla="*/ 949285 w 1033267"/>
                  <a:gd name="connsiteY7" fmla="*/ 2976372 h 2976371"/>
                  <a:gd name="connsiteX8" fmla="*/ 978431 w 1033267"/>
                  <a:gd name="connsiteY8" fmla="*/ 2960118 h 2976371"/>
                  <a:gd name="connsiteX9" fmla="*/ 994410 w 1033267"/>
                  <a:gd name="connsiteY9" fmla="*/ 2890235 h 2976371"/>
                  <a:gd name="connsiteX10" fmla="*/ 991187 w 1033267"/>
                  <a:gd name="connsiteY10" fmla="*/ 2651783 h 2976371"/>
                  <a:gd name="connsiteX11" fmla="*/ 978294 w 1033267"/>
                  <a:gd name="connsiteY11" fmla="*/ 2116859 h 2976371"/>
                  <a:gd name="connsiteX12" fmla="*/ 981518 w 1033267"/>
                  <a:gd name="connsiteY12" fmla="*/ 1897745 h 2976371"/>
                  <a:gd name="connsiteX13" fmla="*/ 992696 w 1033267"/>
                  <a:gd name="connsiteY13" fmla="*/ 1210162 h 2976371"/>
                  <a:gd name="connsiteX14" fmla="*/ 988855 w 1033267"/>
                  <a:gd name="connsiteY14" fmla="*/ 1196103 h 2976371"/>
                  <a:gd name="connsiteX15" fmla="*/ 996811 w 1033267"/>
                  <a:gd name="connsiteY15" fmla="*/ 1178615 h 2976371"/>
                  <a:gd name="connsiteX16" fmla="*/ 1005726 w 1033267"/>
                  <a:gd name="connsiteY16" fmla="*/ 1137193 h 2976371"/>
                  <a:gd name="connsiteX17" fmla="*/ 1000857 w 1033267"/>
                  <a:gd name="connsiteY17" fmla="*/ 1055034 h 2976371"/>
                  <a:gd name="connsiteX18" fmla="*/ 981518 w 1033267"/>
                  <a:gd name="connsiteY18" fmla="*/ 929396 h 2976371"/>
                  <a:gd name="connsiteX19" fmla="*/ 950108 w 1033267"/>
                  <a:gd name="connsiteY19" fmla="*/ 810958 h 2976371"/>
                  <a:gd name="connsiteX20" fmla="*/ 911429 w 1033267"/>
                  <a:gd name="connsiteY20" fmla="*/ 685251 h 2976371"/>
                  <a:gd name="connsiteX21" fmla="*/ 843740 w 1033267"/>
                  <a:gd name="connsiteY21" fmla="*/ 487123 h 2976371"/>
                  <a:gd name="connsiteX22" fmla="*/ 635943 w 1033267"/>
                  <a:gd name="connsiteY22" fmla="*/ 271988 h 2976371"/>
                  <a:gd name="connsiteX23" fmla="*/ 413469 w 1033267"/>
                  <a:gd name="connsiteY23" fmla="*/ 223296 h 2976371"/>
                  <a:gd name="connsiteX24" fmla="*/ 392826 w 1033267"/>
                  <a:gd name="connsiteY24" fmla="*/ 221307 h 2976371"/>
                  <a:gd name="connsiteX25" fmla="*/ 392758 w 1033267"/>
                  <a:gd name="connsiteY25" fmla="*/ 221307 h 2976371"/>
                  <a:gd name="connsiteX26" fmla="*/ 391798 w 1033267"/>
                  <a:gd name="connsiteY26" fmla="*/ 221239 h 2976371"/>
                  <a:gd name="connsiteX27" fmla="*/ 244419 w 1033267"/>
                  <a:gd name="connsiteY27" fmla="*/ 122140 h 2976371"/>
                  <a:gd name="connsiteX28" fmla="*/ 0 w 1033267"/>
                  <a:gd name="connsiteY28" fmla="*/ 14676 h 2976371"/>
                  <a:gd name="connsiteX29" fmla="*/ 267256 w 1033267"/>
                  <a:gd name="connsiteY29" fmla="*/ 113019 h 2976371"/>
                  <a:gd name="connsiteX30" fmla="*/ 414703 w 1033267"/>
                  <a:gd name="connsiteY30" fmla="*/ 212117 h 2976371"/>
                  <a:gd name="connsiteX31" fmla="*/ 658780 w 1033267"/>
                  <a:gd name="connsiteY31" fmla="*/ 262867 h 2976371"/>
                  <a:gd name="connsiteX32" fmla="*/ 866646 w 1033267"/>
                  <a:gd name="connsiteY32" fmla="*/ 477933 h 2976371"/>
                  <a:gd name="connsiteX33" fmla="*/ 934334 w 1033267"/>
                  <a:gd name="connsiteY33" fmla="*/ 676130 h 2976371"/>
                  <a:gd name="connsiteX34" fmla="*/ 972945 w 1033267"/>
                  <a:gd name="connsiteY34" fmla="*/ 801837 h 2976371"/>
                  <a:gd name="connsiteX35" fmla="*/ 1004423 w 1033267"/>
                  <a:gd name="connsiteY35" fmla="*/ 920206 h 2976371"/>
                  <a:gd name="connsiteX36" fmla="*/ 1023694 w 1033267"/>
                  <a:gd name="connsiteY36" fmla="*/ 1045913 h 2976371"/>
                  <a:gd name="connsiteX37" fmla="*/ 1028563 w 1033267"/>
                  <a:gd name="connsiteY37" fmla="*/ 1128072 h 2976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33267" h="2976371">
                    <a:moveTo>
                      <a:pt x="1028563" y="1128072"/>
                    </a:moveTo>
                    <a:cubicBezTo>
                      <a:pt x="1024380" y="1156053"/>
                      <a:pt x="1020128" y="1172717"/>
                      <a:pt x="1011692" y="1186914"/>
                    </a:cubicBezTo>
                    <a:cubicBezTo>
                      <a:pt x="1031101" y="1214688"/>
                      <a:pt x="1039330" y="1831360"/>
                      <a:pt x="1004423" y="1888556"/>
                    </a:cubicBezTo>
                    <a:cubicBezTo>
                      <a:pt x="968967" y="1946574"/>
                      <a:pt x="985083" y="2062612"/>
                      <a:pt x="1001200" y="2107669"/>
                    </a:cubicBezTo>
                    <a:cubicBezTo>
                      <a:pt x="1017247" y="2152794"/>
                      <a:pt x="1026917" y="2545963"/>
                      <a:pt x="1014024" y="2642593"/>
                    </a:cubicBezTo>
                    <a:cubicBezTo>
                      <a:pt x="1001200" y="2739290"/>
                      <a:pt x="997976" y="2835988"/>
                      <a:pt x="1017247" y="2881114"/>
                    </a:cubicBezTo>
                    <a:cubicBezTo>
                      <a:pt x="1024517" y="2897985"/>
                      <a:pt x="1026780" y="2935155"/>
                      <a:pt x="1001268" y="2950997"/>
                    </a:cubicBezTo>
                    <a:cubicBezTo>
                      <a:pt x="983918" y="2961833"/>
                      <a:pt x="967458" y="2970542"/>
                      <a:pt x="949285" y="2976372"/>
                    </a:cubicBezTo>
                    <a:cubicBezTo>
                      <a:pt x="959023" y="2971708"/>
                      <a:pt x="968556" y="2966222"/>
                      <a:pt x="978431" y="2960118"/>
                    </a:cubicBezTo>
                    <a:cubicBezTo>
                      <a:pt x="1003943" y="2944345"/>
                      <a:pt x="1001680" y="2907174"/>
                      <a:pt x="994410" y="2890235"/>
                    </a:cubicBezTo>
                    <a:cubicBezTo>
                      <a:pt x="975071" y="2845109"/>
                      <a:pt x="978294" y="2748412"/>
                      <a:pt x="991187" y="2651783"/>
                    </a:cubicBezTo>
                    <a:cubicBezTo>
                      <a:pt x="1004080" y="2555085"/>
                      <a:pt x="994410" y="2161984"/>
                      <a:pt x="978294" y="2116859"/>
                    </a:cubicBezTo>
                    <a:cubicBezTo>
                      <a:pt x="962178" y="2071733"/>
                      <a:pt x="946061" y="1955695"/>
                      <a:pt x="981518" y="1897745"/>
                    </a:cubicBezTo>
                    <a:cubicBezTo>
                      <a:pt x="1014024" y="1844527"/>
                      <a:pt x="1009086" y="1307546"/>
                      <a:pt x="992696" y="1210162"/>
                    </a:cubicBezTo>
                    <a:cubicBezTo>
                      <a:pt x="991461" y="1202893"/>
                      <a:pt x="990158" y="1198092"/>
                      <a:pt x="988855" y="1196103"/>
                    </a:cubicBezTo>
                    <a:cubicBezTo>
                      <a:pt x="992010" y="1190754"/>
                      <a:pt x="994616" y="1185130"/>
                      <a:pt x="996811" y="1178615"/>
                    </a:cubicBezTo>
                    <a:cubicBezTo>
                      <a:pt x="1000445" y="1167848"/>
                      <a:pt x="1003120" y="1154750"/>
                      <a:pt x="1005726" y="1137193"/>
                    </a:cubicBezTo>
                    <a:cubicBezTo>
                      <a:pt x="1012927" y="1088913"/>
                      <a:pt x="979117" y="1108184"/>
                      <a:pt x="1000857" y="1055034"/>
                    </a:cubicBezTo>
                    <a:cubicBezTo>
                      <a:pt x="1022597" y="1001885"/>
                      <a:pt x="1003257" y="994615"/>
                      <a:pt x="981518" y="929396"/>
                    </a:cubicBezTo>
                    <a:cubicBezTo>
                      <a:pt x="959777" y="864107"/>
                      <a:pt x="952508" y="873777"/>
                      <a:pt x="950108" y="810958"/>
                    </a:cubicBezTo>
                    <a:cubicBezTo>
                      <a:pt x="947707" y="748139"/>
                      <a:pt x="930768" y="748139"/>
                      <a:pt x="911429" y="685251"/>
                    </a:cubicBezTo>
                    <a:cubicBezTo>
                      <a:pt x="892089" y="622432"/>
                      <a:pt x="892089" y="586153"/>
                      <a:pt x="843740" y="487123"/>
                    </a:cubicBezTo>
                    <a:cubicBezTo>
                      <a:pt x="795460" y="388025"/>
                      <a:pt x="720502" y="310667"/>
                      <a:pt x="635943" y="271988"/>
                    </a:cubicBezTo>
                    <a:cubicBezTo>
                      <a:pt x="570380" y="242018"/>
                      <a:pt x="459966" y="228028"/>
                      <a:pt x="413469" y="223296"/>
                    </a:cubicBezTo>
                    <a:cubicBezTo>
                      <a:pt x="402771" y="222130"/>
                      <a:pt x="395432" y="221513"/>
                      <a:pt x="392826" y="221307"/>
                    </a:cubicBezTo>
                    <a:lnTo>
                      <a:pt x="392758" y="221307"/>
                    </a:lnTo>
                    <a:cubicBezTo>
                      <a:pt x="392141" y="221239"/>
                      <a:pt x="391798" y="221239"/>
                      <a:pt x="391798" y="221239"/>
                    </a:cubicBezTo>
                    <a:cubicBezTo>
                      <a:pt x="391798" y="221239"/>
                      <a:pt x="292700" y="168089"/>
                      <a:pt x="244419" y="122140"/>
                    </a:cubicBezTo>
                    <a:cubicBezTo>
                      <a:pt x="204711" y="84421"/>
                      <a:pt x="101293" y="-15294"/>
                      <a:pt x="0" y="14676"/>
                    </a:cubicBezTo>
                    <a:cubicBezTo>
                      <a:pt x="108151" y="-39914"/>
                      <a:pt x="224531" y="72420"/>
                      <a:pt x="267256" y="113019"/>
                    </a:cubicBezTo>
                    <a:cubicBezTo>
                      <a:pt x="315605" y="158899"/>
                      <a:pt x="414703" y="212117"/>
                      <a:pt x="414703" y="212117"/>
                    </a:cubicBezTo>
                    <a:cubicBezTo>
                      <a:pt x="414703" y="212117"/>
                      <a:pt x="574221" y="224187"/>
                      <a:pt x="658780" y="262867"/>
                    </a:cubicBezTo>
                    <a:cubicBezTo>
                      <a:pt x="743339" y="301546"/>
                      <a:pt x="818297" y="378835"/>
                      <a:pt x="866646" y="477933"/>
                    </a:cubicBezTo>
                    <a:cubicBezTo>
                      <a:pt x="914995" y="577032"/>
                      <a:pt x="914995" y="613310"/>
                      <a:pt x="934334" y="676130"/>
                    </a:cubicBezTo>
                    <a:cubicBezTo>
                      <a:pt x="953605" y="738949"/>
                      <a:pt x="970544" y="738949"/>
                      <a:pt x="972945" y="801837"/>
                    </a:cubicBezTo>
                    <a:cubicBezTo>
                      <a:pt x="975414" y="864656"/>
                      <a:pt x="982615" y="854986"/>
                      <a:pt x="1004423" y="920206"/>
                    </a:cubicBezTo>
                    <a:cubicBezTo>
                      <a:pt x="1026163" y="985494"/>
                      <a:pt x="1045502" y="992764"/>
                      <a:pt x="1023694" y="1045913"/>
                    </a:cubicBezTo>
                    <a:cubicBezTo>
                      <a:pt x="1001954" y="1099063"/>
                      <a:pt x="1035833" y="1079723"/>
                      <a:pt x="1028563" y="1128072"/>
                    </a:cubicBezTo>
                    <a:close/>
                  </a:path>
                </a:pathLst>
              </a:custGeom>
              <a:solidFill>
                <a:srgbClr val="FFFFFF">
                  <a:alpha val="85000"/>
                </a:srgbClr>
              </a:solidFill>
              <a:ln w="6858"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2BA9BFEB-5CBD-7482-384C-D3B761FDD93D}"/>
                  </a:ext>
                </a:extLst>
              </p:cNvPr>
              <p:cNvSpPr/>
              <p:nvPr/>
            </p:nvSpPr>
            <p:spPr>
              <a:xfrm>
                <a:off x="12817152" y="3280053"/>
                <a:ext cx="306108" cy="320892"/>
              </a:xfrm>
              <a:custGeom>
                <a:avLst/>
                <a:gdLst>
                  <a:gd name="connsiteX0" fmla="*/ 240135 w 306108"/>
                  <a:gd name="connsiteY0" fmla="*/ 320687 h 320892"/>
                  <a:gd name="connsiteX1" fmla="*/ 156330 w 306108"/>
                  <a:gd name="connsiteY1" fmla="*/ 277207 h 320892"/>
                  <a:gd name="connsiteX2" fmla="*/ 54832 w 306108"/>
                  <a:gd name="connsiteY2" fmla="*/ 238528 h 320892"/>
                  <a:gd name="connsiteX3" fmla="*/ 25822 w 306108"/>
                  <a:gd name="connsiteY3" fmla="*/ 185379 h 320892"/>
                  <a:gd name="connsiteX4" fmla="*/ 2162 w 306108"/>
                  <a:gd name="connsiteY4" fmla="*/ 132160 h 320892"/>
                  <a:gd name="connsiteX5" fmla="*/ 36384 w 306108"/>
                  <a:gd name="connsiteY5" fmla="*/ 80863 h 320892"/>
                  <a:gd name="connsiteX6" fmla="*/ 122452 w 306108"/>
                  <a:gd name="connsiteY6" fmla="*/ 106443 h 320892"/>
                  <a:gd name="connsiteX7" fmla="*/ 164354 w 306108"/>
                  <a:gd name="connsiteY7" fmla="*/ 75856 h 320892"/>
                  <a:gd name="connsiteX8" fmla="*/ 145015 w 306108"/>
                  <a:gd name="connsiteY8" fmla="*/ 38823 h 320892"/>
                  <a:gd name="connsiteX9" fmla="*/ 122452 w 306108"/>
                  <a:gd name="connsiteY9" fmla="*/ 17906 h 320892"/>
                  <a:gd name="connsiteX10" fmla="*/ 182871 w 306108"/>
                  <a:gd name="connsiteY10" fmla="*/ 9882 h 320892"/>
                  <a:gd name="connsiteX11" fmla="*/ 233620 w 306108"/>
                  <a:gd name="connsiteY11" fmla="*/ 117827 h 320892"/>
                  <a:gd name="connsiteX12" fmla="*/ 306109 w 306108"/>
                  <a:gd name="connsiteY12" fmla="*/ 198409 h 320892"/>
                  <a:gd name="connsiteX13" fmla="*/ 240067 w 306108"/>
                  <a:gd name="connsiteY13" fmla="*/ 320893 h 320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6108" h="320892">
                    <a:moveTo>
                      <a:pt x="240135" y="320687"/>
                    </a:moveTo>
                    <a:cubicBezTo>
                      <a:pt x="240135" y="320687"/>
                      <a:pt x="174092" y="285231"/>
                      <a:pt x="156330" y="277207"/>
                    </a:cubicBezTo>
                    <a:cubicBezTo>
                      <a:pt x="138637" y="269183"/>
                      <a:pt x="72525" y="259514"/>
                      <a:pt x="54832" y="238528"/>
                    </a:cubicBezTo>
                    <a:cubicBezTo>
                      <a:pt x="37138" y="217611"/>
                      <a:pt x="29046" y="195048"/>
                      <a:pt x="25822" y="185379"/>
                    </a:cubicBezTo>
                    <a:cubicBezTo>
                      <a:pt x="22599" y="175709"/>
                      <a:pt x="-8330" y="152392"/>
                      <a:pt x="2162" y="132160"/>
                    </a:cubicBezTo>
                    <a:cubicBezTo>
                      <a:pt x="14987" y="107540"/>
                      <a:pt x="27537" y="75993"/>
                      <a:pt x="36384" y="80863"/>
                    </a:cubicBezTo>
                    <a:cubicBezTo>
                      <a:pt x="45231" y="85732"/>
                      <a:pt x="91865" y="114467"/>
                      <a:pt x="122452" y="106443"/>
                    </a:cubicBezTo>
                    <a:cubicBezTo>
                      <a:pt x="153039" y="98419"/>
                      <a:pt x="159485" y="85526"/>
                      <a:pt x="164354" y="75856"/>
                    </a:cubicBezTo>
                    <a:cubicBezTo>
                      <a:pt x="169155" y="66186"/>
                      <a:pt x="145015" y="38823"/>
                      <a:pt x="145015" y="38823"/>
                    </a:cubicBezTo>
                    <a:cubicBezTo>
                      <a:pt x="145015" y="38823"/>
                      <a:pt x="125675" y="45270"/>
                      <a:pt x="122452" y="17906"/>
                    </a:cubicBezTo>
                    <a:cubicBezTo>
                      <a:pt x="119228" y="-9457"/>
                      <a:pt x="162708" y="213"/>
                      <a:pt x="182871" y="9882"/>
                    </a:cubicBezTo>
                    <a:cubicBezTo>
                      <a:pt x="203033" y="19552"/>
                      <a:pt x="219150" y="88818"/>
                      <a:pt x="233620" y="117827"/>
                    </a:cubicBezTo>
                    <a:cubicBezTo>
                      <a:pt x="248090" y="146837"/>
                      <a:pt x="306109" y="198409"/>
                      <a:pt x="306109" y="198409"/>
                    </a:cubicBezTo>
                    <a:cubicBezTo>
                      <a:pt x="306109" y="198409"/>
                      <a:pt x="294862" y="282214"/>
                      <a:pt x="240067" y="320893"/>
                    </a:cubicBezTo>
                    <a:close/>
                  </a:path>
                </a:pathLst>
              </a:custGeom>
              <a:solidFill>
                <a:srgbClr val="4C995C"/>
              </a:solidFill>
              <a:ln w="6858"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34307C1A-BD29-DEBD-31D4-BFF63B789C6B}"/>
                  </a:ext>
                </a:extLst>
              </p:cNvPr>
              <p:cNvSpPr/>
              <p:nvPr/>
            </p:nvSpPr>
            <p:spPr>
              <a:xfrm>
                <a:off x="13121821" y="3195981"/>
                <a:ext cx="241055" cy="417122"/>
              </a:xfrm>
              <a:custGeom>
                <a:avLst/>
                <a:gdLst>
                  <a:gd name="connsiteX0" fmla="*/ 233721 w 241055"/>
                  <a:gd name="connsiteY0" fmla="*/ 409697 h 417122"/>
                  <a:gd name="connsiteX1" fmla="*/ 168570 w 241055"/>
                  <a:gd name="connsiteY1" fmla="*/ 395981 h 417122"/>
                  <a:gd name="connsiteX2" fmla="*/ 53081 w 241055"/>
                  <a:gd name="connsiteY2" fmla="*/ 335425 h 417122"/>
                  <a:gd name="connsiteX3" fmla="*/ 2812 w 241055"/>
                  <a:gd name="connsiteY3" fmla="*/ 291945 h 417122"/>
                  <a:gd name="connsiteX4" fmla="*/ 0 w 241055"/>
                  <a:gd name="connsiteY4" fmla="*/ 291328 h 417122"/>
                  <a:gd name="connsiteX5" fmla="*/ 1577 w 241055"/>
                  <a:gd name="connsiteY5" fmla="*/ 282275 h 417122"/>
                  <a:gd name="connsiteX6" fmla="*/ 0 w 241055"/>
                  <a:gd name="connsiteY6" fmla="*/ 280835 h 417122"/>
                  <a:gd name="connsiteX7" fmla="*/ 40256 w 241055"/>
                  <a:gd name="connsiteY7" fmla="*/ 296746 h 417122"/>
                  <a:gd name="connsiteX8" fmla="*/ 158626 w 241055"/>
                  <a:gd name="connsiteY8" fmla="*/ 366834 h 417122"/>
                  <a:gd name="connsiteX9" fmla="*/ 216644 w 241055"/>
                  <a:gd name="connsiteY9" fmla="*/ 383774 h 417122"/>
                  <a:gd name="connsiteX10" fmla="*/ 216644 w 241055"/>
                  <a:gd name="connsiteY10" fmla="*/ 308884 h 417122"/>
                  <a:gd name="connsiteX11" fmla="*/ 206974 w 241055"/>
                  <a:gd name="connsiteY11" fmla="*/ 233926 h 417122"/>
                  <a:gd name="connsiteX12" fmla="*/ 180366 w 241055"/>
                  <a:gd name="connsiteY12" fmla="*/ 57539 h 417122"/>
                  <a:gd name="connsiteX13" fmla="*/ 198334 w 241055"/>
                  <a:gd name="connsiteY13" fmla="*/ 0 h 417122"/>
                  <a:gd name="connsiteX14" fmla="*/ 205123 w 241055"/>
                  <a:gd name="connsiteY14" fmla="*/ 99921 h 417122"/>
                  <a:gd name="connsiteX15" fmla="*/ 229126 w 241055"/>
                  <a:gd name="connsiteY15" fmla="*/ 229126 h 417122"/>
                  <a:gd name="connsiteX16" fmla="*/ 238247 w 241055"/>
                  <a:gd name="connsiteY16" fmla="*/ 280561 h 417122"/>
                  <a:gd name="connsiteX17" fmla="*/ 232555 w 241055"/>
                  <a:gd name="connsiteY17" fmla="*/ 342283 h 417122"/>
                  <a:gd name="connsiteX18" fmla="*/ 233721 w 241055"/>
                  <a:gd name="connsiteY18" fmla="*/ 409697 h 417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1055" h="417122">
                    <a:moveTo>
                      <a:pt x="233721" y="409697"/>
                    </a:moveTo>
                    <a:cubicBezTo>
                      <a:pt x="213147" y="423413"/>
                      <a:pt x="207386" y="417721"/>
                      <a:pt x="168570" y="395981"/>
                    </a:cubicBezTo>
                    <a:cubicBezTo>
                      <a:pt x="129685" y="374241"/>
                      <a:pt x="67963" y="352570"/>
                      <a:pt x="53081" y="335425"/>
                    </a:cubicBezTo>
                    <a:cubicBezTo>
                      <a:pt x="38268" y="318280"/>
                      <a:pt x="22220" y="294277"/>
                      <a:pt x="2812" y="291945"/>
                    </a:cubicBezTo>
                    <a:cubicBezTo>
                      <a:pt x="1920" y="291808"/>
                      <a:pt x="1029" y="291671"/>
                      <a:pt x="0" y="291328"/>
                    </a:cubicBezTo>
                    <a:cubicBezTo>
                      <a:pt x="1097" y="285636"/>
                      <a:pt x="1577" y="282275"/>
                      <a:pt x="1577" y="282275"/>
                    </a:cubicBezTo>
                    <a:cubicBezTo>
                      <a:pt x="1577" y="282275"/>
                      <a:pt x="1029" y="281795"/>
                      <a:pt x="0" y="280835"/>
                    </a:cubicBezTo>
                    <a:cubicBezTo>
                      <a:pt x="12139" y="282412"/>
                      <a:pt x="29832" y="286390"/>
                      <a:pt x="40256" y="296746"/>
                    </a:cubicBezTo>
                    <a:cubicBezTo>
                      <a:pt x="57127" y="313685"/>
                      <a:pt x="139286" y="366834"/>
                      <a:pt x="158626" y="366834"/>
                    </a:cubicBezTo>
                    <a:cubicBezTo>
                      <a:pt x="177965" y="366834"/>
                      <a:pt x="221514" y="417584"/>
                      <a:pt x="216644" y="383774"/>
                    </a:cubicBezTo>
                    <a:cubicBezTo>
                      <a:pt x="211844" y="349964"/>
                      <a:pt x="194905" y="333024"/>
                      <a:pt x="216644" y="308884"/>
                    </a:cubicBezTo>
                    <a:cubicBezTo>
                      <a:pt x="238384" y="284676"/>
                      <a:pt x="206974" y="270205"/>
                      <a:pt x="206974" y="233926"/>
                    </a:cubicBezTo>
                    <a:cubicBezTo>
                      <a:pt x="206974" y="197648"/>
                      <a:pt x="173165" y="108288"/>
                      <a:pt x="180366" y="57539"/>
                    </a:cubicBezTo>
                    <a:cubicBezTo>
                      <a:pt x="182354" y="43548"/>
                      <a:pt x="189075" y="22906"/>
                      <a:pt x="198334" y="0"/>
                    </a:cubicBezTo>
                    <a:cubicBezTo>
                      <a:pt x="197442" y="23660"/>
                      <a:pt x="197511" y="68649"/>
                      <a:pt x="205123" y="99921"/>
                    </a:cubicBezTo>
                    <a:cubicBezTo>
                      <a:pt x="215410" y="142235"/>
                      <a:pt x="230292" y="207386"/>
                      <a:pt x="229126" y="229126"/>
                    </a:cubicBezTo>
                    <a:cubicBezTo>
                      <a:pt x="227960" y="250797"/>
                      <a:pt x="234818" y="270274"/>
                      <a:pt x="238247" y="280561"/>
                    </a:cubicBezTo>
                    <a:cubicBezTo>
                      <a:pt x="241676" y="290848"/>
                      <a:pt x="244008" y="335425"/>
                      <a:pt x="232555" y="342283"/>
                    </a:cubicBezTo>
                    <a:cubicBezTo>
                      <a:pt x="221102" y="349141"/>
                      <a:pt x="254295" y="395981"/>
                      <a:pt x="233721" y="409697"/>
                    </a:cubicBezTo>
                    <a:close/>
                  </a:path>
                </a:pathLst>
              </a:custGeom>
              <a:solidFill>
                <a:srgbClr val="FFFFFF">
                  <a:alpha val="85000"/>
                </a:srgbClr>
              </a:solidFill>
              <a:ln w="6858"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8ECFD87B-7329-4BBA-AA45-192E097661A7}"/>
                  </a:ext>
                </a:extLst>
              </p:cNvPr>
              <p:cNvSpPr/>
              <p:nvPr/>
            </p:nvSpPr>
            <p:spPr>
              <a:xfrm>
                <a:off x="12940907" y="3279858"/>
                <a:ext cx="180914" cy="199839"/>
              </a:xfrm>
              <a:custGeom>
                <a:avLst/>
                <a:gdLst>
                  <a:gd name="connsiteX0" fmla="*/ 180914 w 180914"/>
                  <a:gd name="connsiteY0" fmla="*/ 196959 h 199839"/>
                  <a:gd name="connsiteX1" fmla="*/ 167953 w 180914"/>
                  <a:gd name="connsiteY1" fmla="*/ 195999 h 199839"/>
                  <a:gd name="connsiteX2" fmla="*/ 166512 w 180914"/>
                  <a:gd name="connsiteY2" fmla="*/ 199839 h 199839"/>
                  <a:gd name="connsiteX3" fmla="*/ 96835 w 180914"/>
                  <a:gd name="connsiteY3" fmla="*/ 122344 h 199839"/>
                  <a:gd name="connsiteX4" fmla="*/ 52258 w 180914"/>
                  <a:gd name="connsiteY4" fmla="*/ 16045 h 199839"/>
                  <a:gd name="connsiteX5" fmla="*/ 0 w 180914"/>
                  <a:gd name="connsiteY5" fmla="*/ 8569 h 199839"/>
                  <a:gd name="connsiteX6" fmla="*/ 59185 w 180914"/>
                  <a:gd name="connsiteY6" fmla="*/ 9872 h 199839"/>
                  <a:gd name="connsiteX7" fmla="*/ 109934 w 180914"/>
                  <a:gd name="connsiteY7" fmla="*/ 117817 h 199839"/>
                  <a:gd name="connsiteX8" fmla="*/ 180914 w 180914"/>
                  <a:gd name="connsiteY8" fmla="*/ 196959 h 199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914" h="199839">
                    <a:moveTo>
                      <a:pt x="180914" y="196959"/>
                    </a:moveTo>
                    <a:cubicBezTo>
                      <a:pt x="173302" y="195999"/>
                      <a:pt x="167953" y="195999"/>
                      <a:pt x="167953" y="195999"/>
                    </a:cubicBezTo>
                    <a:lnTo>
                      <a:pt x="166512" y="199839"/>
                    </a:lnTo>
                    <a:cubicBezTo>
                      <a:pt x="143812" y="183997"/>
                      <a:pt x="111854" y="148747"/>
                      <a:pt x="96835" y="122344"/>
                    </a:cubicBezTo>
                    <a:cubicBezTo>
                      <a:pt x="77427" y="88054"/>
                      <a:pt x="75164" y="22903"/>
                      <a:pt x="52258" y="16045"/>
                    </a:cubicBezTo>
                    <a:cubicBezTo>
                      <a:pt x="33261" y="10352"/>
                      <a:pt x="11933" y="5483"/>
                      <a:pt x="0" y="8569"/>
                    </a:cubicBezTo>
                    <a:cubicBezTo>
                      <a:pt x="7269" y="-6793"/>
                      <a:pt x="41903" y="1574"/>
                      <a:pt x="59185" y="9872"/>
                    </a:cubicBezTo>
                    <a:cubicBezTo>
                      <a:pt x="79347" y="19542"/>
                      <a:pt x="95463" y="88808"/>
                      <a:pt x="109934" y="117817"/>
                    </a:cubicBezTo>
                    <a:cubicBezTo>
                      <a:pt x="123033" y="144015"/>
                      <a:pt x="171587" y="188523"/>
                      <a:pt x="180914" y="196959"/>
                    </a:cubicBezTo>
                    <a:close/>
                  </a:path>
                </a:pathLst>
              </a:custGeom>
              <a:solidFill>
                <a:srgbClr val="49B462"/>
              </a:solidFill>
              <a:ln w="6858"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8603704E-72D5-74AC-3DD7-8460C43D5E20}"/>
                  </a:ext>
                </a:extLst>
              </p:cNvPr>
              <p:cNvSpPr/>
              <p:nvPr/>
            </p:nvSpPr>
            <p:spPr>
              <a:xfrm>
                <a:off x="13285590" y="3915169"/>
                <a:ext cx="554812" cy="124298"/>
              </a:xfrm>
              <a:custGeom>
                <a:avLst/>
                <a:gdLst>
                  <a:gd name="connsiteX0" fmla="*/ 554812 w 554812"/>
                  <a:gd name="connsiteY0" fmla="*/ 2959 h 124298"/>
                  <a:gd name="connsiteX1" fmla="*/ 346398 w 554812"/>
                  <a:gd name="connsiteY1" fmla="*/ 49731 h 124298"/>
                  <a:gd name="connsiteX2" fmla="*/ 165689 w 554812"/>
                  <a:gd name="connsiteY2" fmla="*/ 96845 h 124298"/>
                  <a:gd name="connsiteX3" fmla="*/ 0 w 554812"/>
                  <a:gd name="connsiteY3" fmla="*/ 63653 h 124298"/>
                  <a:gd name="connsiteX4" fmla="*/ 116860 w 554812"/>
                  <a:gd name="connsiteY4" fmla="*/ 95131 h 124298"/>
                  <a:gd name="connsiteX5" fmla="*/ 296883 w 554812"/>
                  <a:gd name="connsiteY5" fmla="*/ 108847 h 124298"/>
                  <a:gd name="connsiteX6" fmla="*/ 416967 w 554812"/>
                  <a:gd name="connsiteY6" fmla="*/ 25179 h 124298"/>
                  <a:gd name="connsiteX7" fmla="*/ 554812 w 554812"/>
                  <a:gd name="connsiteY7" fmla="*/ 2959 h 124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4812" h="124298">
                    <a:moveTo>
                      <a:pt x="554812" y="2959"/>
                    </a:moveTo>
                    <a:cubicBezTo>
                      <a:pt x="554812" y="2959"/>
                      <a:pt x="400919" y="-17615"/>
                      <a:pt x="346398" y="49731"/>
                    </a:cubicBezTo>
                    <a:cubicBezTo>
                      <a:pt x="291877" y="117077"/>
                      <a:pt x="206357" y="111796"/>
                      <a:pt x="165689" y="96845"/>
                    </a:cubicBezTo>
                    <a:cubicBezTo>
                      <a:pt x="125090" y="81895"/>
                      <a:pt x="42725" y="59332"/>
                      <a:pt x="0" y="63653"/>
                    </a:cubicBezTo>
                    <a:cubicBezTo>
                      <a:pt x="0" y="63653"/>
                      <a:pt x="86891" y="78055"/>
                      <a:pt x="116860" y="95131"/>
                    </a:cubicBezTo>
                    <a:cubicBezTo>
                      <a:pt x="146830" y="112207"/>
                      <a:pt x="243459" y="143068"/>
                      <a:pt x="296883" y="108847"/>
                    </a:cubicBezTo>
                    <a:cubicBezTo>
                      <a:pt x="350307" y="74626"/>
                      <a:pt x="369920" y="38004"/>
                      <a:pt x="416967" y="25179"/>
                    </a:cubicBezTo>
                    <a:cubicBezTo>
                      <a:pt x="464012" y="12355"/>
                      <a:pt x="554812" y="2959"/>
                      <a:pt x="554812" y="2959"/>
                    </a:cubicBezTo>
                    <a:close/>
                  </a:path>
                </a:pathLst>
              </a:custGeom>
              <a:solidFill>
                <a:schemeClr val="tx1">
                  <a:alpha val="17000"/>
                </a:schemeClr>
              </a:solidFill>
              <a:ln w="6858"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1D4F4B85-7464-3DB0-793E-BACAF5E24350}"/>
                  </a:ext>
                </a:extLst>
              </p:cNvPr>
              <p:cNvSpPr/>
              <p:nvPr/>
            </p:nvSpPr>
            <p:spPr>
              <a:xfrm>
                <a:off x="13564574" y="3789793"/>
                <a:ext cx="274297" cy="102961"/>
              </a:xfrm>
              <a:custGeom>
                <a:avLst/>
                <a:gdLst>
                  <a:gd name="connsiteX0" fmla="*/ 274251 w 274297"/>
                  <a:gd name="connsiteY0" fmla="*/ 297 h 102961"/>
                  <a:gd name="connsiteX1" fmla="*/ 0 w 274297"/>
                  <a:gd name="connsiteY1" fmla="*/ 102961 h 102961"/>
                  <a:gd name="connsiteX2" fmla="*/ 274251 w 274297"/>
                  <a:gd name="connsiteY2" fmla="*/ 297 h 102961"/>
                </a:gdLst>
                <a:ahLst/>
                <a:cxnLst>
                  <a:cxn ang="0">
                    <a:pos x="connsiteX0" y="connsiteY0"/>
                  </a:cxn>
                  <a:cxn ang="0">
                    <a:pos x="connsiteX1" y="connsiteY1"/>
                  </a:cxn>
                  <a:cxn ang="0">
                    <a:pos x="connsiteX2" y="connsiteY2"/>
                  </a:cxn>
                </a:cxnLst>
                <a:rect l="l" t="t" r="r" b="b"/>
                <a:pathLst>
                  <a:path w="274297" h="102961">
                    <a:moveTo>
                      <a:pt x="274251" y="297"/>
                    </a:moveTo>
                    <a:cubicBezTo>
                      <a:pt x="276789" y="-4915"/>
                      <a:pt x="174810" y="59619"/>
                      <a:pt x="0" y="102961"/>
                    </a:cubicBezTo>
                    <a:cubicBezTo>
                      <a:pt x="0" y="102961"/>
                      <a:pt x="245379" y="59687"/>
                      <a:pt x="274251" y="297"/>
                    </a:cubicBezTo>
                    <a:close/>
                  </a:path>
                </a:pathLst>
              </a:custGeom>
              <a:solidFill>
                <a:schemeClr val="tx1">
                  <a:alpha val="17000"/>
                </a:schemeClr>
              </a:solidFill>
              <a:ln w="6858"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925F883C-9DB3-2A18-50C9-757002D9D0C5}"/>
                  </a:ext>
                </a:extLst>
              </p:cNvPr>
              <p:cNvSpPr/>
              <p:nvPr/>
            </p:nvSpPr>
            <p:spPr>
              <a:xfrm>
                <a:off x="13672038" y="3405219"/>
                <a:ext cx="75465" cy="181188"/>
              </a:xfrm>
              <a:custGeom>
                <a:avLst/>
                <a:gdLst>
                  <a:gd name="connsiteX0" fmla="*/ 75369 w 75465"/>
                  <a:gd name="connsiteY0" fmla="*/ 0 h 181188"/>
                  <a:gd name="connsiteX1" fmla="*/ 0 w 75465"/>
                  <a:gd name="connsiteY1" fmla="*/ 181188 h 181188"/>
                  <a:gd name="connsiteX2" fmla="*/ 75369 w 75465"/>
                  <a:gd name="connsiteY2" fmla="*/ 0 h 181188"/>
                </a:gdLst>
                <a:ahLst/>
                <a:cxnLst>
                  <a:cxn ang="0">
                    <a:pos x="connsiteX0" y="connsiteY0"/>
                  </a:cxn>
                  <a:cxn ang="0">
                    <a:pos x="connsiteX1" y="connsiteY1"/>
                  </a:cxn>
                  <a:cxn ang="0">
                    <a:pos x="connsiteX2" y="connsiteY2"/>
                  </a:cxn>
                </a:cxnLst>
                <a:rect l="l" t="t" r="r" b="b"/>
                <a:pathLst>
                  <a:path w="75465" h="181188">
                    <a:moveTo>
                      <a:pt x="75369" y="0"/>
                    </a:moveTo>
                    <a:cubicBezTo>
                      <a:pt x="75369" y="0"/>
                      <a:pt x="44920" y="131536"/>
                      <a:pt x="0" y="181188"/>
                    </a:cubicBezTo>
                    <a:cubicBezTo>
                      <a:pt x="0" y="181188"/>
                      <a:pt x="78593" y="123444"/>
                      <a:pt x="75369" y="0"/>
                    </a:cubicBezTo>
                    <a:close/>
                  </a:path>
                </a:pathLst>
              </a:custGeom>
              <a:solidFill>
                <a:schemeClr val="tx1">
                  <a:alpha val="17000"/>
                </a:schemeClr>
              </a:solidFill>
              <a:ln w="6858"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6131218B-6420-41AD-E2C5-287FE6F3D56F}"/>
                  </a:ext>
                </a:extLst>
              </p:cNvPr>
              <p:cNvSpPr/>
              <p:nvPr/>
            </p:nvSpPr>
            <p:spPr>
              <a:xfrm>
                <a:off x="13244991" y="4208633"/>
                <a:ext cx="371018" cy="108215"/>
              </a:xfrm>
              <a:custGeom>
                <a:avLst/>
                <a:gdLst>
                  <a:gd name="connsiteX0" fmla="*/ 370950 w 371018"/>
                  <a:gd name="connsiteY0" fmla="*/ 69 h 108215"/>
                  <a:gd name="connsiteX1" fmla="*/ 194562 w 371018"/>
                  <a:gd name="connsiteY1" fmla="*/ 80239 h 108215"/>
                  <a:gd name="connsiteX2" fmla="*/ 0 w 371018"/>
                  <a:gd name="connsiteY2" fmla="*/ 48143 h 108215"/>
                  <a:gd name="connsiteX3" fmla="*/ 211707 w 371018"/>
                  <a:gd name="connsiteY3" fmla="*/ 108014 h 108215"/>
                  <a:gd name="connsiteX4" fmla="*/ 371018 w 371018"/>
                  <a:gd name="connsiteY4" fmla="*/ 0 h 108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1018" h="108215">
                    <a:moveTo>
                      <a:pt x="370950" y="69"/>
                    </a:moveTo>
                    <a:cubicBezTo>
                      <a:pt x="370950" y="69"/>
                      <a:pt x="223434" y="86685"/>
                      <a:pt x="194562" y="80239"/>
                    </a:cubicBezTo>
                    <a:cubicBezTo>
                      <a:pt x="165690" y="73792"/>
                      <a:pt x="0" y="48143"/>
                      <a:pt x="0" y="48143"/>
                    </a:cubicBezTo>
                    <a:cubicBezTo>
                      <a:pt x="0" y="48143"/>
                      <a:pt x="183863" y="112265"/>
                      <a:pt x="211707" y="108014"/>
                    </a:cubicBezTo>
                    <a:cubicBezTo>
                      <a:pt x="239481" y="103762"/>
                      <a:pt x="371018" y="0"/>
                      <a:pt x="371018" y="0"/>
                    </a:cubicBezTo>
                    <a:close/>
                  </a:path>
                </a:pathLst>
              </a:custGeom>
              <a:solidFill>
                <a:schemeClr val="tx1">
                  <a:alpha val="17000"/>
                </a:schemeClr>
              </a:solidFill>
              <a:ln w="6858"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D4765443-1069-7071-94AC-E67072FA1494}"/>
                  </a:ext>
                </a:extLst>
              </p:cNvPr>
              <p:cNvSpPr/>
              <p:nvPr/>
            </p:nvSpPr>
            <p:spPr>
              <a:xfrm>
                <a:off x="13285521" y="4111318"/>
                <a:ext cx="414840" cy="119361"/>
              </a:xfrm>
              <a:custGeom>
                <a:avLst/>
                <a:gdLst>
                  <a:gd name="connsiteX0" fmla="*/ 414841 w 414840"/>
                  <a:gd name="connsiteY0" fmla="*/ 69 h 119361"/>
                  <a:gd name="connsiteX1" fmla="*/ 196756 w 414840"/>
                  <a:gd name="connsiteY1" fmla="*/ 98412 h 119361"/>
                  <a:gd name="connsiteX2" fmla="*/ 0 w 414840"/>
                  <a:gd name="connsiteY2" fmla="*/ 68443 h 119361"/>
                  <a:gd name="connsiteX3" fmla="*/ 198882 w 414840"/>
                  <a:gd name="connsiteY3" fmla="*/ 117615 h 119361"/>
                  <a:gd name="connsiteX4" fmla="*/ 414841 w 414840"/>
                  <a:gd name="connsiteY4" fmla="*/ 0 h 11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840" h="119361">
                    <a:moveTo>
                      <a:pt x="414841" y="69"/>
                    </a:moveTo>
                    <a:cubicBezTo>
                      <a:pt x="414841" y="69"/>
                      <a:pt x="273703" y="89908"/>
                      <a:pt x="196756" y="98412"/>
                    </a:cubicBezTo>
                    <a:cubicBezTo>
                      <a:pt x="119809" y="106985"/>
                      <a:pt x="0" y="68443"/>
                      <a:pt x="0" y="68443"/>
                    </a:cubicBezTo>
                    <a:cubicBezTo>
                      <a:pt x="0" y="68443"/>
                      <a:pt x="130439" y="130439"/>
                      <a:pt x="198882" y="117615"/>
                    </a:cubicBezTo>
                    <a:cubicBezTo>
                      <a:pt x="267325" y="104790"/>
                      <a:pt x="414841" y="0"/>
                      <a:pt x="414841" y="0"/>
                    </a:cubicBezTo>
                    <a:close/>
                  </a:path>
                </a:pathLst>
              </a:custGeom>
              <a:solidFill>
                <a:schemeClr val="tx1">
                  <a:alpha val="17000"/>
                </a:schemeClr>
              </a:solidFill>
              <a:ln w="6858"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4F0EE559-9FE5-CC4E-2763-A0946A88667A}"/>
                  </a:ext>
                </a:extLst>
              </p:cNvPr>
              <p:cNvSpPr/>
              <p:nvPr/>
            </p:nvSpPr>
            <p:spPr>
              <a:xfrm>
                <a:off x="12457845" y="3334787"/>
                <a:ext cx="267925" cy="261358"/>
              </a:xfrm>
              <a:custGeom>
                <a:avLst/>
                <a:gdLst>
                  <a:gd name="connsiteX0" fmla="*/ 142493 w 267925"/>
                  <a:gd name="connsiteY0" fmla="*/ 122621 h 261358"/>
                  <a:gd name="connsiteX1" fmla="*/ 131177 w 267925"/>
                  <a:gd name="connsiteY1" fmla="*/ 4732 h 261358"/>
                  <a:gd name="connsiteX2" fmla="*/ 123633 w 267925"/>
                  <a:gd name="connsiteY2" fmla="*/ 126462 h 261358"/>
                  <a:gd name="connsiteX3" fmla="*/ 121 w 267925"/>
                  <a:gd name="connsiteY3" fmla="*/ 72146 h 261358"/>
                  <a:gd name="connsiteX4" fmla="*/ 114170 w 267925"/>
                  <a:gd name="connsiteY4" fmla="*/ 145321 h 261358"/>
                  <a:gd name="connsiteX5" fmla="*/ 52 w 267925"/>
                  <a:gd name="connsiteY5" fmla="*/ 161369 h 261358"/>
                  <a:gd name="connsiteX6" fmla="*/ 120822 w 267925"/>
                  <a:gd name="connsiteY6" fmla="*/ 165141 h 261358"/>
                  <a:gd name="connsiteX7" fmla="*/ 115130 w 267925"/>
                  <a:gd name="connsiteY7" fmla="*/ 261358 h 261358"/>
                  <a:gd name="connsiteX8" fmla="*/ 144345 w 267925"/>
                  <a:gd name="connsiteY8" fmla="*/ 172684 h 261358"/>
                  <a:gd name="connsiteX9" fmla="*/ 267926 w 267925"/>
                  <a:gd name="connsiteY9" fmla="*/ 234132 h 261358"/>
                  <a:gd name="connsiteX10" fmla="*/ 156620 w 267925"/>
                  <a:gd name="connsiteY10" fmla="*/ 150053 h 261358"/>
                  <a:gd name="connsiteX11" fmla="*/ 239671 w 267925"/>
                  <a:gd name="connsiteY11" fmla="*/ 124610 h 261358"/>
                  <a:gd name="connsiteX12" fmla="*/ 155729 w 267925"/>
                  <a:gd name="connsiteY12" fmla="*/ 132154 h 261358"/>
                  <a:gd name="connsiteX13" fmla="*/ 224721 w 267925"/>
                  <a:gd name="connsiteY13" fmla="*/ 0 h 261358"/>
                  <a:gd name="connsiteX14" fmla="*/ 142562 w 267925"/>
                  <a:gd name="connsiteY14" fmla="*/ 122758 h 26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7925" h="261358">
                    <a:moveTo>
                      <a:pt x="142493" y="122621"/>
                    </a:moveTo>
                    <a:lnTo>
                      <a:pt x="131177" y="4732"/>
                    </a:lnTo>
                    <a:lnTo>
                      <a:pt x="123633" y="126462"/>
                    </a:lnTo>
                    <a:lnTo>
                      <a:pt x="121" y="72146"/>
                    </a:lnTo>
                    <a:lnTo>
                      <a:pt x="114170" y="145321"/>
                    </a:lnTo>
                    <a:cubicBezTo>
                      <a:pt x="114170" y="145321"/>
                      <a:pt x="-2828" y="161369"/>
                      <a:pt x="52" y="161369"/>
                    </a:cubicBezTo>
                    <a:cubicBezTo>
                      <a:pt x="2933" y="161369"/>
                      <a:pt x="120822" y="165141"/>
                      <a:pt x="120822" y="165141"/>
                    </a:cubicBezTo>
                    <a:lnTo>
                      <a:pt x="115130" y="261358"/>
                    </a:lnTo>
                    <a:lnTo>
                      <a:pt x="144345" y="172684"/>
                    </a:lnTo>
                    <a:lnTo>
                      <a:pt x="267926" y="234132"/>
                    </a:lnTo>
                    <a:lnTo>
                      <a:pt x="156620" y="150053"/>
                    </a:lnTo>
                    <a:lnTo>
                      <a:pt x="239671" y="124610"/>
                    </a:lnTo>
                    <a:lnTo>
                      <a:pt x="155729" y="132154"/>
                    </a:lnTo>
                    <a:lnTo>
                      <a:pt x="224721" y="0"/>
                    </a:lnTo>
                    <a:lnTo>
                      <a:pt x="142562" y="122758"/>
                    </a:lnTo>
                    <a:close/>
                  </a:path>
                </a:pathLst>
              </a:custGeom>
              <a:solidFill>
                <a:srgbClr val="BBBDBF"/>
              </a:solidFill>
              <a:ln w="6858" cap="flat">
                <a:noFill/>
                <a:prstDash val="solid"/>
                <a:miter/>
              </a:ln>
            </p:spPr>
            <p:txBody>
              <a:bodyPr rtlCol="0" anchor="ctr"/>
              <a:lstStyle/>
              <a:p>
                <a:endParaRPr lang="en-US"/>
              </a:p>
            </p:txBody>
          </p:sp>
        </p:grpSp>
      </p:grpSp>
      <p:sp>
        <p:nvSpPr>
          <p:cNvPr id="26" name="Title 25">
            <a:extLst>
              <a:ext uri="{FF2B5EF4-FFF2-40B4-BE49-F238E27FC236}">
                <a16:creationId xmlns:a16="http://schemas.microsoft.com/office/drawing/2014/main" id="{1FA8D1A3-3BC1-49E9-6278-304FEB3AEEC4}"/>
              </a:ext>
            </a:extLst>
          </p:cNvPr>
          <p:cNvSpPr>
            <a:spLocks noGrp="1"/>
          </p:cNvSpPr>
          <p:nvPr>
            <p:ph type="title"/>
          </p:nvPr>
        </p:nvSpPr>
        <p:spPr>
          <a:xfrm>
            <a:off x="115499" y="272967"/>
            <a:ext cx="11886467" cy="523220"/>
          </a:xfrm>
        </p:spPr>
        <p:txBody>
          <a:bodyPr/>
          <a:lstStyle/>
          <a:p>
            <a:r>
              <a:rPr lang="en-US" sz="2800" dirty="0">
                <a:latin typeface="+mj-lt"/>
              </a:rPr>
              <a:t>Problem Statement :</a:t>
            </a:r>
          </a:p>
        </p:txBody>
      </p:sp>
      <p:sp>
        <p:nvSpPr>
          <p:cNvPr id="6" name="TextBox 5">
            <a:extLst>
              <a:ext uri="{FF2B5EF4-FFF2-40B4-BE49-F238E27FC236}">
                <a16:creationId xmlns:a16="http://schemas.microsoft.com/office/drawing/2014/main" id="{63A2D624-7B63-C103-C7E9-2E45EFDFC63A}"/>
              </a:ext>
            </a:extLst>
          </p:cNvPr>
          <p:cNvSpPr txBox="1"/>
          <p:nvPr/>
        </p:nvSpPr>
        <p:spPr>
          <a:xfrm>
            <a:off x="1157889" y="1270091"/>
            <a:ext cx="9065823" cy="3139321"/>
          </a:xfrm>
          <a:prstGeom prst="rect">
            <a:avLst/>
          </a:prstGeom>
          <a:noFill/>
        </p:spPr>
        <p:txBody>
          <a:bodyPr wrap="square">
            <a:spAutoFit/>
          </a:bodyPr>
          <a:lstStyle/>
          <a:p>
            <a:pPr marL="285750" indent="-285750">
              <a:buFont typeface="Arial" panose="020B0604020202020204" pitchFamily="34" charset="0"/>
              <a:buChar char="•"/>
            </a:pPr>
            <a:r>
              <a:rPr lang="en-IN" dirty="0">
                <a:solidFill>
                  <a:schemeClr val="bg1"/>
                </a:solidFill>
              </a:rPr>
              <a:t>Over the decade from 2015 to 2025, there have been many changes in criminal activities in India. Although some types of crimes have reduced because of better security systems, some have increased in certain areas of the country.	</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dirty="0">
                <a:solidFill>
                  <a:schemeClr val="bg1"/>
                </a:solidFill>
              </a:rPr>
              <a:t> This has resulted in an irregular security environment. Conventional reporting does not bring out these variations and how well the police are recovering property during these variations. </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US" dirty="0">
                <a:solidFill>
                  <a:schemeClr val="bg1"/>
                </a:solidFill>
              </a:rPr>
              <a:t>This project addresses the need for a </a:t>
            </a:r>
            <a:r>
              <a:rPr lang="en-IN" dirty="0">
                <a:solidFill>
                  <a:schemeClr val="bg1"/>
                </a:solidFill>
              </a:rPr>
              <a:t>dynamic reporting tool that will help in understanding the trends of increasing and decreasing crimes and areas where recovery is not keeping pace with these changes</a:t>
            </a:r>
          </a:p>
        </p:txBody>
      </p:sp>
    </p:spTree>
    <p:extLst>
      <p:ext uri="{BB962C8B-B14F-4D97-AF65-F5344CB8AC3E}">
        <p14:creationId xmlns:p14="http://schemas.microsoft.com/office/powerpoint/2010/main" val="3455636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587A-B068-71E3-4472-B127E22C44E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15F7FA0-4642-5CF7-AA60-5313AB08AAA6}"/>
              </a:ext>
            </a:extLst>
          </p:cNvPr>
          <p:cNvSpPr txBox="1"/>
          <p:nvPr/>
        </p:nvSpPr>
        <p:spPr>
          <a:xfrm>
            <a:off x="1959429" y="1222310"/>
            <a:ext cx="7875036" cy="3416320"/>
          </a:xfrm>
          <a:prstGeom prst="rect">
            <a:avLst/>
          </a:prstGeom>
          <a:noFill/>
        </p:spPr>
        <p:txBody>
          <a:bodyPr wrap="square">
            <a:spAutoFit/>
          </a:bodyPr>
          <a:lstStyle/>
          <a:p>
            <a:r>
              <a:rPr lang="en-US" b="1" dirty="0">
                <a:solidFill>
                  <a:schemeClr val="bg1"/>
                </a:solidFill>
              </a:rPr>
              <a:t>Datasets :</a:t>
            </a:r>
            <a:r>
              <a:rPr lang="en-US" dirty="0">
                <a:solidFill>
                  <a:schemeClr val="bg1"/>
                </a:solidFill>
              </a:rPr>
              <a:t> </a:t>
            </a:r>
          </a:p>
          <a:p>
            <a:pPr marL="742950" lvl="1" indent="-285750">
              <a:buFont typeface="Arial" panose="020B0604020202020204" pitchFamily="34" charset="0"/>
              <a:buChar char="•"/>
            </a:pPr>
            <a:r>
              <a:rPr lang="en-US" b="1" dirty="0">
                <a:solidFill>
                  <a:schemeClr val="bg1"/>
                </a:solidFill>
              </a:rPr>
              <a:t>Property Crime Records: </a:t>
            </a:r>
            <a:r>
              <a:rPr lang="en-US" dirty="0">
                <a:solidFill>
                  <a:schemeClr val="bg1"/>
                </a:solidFill>
              </a:rPr>
              <a:t>Tracking cases of theft, burglary, dacoity and so on.</a:t>
            </a:r>
          </a:p>
          <a:p>
            <a:pPr marL="742950" lvl="1" indent="-285750">
              <a:buFont typeface="Arial" panose="020B0604020202020204" pitchFamily="34" charset="0"/>
              <a:buChar char="•"/>
            </a:pPr>
            <a:r>
              <a:rPr lang="en-US" b="1" dirty="0">
                <a:solidFill>
                  <a:schemeClr val="bg1"/>
                </a:solidFill>
              </a:rPr>
              <a:t>Crimes Against Women: </a:t>
            </a:r>
            <a:r>
              <a:rPr lang="en-US" dirty="0">
                <a:solidFill>
                  <a:schemeClr val="bg1"/>
                </a:solidFill>
              </a:rPr>
              <a:t>Categorized data on domestic violence, assault, kidnapping and so on.</a:t>
            </a:r>
          </a:p>
          <a:p>
            <a:endParaRPr lang="en-US" dirty="0">
              <a:solidFill>
                <a:schemeClr val="bg1"/>
              </a:solidFill>
            </a:endParaRPr>
          </a:p>
          <a:p>
            <a:r>
              <a:rPr lang="en-US" b="1" dirty="0">
                <a:solidFill>
                  <a:schemeClr val="bg1"/>
                </a:solidFill>
              </a:rPr>
              <a:t>Temporal Scope :</a:t>
            </a:r>
            <a:r>
              <a:rPr lang="en-US" dirty="0">
                <a:solidFill>
                  <a:schemeClr val="bg1"/>
                </a:solidFill>
              </a:rPr>
              <a:t> 2015 – 2025.</a:t>
            </a:r>
          </a:p>
          <a:p>
            <a:endParaRPr lang="en-US" dirty="0">
              <a:solidFill>
                <a:schemeClr val="bg1"/>
              </a:solidFill>
            </a:endParaRPr>
          </a:p>
          <a:p>
            <a:r>
              <a:rPr lang="en-US" b="1" dirty="0">
                <a:solidFill>
                  <a:schemeClr val="bg1"/>
                </a:solidFill>
              </a:rPr>
              <a:t>Technology Stack :</a:t>
            </a:r>
            <a:endParaRPr lang="en-US" dirty="0">
              <a:solidFill>
                <a:schemeClr val="bg1"/>
              </a:solidFill>
            </a:endParaRPr>
          </a:p>
          <a:p>
            <a:pPr marL="685800" lvl="1" indent="-228600">
              <a:buFont typeface="Arial" panose="020B0604020202020204" pitchFamily="34" charset="0"/>
              <a:buChar char="•"/>
            </a:pPr>
            <a:r>
              <a:rPr lang="en-US" b="1" dirty="0">
                <a:solidFill>
                  <a:schemeClr val="bg1"/>
                </a:solidFill>
              </a:rPr>
              <a:t>Power Query:</a:t>
            </a:r>
            <a:r>
              <a:rPr lang="en-US" dirty="0">
                <a:solidFill>
                  <a:schemeClr val="bg1"/>
                </a:solidFill>
              </a:rPr>
              <a:t> For heavy-duty data cleaning and ETL.</a:t>
            </a:r>
          </a:p>
          <a:p>
            <a:pPr marL="685800" lvl="1" indent="-228600">
              <a:buFont typeface="Arial" panose="020B0604020202020204" pitchFamily="34" charset="0"/>
              <a:buChar char="•"/>
            </a:pPr>
            <a:r>
              <a:rPr lang="en-US" b="1" dirty="0">
                <a:solidFill>
                  <a:schemeClr val="bg1"/>
                </a:solidFill>
              </a:rPr>
              <a:t>DAX:</a:t>
            </a:r>
            <a:r>
              <a:rPr lang="en-US" dirty="0">
                <a:solidFill>
                  <a:schemeClr val="bg1"/>
                </a:solidFill>
              </a:rPr>
              <a:t> For  mathematical modeling.</a:t>
            </a:r>
          </a:p>
          <a:p>
            <a:pPr marL="685800" lvl="1" indent="-228600">
              <a:buFont typeface="Arial" panose="020B0604020202020204" pitchFamily="34" charset="0"/>
              <a:buChar char="•"/>
            </a:pPr>
            <a:r>
              <a:rPr lang="en-US" b="1" dirty="0">
                <a:solidFill>
                  <a:schemeClr val="bg1"/>
                </a:solidFill>
              </a:rPr>
              <a:t>Power BI:</a:t>
            </a:r>
            <a:r>
              <a:rPr lang="en-US" dirty="0">
                <a:solidFill>
                  <a:schemeClr val="bg1"/>
                </a:solidFill>
              </a:rPr>
              <a:t> For interactive visualization and storytelling.</a:t>
            </a:r>
          </a:p>
        </p:txBody>
      </p:sp>
      <p:sp>
        <p:nvSpPr>
          <p:cNvPr id="7" name="TextBox 6">
            <a:extLst>
              <a:ext uri="{FF2B5EF4-FFF2-40B4-BE49-F238E27FC236}">
                <a16:creationId xmlns:a16="http://schemas.microsoft.com/office/drawing/2014/main" id="{1A680A9E-81D8-6798-76CA-829BEDF155E4}"/>
              </a:ext>
            </a:extLst>
          </p:cNvPr>
          <p:cNvSpPr txBox="1"/>
          <p:nvPr/>
        </p:nvSpPr>
        <p:spPr>
          <a:xfrm>
            <a:off x="228600" y="151236"/>
            <a:ext cx="6130212" cy="523220"/>
          </a:xfrm>
          <a:prstGeom prst="rect">
            <a:avLst/>
          </a:prstGeom>
          <a:noFill/>
        </p:spPr>
        <p:txBody>
          <a:bodyPr wrap="square">
            <a:spAutoFit/>
          </a:bodyPr>
          <a:lstStyle/>
          <a:p>
            <a:pPr>
              <a:buNone/>
            </a:pPr>
            <a:r>
              <a:rPr lang="en-US" sz="2800" b="1" dirty="0">
                <a:solidFill>
                  <a:schemeClr val="bg1"/>
                </a:solidFill>
                <a:latin typeface="+mj-lt"/>
              </a:rPr>
              <a:t>Data Architecture &amp; Sources :</a:t>
            </a:r>
          </a:p>
        </p:txBody>
      </p:sp>
    </p:spTree>
    <p:extLst>
      <p:ext uri="{BB962C8B-B14F-4D97-AF65-F5344CB8AC3E}">
        <p14:creationId xmlns:p14="http://schemas.microsoft.com/office/powerpoint/2010/main" val="391593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A301-6F93-279E-B74F-ADBD6E191964}"/>
            </a:ext>
          </a:extLst>
        </p:cNvPr>
        <p:cNvGrpSpPr/>
        <p:nvPr/>
      </p:nvGrpSpPr>
      <p:grpSpPr>
        <a:xfrm>
          <a:off x="0" y="0"/>
          <a:ext cx="0" cy="0"/>
          <a:chOff x="0" y="0"/>
          <a:chExt cx="0" cy="0"/>
        </a:xfrm>
      </p:grpSpPr>
      <p:sp>
        <p:nvSpPr>
          <p:cNvPr id="26" name="Title 25">
            <a:extLst>
              <a:ext uri="{FF2B5EF4-FFF2-40B4-BE49-F238E27FC236}">
                <a16:creationId xmlns:a16="http://schemas.microsoft.com/office/drawing/2014/main" id="{E0787AD0-ADFB-A7FF-59B9-93CF1D0864E1}"/>
              </a:ext>
            </a:extLst>
          </p:cNvPr>
          <p:cNvSpPr>
            <a:spLocks noGrp="1"/>
          </p:cNvSpPr>
          <p:nvPr>
            <p:ph type="title"/>
          </p:nvPr>
        </p:nvSpPr>
        <p:spPr>
          <a:xfrm>
            <a:off x="78121" y="96421"/>
            <a:ext cx="11886467" cy="523220"/>
          </a:xfrm>
        </p:spPr>
        <p:txBody>
          <a:bodyPr/>
          <a:lstStyle/>
          <a:p>
            <a:r>
              <a:rPr lang="en-IN" sz="2800" b="0" dirty="0">
                <a:latin typeface="+mj-lt"/>
              </a:rPr>
              <a:t>The Visualization Phase</a:t>
            </a:r>
            <a:endParaRPr lang="en-US" sz="2800" dirty="0">
              <a:latin typeface="+mj-lt"/>
            </a:endParaRPr>
          </a:p>
        </p:txBody>
      </p:sp>
      <p:grpSp>
        <p:nvGrpSpPr>
          <p:cNvPr id="129" name="Group 128">
            <a:extLst>
              <a:ext uri="{FF2B5EF4-FFF2-40B4-BE49-F238E27FC236}">
                <a16:creationId xmlns:a16="http://schemas.microsoft.com/office/drawing/2014/main" id="{423431C9-A879-B17E-7B6F-816E4E0F0DFD}"/>
              </a:ext>
            </a:extLst>
          </p:cNvPr>
          <p:cNvGrpSpPr/>
          <p:nvPr/>
        </p:nvGrpSpPr>
        <p:grpSpPr>
          <a:xfrm>
            <a:off x="774831" y="772457"/>
            <a:ext cx="10295835" cy="4903502"/>
            <a:chOff x="1020793" y="1290680"/>
            <a:chExt cx="9885501" cy="4069396"/>
          </a:xfrm>
        </p:grpSpPr>
        <p:cxnSp>
          <p:nvCxnSpPr>
            <p:cNvPr id="9" name="Straight Connector 8">
              <a:extLst>
                <a:ext uri="{FF2B5EF4-FFF2-40B4-BE49-F238E27FC236}">
                  <a16:creationId xmlns:a16="http://schemas.microsoft.com/office/drawing/2014/main" id="{1B5C091F-9542-0707-17BE-AEC78E35E824}"/>
                </a:ext>
              </a:extLst>
            </p:cNvPr>
            <p:cNvCxnSpPr>
              <a:cxnSpLocks/>
            </p:cNvCxnSpPr>
            <p:nvPr/>
          </p:nvCxnSpPr>
          <p:spPr>
            <a:xfrm>
              <a:off x="1096357" y="2814819"/>
              <a:ext cx="375028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488228C-DE9F-45E6-B11D-17E328AE5988}"/>
                </a:ext>
              </a:extLst>
            </p:cNvPr>
            <p:cNvSpPr txBox="1"/>
            <p:nvPr/>
          </p:nvSpPr>
          <p:spPr>
            <a:xfrm>
              <a:off x="1448782" y="3006164"/>
              <a:ext cx="4415351" cy="722756"/>
            </a:xfrm>
            <a:prstGeom prst="rect">
              <a:avLst/>
            </a:prstGeom>
            <a:noFill/>
          </p:spPr>
          <p:txBody>
            <a:bodyPr wrap="square" rtlCol="0">
              <a:spAutoFit/>
            </a:bodyPr>
            <a:lstStyle/>
            <a:p>
              <a:r>
                <a:rPr lang="en-US" sz="1600" b="1" dirty="0">
                  <a:solidFill>
                    <a:schemeClr val="bg1"/>
                  </a:solidFill>
                </a:rPr>
                <a:t>The Recovery Gap:</a:t>
              </a:r>
              <a:r>
                <a:rPr lang="en-US" sz="1600" dirty="0">
                  <a:solidFill>
                    <a:schemeClr val="bg1"/>
                  </a:solidFill>
                </a:rPr>
                <a:t> Quantifies the efficiency of law enforcement by comparing Stolen vs. Recovered value (</a:t>
              </a:r>
              <a:r>
                <a:rPr lang="en-US" sz="1600" b="1" dirty="0">
                  <a:solidFill>
                    <a:schemeClr val="bg1"/>
                  </a:solidFill>
                </a:rPr>
                <a:t>36.06% recovery rate</a:t>
              </a:r>
              <a:r>
                <a:rPr lang="en-US" sz="1600" dirty="0">
                  <a:solidFill>
                    <a:schemeClr val="bg1"/>
                  </a:solidFill>
                </a:rPr>
                <a:t> against </a:t>
              </a:r>
              <a:r>
                <a:rPr lang="en-US" sz="1600" b="1" dirty="0">
                  <a:solidFill>
                    <a:schemeClr val="bg1"/>
                  </a:solidFill>
                </a:rPr>
                <a:t>857K cases</a:t>
              </a:r>
              <a:r>
                <a:rPr lang="en-US" sz="1600" dirty="0">
                  <a:solidFill>
                    <a:schemeClr val="bg1"/>
                  </a:solidFill>
                </a:rPr>
                <a:t>).</a:t>
              </a:r>
              <a:endParaRPr lang="en-US" sz="1600" dirty="0">
                <a:solidFill>
                  <a:schemeClr val="bg1"/>
                </a:solidFill>
                <a:latin typeface="Questrial" pitchFamily="2" charset="0"/>
              </a:endParaRPr>
            </a:p>
          </p:txBody>
        </p:sp>
        <p:sp>
          <p:nvSpPr>
            <p:cNvPr id="24" name="Oval 23">
              <a:extLst>
                <a:ext uri="{FF2B5EF4-FFF2-40B4-BE49-F238E27FC236}">
                  <a16:creationId xmlns:a16="http://schemas.microsoft.com/office/drawing/2014/main" id="{29A53A3D-D580-63F3-F58D-BD3944414C04}"/>
                </a:ext>
              </a:extLst>
            </p:cNvPr>
            <p:cNvSpPr/>
            <p:nvPr/>
          </p:nvSpPr>
          <p:spPr bwMode="auto">
            <a:xfrm>
              <a:off x="1294338" y="3293621"/>
              <a:ext cx="139406" cy="139406"/>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28" name="TextBox 27">
              <a:extLst>
                <a:ext uri="{FF2B5EF4-FFF2-40B4-BE49-F238E27FC236}">
                  <a16:creationId xmlns:a16="http://schemas.microsoft.com/office/drawing/2014/main" id="{E1BDCA03-0F22-E284-6AC8-CF90FC9879FA}"/>
                </a:ext>
              </a:extLst>
            </p:cNvPr>
            <p:cNvSpPr txBox="1"/>
            <p:nvPr/>
          </p:nvSpPr>
          <p:spPr>
            <a:xfrm>
              <a:off x="1469248" y="3776456"/>
              <a:ext cx="3842962" cy="689641"/>
            </a:xfrm>
            <a:prstGeom prst="rect">
              <a:avLst/>
            </a:prstGeom>
            <a:noFill/>
          </p:spPr>
          <p:txBody>
            <a:bodyPr wrap="square" rtlCol="0">
              <a:spAutoFit/>
            </a:bodyPr>
            <a:lstStyle/>
            <a:p>
              <a:r>
                <a:rPr lang="en-US" sz="1600" b="1" dirty="0">
                  <a:solidFill>
                    <a:schemeClr val="bg1"/>
                  </a:solidFill>
                </a:rPr>
                <a:t>State Performance:</a:t>
              </a:r>
              <a:r>
                <a:rPr lang="en-US" sz="1600" dirty="0">
                  <a:solidFill>
                    <a:schemeClr val="bg1"/>
                  </a:solidFill>
                </a:rPr>
                <a:t> Bar charts identify density hotspots in states like </a:t>
              </a:r>
              <a:r>
                <a:rPr lang="en-US" sz="1600" b="1" dirty="0">
                  <a:solidFill>
                    <a:schemeClr val="bg1"/>
                  </a:solidFill>
                </a:rPr>
                <a:t>Puducherry and Manipur</a:t>
              </a:r>
              <a:r>
                <a:rPr lang="en-US" sz="1600" dirty="0">
                  <a:solidFill>
                    <a:schemeClr val="bg1"/>
                  </a:solidFill>
                </a:rPr>
                <a:t>.</a:t>
              </a:r>
              <a:endParaRPr lang="en-US" sz="1600" dirty="0">
                <a:solidFill>
                  <a:schemeClr val="bg1"/>
                </a:solidFill>
                <a:latin typeface="Questrial" pitchFamily="2" charset="0"/>
              </a:endParaRPr>
            </a:p>
          </p:txBody>
        </p:sp>
        <p:sp>
          <p:nvSpPr>
            <p:cNvPr id="29" name="Oval 28">
              <a:extLst>
                <a:ext uri="{FF2B5EF4-FFF2-40B4-BE49-F238E27FC236}">
                  <a16:creationId xmlns:a16="http://schemas.microsoft.com/office/drawing/2014/main" id="{9A6ECC4C-09DA-0740-256E-E16557A91296}"/>
                </a:ext>
              </a:extLst>
            </p:cNvPr>
            <p:cNvSpPr/>
            <p:nvPr/>
          </p:nvSpPr>
          <p:spPr bwMode="auto">
            <a:xfrm>
              <a:off x="1317034" y="4024970"/>
              <a:ext cx="139406" cy="139406"/>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a:p>
          </p:txBody>
        </p:sp>
        <p:sp>
          <p:nvSpPr>
            <p:cNvPr id="31" name="TextBox 30">
              <a:extLst>
                <a:ext uri="{FF2B5EF4-FFF2-40B4-BE49-F238E27FC236}">
                  <a16:creationId xmlns:a16="http://schemas.microsoft.com/office/drawing/2014/main" id="{A3E4AD51-0A80-203F-B5F0-735FC8F7C276}"/>
                </a:ext>
              </a:extLst>
            </p:cNvPr>
            <p:cNvSpPr txBox="1"/>
            <p:nvPr/>
          </p:nvSpPr>
          <p:spPr>
            <a:xfrm>
              <a:off x="1456441" y="4466097"/>
              <a:ext cx="3842962" cy="893979"/>
            </a:xfrm>
            <a:prstGeom prst="rect">
              <a:avLst/>
            </a:prstGeom>
            <a:noFill/>
          </p:spPr>
          <p:txBody>
            <a:bodyPr wrap="square" rtlCol="0">
              <a:spAutoFit/>
            </a:bodyPr>
            <a:lstStyle/>
            <a:p>
              <a:r>
                <a:rPr lang="en-US" sz="1600" b="1" dirty="0">
                  <a:solidFill>
                    <a:schemeClr val="bg1"/>
                  </a:solidFill>
                </a:rPr>
                <a:t>Longitudinal Trends:</a:t>
              </a:r>
              <a:r>
                <a:rPr lang="en-US" sz="1600" dirty="0">
                  <a:solidFill>
                    <a:schemeClr val="bg1"/>
                  </a:solidFill>
                </a:rPr>
                <a:t> A stacked column chart tracks the 10-year evolution (2015–2025) of crime volume</a:t>
              </a:r>
              <a:endParaRPr lang="en-IN" sz="1600" dirty="0">
                <a:solidFill>
                  <a:schemeClr val="bg1"/>
                </a:solidFill>
              </a:endParaRPr>
            </a:p>
            <a:p>
              <a:endParaRPr lang="en-US" sz="1600" dirty="0">
                <a:solidFill>
                  <a:schemeClr val="bg1"/>
                </a:solidFill>
                <a:latin typeface="Questrial" pitchFamily="2" charset="0"/>
              </a:endParaRPr>
            </a:p>
          </p:txBody>
        </p:sp>
        <p:sp>
          <p:nvSpPr>
            <p:cNvPr id="32" name="Oval 31">
              <a:extLst>
                <a:ext uri="{FF2B5EF4-FFF2-40B4-BE49-F238E27FC236}">
                  <a16:creationId xmlns:a16="http://schemas.microsoft.com/office/drawing/2014/main" id="{2AA348BE-7455-D4F5-3E0C-9C2AB8C3F52D}"/>
                </a:ext>
              </a:extLst>
            </p:cNvPr>
            <p:cNvSpPr/>
            <p:nvPr/>
          </p:nvSpPr>
          <p:spPr bwMode="auto">
            <a:xfrm>
              <a:off x="1339731" y="4709477"/>
              <a:ext cx="139406" cy="139406"/>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62" name="TextBox 61">
              <a:extLst>
                <a:ext uri="{FF2B5EF4-FFF2-40B4-BE49-F238E27FC236}">
                  <a16:creationId xmlns:a16="http://schemas.microsoft.com/office/drawing/2014/main" id="{576258FA-BCD7-2E15-1F4D-861028435E3A}"/>
                </a:ext>
              </a:extLst>
            </p:cNvPr>
            <p:cNvSpPr txBox="1"/>
            <p:nvPr/>
          </p:nvSpPr>
          <p:spPr>
            <a:xfrm flipH="1">
              <a:off x="8774415" y="2401508"/>
              <a:ext cx="2084557" cy="306507"/>
            </a:xfrm>
            <a:prstGeom prst="rect">
              <a:avLst/>
            </a:prstGeom>
            <a:noFill/>
          </p:spPr>
          <p:txBody>
            <a:bodyPr wrap="square" rtlCol="0">
              <a:spAutoFit/>
            </a:bodyPr>
            <a:lstStyle/>
            <a:p>
              <a:r>
                <a:rPr lang="en-US" dirty="0">
                  <a:solidFill>
                    <a:schemeClr val="bg1"/>
                  </a:solidFill>
                </a:rPr>
                <a:t>Crimes on Women</a:t>
              </a:r>
            </a:p>
          </p:txBody>
        </p:sp>
        <p:cxnSp>
          <p:nvCxnSpPr>
            <p:cNvPr id="63" name="Straight Connector 62">
              <a:extLst>
                <a:ext uri="{FF2B5EF4-FFF2-40B4-BE49-F238E27FC236}">
                  <a16:creationId xmlns:a16="http://schemas.microsoft.com/office/drawing/2014/main" id="{57D7C3BD-DC7B-70F0-3D29-CDE091DF3010}"/>
                </a:ext>
              </a:extLst>
            </p:cNvPr>
            <p:cNvCxnSpPr>
              <a:cxnSpLocks/>
            </p:cNvCxnSpPr>
            <p:nvPr/>
          </p:nvCxnSpPr>
          <p:spPr>
            <a:xfrm flipH="1">
              <a:off x="7086310" y="2814819"/>
              <a:ext cx="375028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3764DFC6-D2F0-980C-4E66-F214066C4A50}"/>
                </a:ext>
              </a:extLst>
            </p:cNvPr>
            <p:cNvSpPr txBox="1"/>
            <p:nvPr/>
          </p:nvSpPr>
          <p:spPr>
            <a:xfrm flipH="1">
              <a:off x="6840341" y="2969973"/>
              <a:ext cx="3996249" cy="689641"/>
            </a:xfrm>
            <a:prstGeom prst="rect">
              <a:avLst/>
            </a:prstGeom>
            <a:noFill/>
          </p:spPr>
          <p:txBody>
            <a:bodyPr wrap="square" rtlCol="0">
              <a:spAutoFit/>
            </a:bodyPr>
            <a:lstStyle/>
            <a:p>
              <a:r>
                <a:rPr lang="en-US" sz="1600" b="1" dirty="0">
                  <a:solidFill>
                    <a:schemeClr val="bg1"/>
                  </a:solidFill>
                </a:rPr>
                <a:t>Scale of Reporting:</a:t>
              </a:r>
              <a:r>
                <a:rPr lang="en-US" sz="1600" dirty="0">
                  <a:solidFill>
                    <a:schemeClr val="bg1"/>
                  </a:solidFill>
                </a:rPr>
                <a:t> Visualizes the massive scale of </a:t>
              </a:r>
              <a:r>
                <a:rPr lang="en-US" sz="1600" b="1" dirty="0">
                  <a:solidFill>
                    <a:schemeClr val="bg1"/>
                  </a:solidFill>
                </a:rPr>
                <a:t>5M+ total incidents</a:t>
              </a:r>
              <a:r>
                <a:rPr lang="en-US" sz="1600" dirty="0">
                  <a:solidFill>
                    <a:schemeClr val="bg1"/>
                  </a:solidFill>
                </a:rPr>
                <a:t>, shifting the focus to safety</a:t>
              </a:r>
              <a:endParaRPr lang="en-US" sz="1600" dirty="0">
                <a:solidFill>
                  <a:schemeClr val="bg1"/>
                </a:solidFill>
                <a:latin typeface="Questrial" pitchFamily="2" charset="0"/>
              </a:endParaRPr>
            </a:p>
          </p:txBody>
        </p:sp>
        <p:sp>
          <p:nvSpPr>
            <p:cNvPr id="73" name="Oval 72">
              <a:extLst>
                <a:ext uri="{FF2B5EF4-FFF2-40B4-BE49-F238E27FC236}">
                  <a16:creationId xmlns:a16="http://schemas.microsoft.com/office/drawing/2014/main" id="{7B3F408B-0F76-13EF-DE48-23789FB32859}"/>
                </a:ext>
              </a:extLst>
            </p:cNvPr>
            <p:cNvSpPr/>
            <p:nvPr/>
          </p:nvSpPr>
          <p:spPr bwMode="auto">
            <a:xfrm flipH="1">
              <a:off x="6587086" y="3282306"/>
              <a:ext cx="139406" cy="139406"/>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70" name="TextBox 69">
              <a:extLst>
                <a:ext uri="{FF2B5EF4-FFF2-40B4-BE49-F238E27FC236}">
                  <a16:creationId xmlns:a16="http://schemas.microsoft.com/office/drawing/2014/main" id="{E6C1257B-17D7-77C4-F78E-4D801DE7941E}"/>
                </a:ext>
              </a:extLst>
            </p:cNvPr>
            <p:cNvSpPr txBox="1"/>
            <p:nvPr/>
          </p:nvSpPr>
          <p:spPr>
            <a:xfrm flipH="1">
              <a:off x="6801231" y="3696669"/>
              <a:ext cx="4041013" cy="689641"/>
            </a:xfrm>
            <a:prstGeom prst="rect">
              <a:avLst/>
            </a:prstGeom>
            <a:noFill/>
          </p:spPr>
          <p:txBody>
            <a:bodyPr wrap="square" rtlCol="0">
              <a:spAutoFit/>
            </a:bodyPr>
            <a:lstStyle/>
            <a:p>
              <a:r>
                <a:rPr lang="en-US" sz="1600" b="1" dirty="0">
                  <a:solidFill>
                    <a:schemeClr val="bg1"/>
                  </a:solidFill>
                </a:rPr>
                <a:t>Category Breakdown:</a:t>
              </a:r>
              <a:r>
                <a:rPr lang="en-US" sz="1600" dirty="0">
                  <a:solidFill>
                    <a:schemeClr val="bg1"/>
                  </a:solidFill>
                </a:rPr>
                <a:t> A Donut Chart identifies frequent categories like </a:t>
              </a:r>
              <a:r>
                <a:rPr lang="en-US" sz="1600" b="1" dirty="0">
                  <a:solidFill>
                    <a:schemeClr val="bg1"/>
                  </a:solidFill>
                </a:rPr>
                <a:t>Domestic Violence (~39%)</a:t>
              </a:r>
              <a:r>
                <a:rPr lang="en-US" sz="1600" dirty="0">
                  <a:solidFill>
                    <a:schemeClr val="bg1"/>
                  </a:solidFill>
                </a:rPr>
                <a:t> and Assault</a:t>
              </a:r>
              <a:endParaRPr lang="en-US" sz="1600" dirty="0">
                <a:solidFill>
                  <a:schemeClr val="bg1"/>
                </a:solidFill>
                <a:latin typeface="Questrial" pitchFamily="2" charset="0"/>
              </a:endParaRPr>
            </a:p>
          </p:txBody>
        </p:sp>
        <p:sp>
          <p:nvSpPr>
            <p:cNvPr id="71" name="Oval 70">
              <a:extLst>
                <a:ext uri="{FF2B5EF4-FFF2-40B4-BE49-F238E27FC236}">
                  <a16:creationId xmlns:a16="http://schemas.microsoft.com/office/drawing/2014/main" id="{68C09DBB-B36D-94D0-1D7E-5EF2F63BDBC5}"/>
                </a:ext>
              </a:extLst>
            </p:cNvPr>
            <p:cNvSpPr/>
            <p:nvPr/>
          </p:nvSpPr>
          <p:spPr bwMode="auto">
            <a:xfrm flipH="1">
              <a:off x="6587084" y="3919593"/>
              <a:ext cx="139406" cy="139406"/>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69" name="Oval 68">
              <a:extLst>
                <a:ext uri="{FF2B5EF4-FFF2-40B4-BE49-F238E27FC236}">
                  <a16:creationId xmlns:a16="http://schemas.microsoft.com/office/drawing/2014/main" id="{4893773D-57DC-3587-FABA-F9FCC2C21C46}"/>
                </a:ext>
              </a:extLst>
            </p:cNvPr>
            <p:cNvSpPr/>
            <p:nvPr/>
          </p:nvSpPr>
          <p:spPr bwMode="auto">
            <a:xfrm flipH="1">
              <a:off x="10766888" y="5108444"/>
              <a:ext cx="139406" cy="139406"/>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a:p>
          </p:txBody>
        </p:sp>
        <p:pic>
          <p:nvPicPr>
            <p:cNvPr id="127" name="Graphic 126">
              <a:extLst>
                <a:ext uri="{FF2B5EF4-FFF2-40B4-BE49-F238E27FC236}">
                  <a16:creationId xmlns:a16="http://schemas.microsoft.com/office/drawing/2014/main" id="{CA7AD3AC-3761-C185-27B3-73F8EAA3D9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0793" y="1290680"/>
              <a:ext cx="1017523" cy="1017523"/>
            </a:xfrm>
            <a:prstGeom prst="rect">
              <a:avLst/>
            </a:prstGeom>
          </p:spPr>
        </p:pic>
      </p:grpSp>
      <p:pic>
        <p:nvPicPr>
          <p:cNvPr id="7" name="Picture 6">
            <a:extLst>
              <a:ext uri="{FF2B5EF4-FFF2-40B4-BE49-F238E27FC236}">
                <a16:creationId xmlns:a16="http://schemas.microsoft.com/office/drawing/2014/main" id="{F1FAFB95-D33B-E8D7-A644-2FF104C0B7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7936" y="645719"/>
            <a:ext cx="1557538" cy="1415659"/>
          </a:xfrm>
          <a:prstGeom prst="rect">
            <a:avLst/>
          </a:prstGeom>
        </p:spPr>
      </p:pic>
      <p:sp>
        <p:nvSpPr>
          <p:cNvPr id="10" name="TextBox 9">
            <a:extLst>
              <a:ext uri="{FF2B5EF4-FFF2-40B4-BE49-F238E27FC236}">
                <a16:creationId xmlns:a16="http://schemas.microsoft.com/office/drawing/2014/main" id="{27F94C16-8C94-9B2E-EB92-3CE43CB47788}"/>
              </a:ext>
            </a:extLst>
          </p:cNvPr>
          <p:cNvSpPr txBox="1"/>
          <p:nvPr/>
        </p:nvSpPr>
        <p:spPr>
          <a:xfrm>
            <a:off x="855532" y="2109845"/>
            <a:ext cx="3809774" cy="369332"/>
          </a:xfrm>
          <a:prstGeom prst="rect">
            <a:avLst/>
          </a:prstGeom>
          <a:noFill/>
        </p:spPr>
        <p:txBody>
          <a:bodyPr wrap="square">
            <a:spAutoFit/>
          </a:bodyPr>
          <a:lstStyle/>
          <a:p>
            <a:r>
              <a:rPr lang="en-IN" dirty="0">
                <a:solidFill>
                  <a:schemeClr val="bg1"/>
                </a:solidFill>
              </a:rPr>
              <a:t>General Crime &amp; Property Recovery</a:t>
            </a:r>
          </a:p>
        </p:txBody>
      </p:sp>
      <p:sp>
        <p:nvSpPr>
          <p:cNvPr id="13" name="TextBox 12">
            <a:extLst>
              <a:ext uri="{FF2B5EF4-FFF2-40B4-BE49-F238E27FC236}">
                <a16:creationId xmlns:a16="http://schemas.microsoft.com/office/drawing/2014/main" id="{9111CF33-991E-D9C6-3C6E-E56130E0B03D}"/>
              </a:ext>
            </a:extLst>
          </p:cNvPr>
          <p:cNvSpPr txBox="1"/>
          <p:nvPr/>
        </p:nvSpPr>
        <p:spPr>
          <a:xfrm>
            <a:off x="1205910" y="5432682"/>
            <a:ext cx="4002478" cy="1077218"/>
          </a:xfrm>
          <a:prstGeom prst="rect">
            <a:avLst/>
          </a:prstGeom>
          <a:noFill/>
        </p:spPr>
        <p:txBody>
          <a:bodyPr wrap="square" rtlCol="0">
            <a:spAutoFit/>
          </a:bodyPr>
          <a:lstStyle/>
          <a:p>
            <a:r>
              <a:rPr lang="en-US" sz="1600" b="1" dirty="0">
                <a:solidFill>
                  <a:schemeClr val="bg1"/>
                </a:solidFill>
              </a:rPr>
              <a:t>Crimes Analyzed:</a:t>
            </a:r>
            <a:r>
              <a:rPr lang="en-US" sz="1600" dirty="0">
                <a:solidFill>
                  <a:schemeClr val="bg1"/>
                </a:solidFill>
              </a:rPr>
              <a:t> </a:t>
            </a:r>
            <a:r>
              <a:rPr lang="en-US" altLang="en-US" sz="1600" dirty="0">
                <a:solidFill>
                  <a:schemeClr val="bg1"/>
                </a:solidFill>
              </a:rPr>
              <a:t>Burglary, Criminal Breach of Trust, Dacoity, Drug Offense, Robbery, Theft, Other Property.</a:t>
            </a:r>
          </a:p>
          <a:p>
            <a:endParaRPr lang="en-US" sz="1600" dirty="0">
              <a:solidFill>
                <a:schemeClr val="bg1"/>
              </a:solidFill>
              <a:latin typeface="Questrial" pitchFamily="2" charset="0"/>
            </a:endParaRPr>
          </a:p>
        </p:txBody>
      </p:sp>
      <p:sp>
        <p:nvSpPr>
          <p:cNvPr id="54" name="Oval 53">
            <a:extLst>
              <a:ext uri="{FF2B5EF4-FFF2-40B4-BE49-F238E27FC236}">
                <a16:creationId xmlns:a16="http://schemas.microsoft.com/office/drawing/2014/main" id="{3078562F-A3B1-8917-3D29-531EB7543BAC}"/>
              </a:ext>
            </a:extLst>
          </p:cNvPr>
          <p:cNvSpPr/>
          <p:nvPr/>
        </p:nvSpPr>
        <p:spPr bwMode="auto">
          <a:xfrm>
            <a:off x="1061729" y="5641079"/>
            <a:ext cx="145193" cy="167980"/>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60" name="TextBox 59">
            <a:extLst>
              <a:ext uri="{FF2B5EF4-FFF2-40B4-BE49-F238E27FC236}">
                <a16:creationId xmlns:a16="http://schemas.microsoft.com/office/drawing/2014/main" id="{784F47BC-795E-9029-94FD-E1474EFB3A13}"/>
              </a:ext>
            </a:extLst>
          </p:cNvPr>
          <p:cNvSpPr txBox="1"/>
          <p:nvPr/>
        </p:nvSpPr>
        <p:spPr>
          <a:xfrm>
            <a:off x="6812630" y="4547251"/>
            <a:ext cx="4208750" cy="830997"/>
          </a:xfrm>
          <a:prstGeom prst="rect">
            <a:avLst/>
          </a:prstGeom>
          <a:noFill/>
        </p:spPr>
        <p:txBody>
          <a:bodyPr wrap="square">
            <a:spAutoFit/>
          </a:bodyPr>
          <a:lstStyle/>
          <a:p>
            <a:r>
              <a:rPr lang="en-US" sz="1600" b="1" dirty="0">
                <a:solidFill>
                  <a:schemeClr val="bg1"/>
                </a:solidFill>
              </a:rPr>
              <a:t>Longitudinal Trends:</a:t>
            </a:r>
            <a:r>
              <a:rPr lang="en-US" sz="1600" dirty="0">
                <a:solidFill>
                  <a:schemeClr val="bg1"/>
                </a:solidFill>
              </a:rPr>
              <a:t> A stacked column chart tracks the 10-year evolution (2015–2025) of crime volume</a:t>
            </a:r>
            <a:endParaRPr lang="en-IN" sz="1600" dirty="0">
              <a:solidFill>
                <a:schemeClr val="bg1"/>
              </a:solidFill>
            </a:endParaRPr>
          </a:p>
        </p:txBody>
      </p:sp>
      <p:sp>
        <p:nvSpPr>
          <p:cNvPr id="65" name="Oval 64">
            <a:extLst>
              <a:ext uri="{FF2B5EF4-FFF2-40B4-BE49-F238E27FC236}">
                <a16:creationId xmlns:a16="http://schemas.microsoft.com/office/drawing/2014/main" id="{E3F95A63-2B1B-AC27-FFCB-51228C76F0DE}"/>
              </a:ext>
            </a:extLst>
          </p:cNvPr>
          <p:cNvSpPr/>
          <p:nvPr/>
        </p:nvSpPr>
        <p:spPr bwMode="auto">
          <a:xfrm flipH="1">
            <a:off x="6572171" y="4794769"/>
            <a:ext cx="145193" cy="167980"/>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
        <p:nvSpPr>
          <p:cNvPr id="67" name="TextBox 66">
            <a:extLst>
              <a:ext uri="{FF2B5EF4-FFF2-40B4-BE49-F238E27FC236}">
                <a16:creationId xmlns:a16="http://schemas.microsoft.com/office/drawing/2014/main" id="{734DBD3F-98C2-6345-7B15-847601832F63}"/>
              </a:ext>
            </a:extLst>
          </p:cNvPr>
          <p:cNvSpPr txBox="1"/>
          <p:nvPr/>
        </p:nvSpPr>
        <p:spPr>
          <a:xfrm>
            <a:off x="6795206" y="5427842"/>
            <a:ext cx="4035001" cy="1077218"/>
          </a:xfrm>
          <a:prstGeom prst="rect">
            <a:avLst/>
          </a:prstGeom>
          <a:noFill/>
        </p:spPr>
        <p:txBody>
          <a:bodyPr wrap="square">
            <a:spAutoFit/>
          </a:bodyPr>
          <a:lstStyle/>
          <a:p>
            <a:r>
              <a:rPr lang="en-US" sz="1600" b="1" dirty="0">
                <a:solidFill>
                  <a:schemeClr val="bg1"/>
                </a:solidFill>
              </a:rPr>
              <a:t>Crimes Analyzed:</a:t>
            </a:r>
            <a:r>
              <a:rPr lang="en-US" sz="1600" dirty="0">
                <a:solidFill>
                  <a:schemeClr val="bg1"/>
                </a:solidFill>
              </a:rPr>
              <a:t> Rape, Kidnap and Assault, Dowry Deaths, Assault on Women, Assault on Minors, Domestic Violence and Witchcraft-related Cases.</a:t>
            </a:r>
            <a:endParaRPr lang="en-IN" sz="1600" dirty="0">
              <a:solidFill>
                <a:schemeClr val="bg1"/>
              </a:solidFill>
            </a:endParaRPr>
          </a:p>
        </p:txBody>
      </p:sp>
      <p:sp>
        <p:nvSpPr>
          <p:cNvPr id="78" name="Oval 77">
            <a:extLst>
              <a:ext uri="{FF2B5EF4-FFF2-40B4-BE49-F238E27FC236}">
                <a16:creationId xmlns:a16="http://schemas.microsoft.com/office/drawing/2014/main" id="{248B4ACE-EBDF-27E4-1F83-44A4C978B016}"/>
              </a:ext>
            </a:extLst>
          </p:cNvPr>
          <p:cNvSpPr/>
          <p:nvPr/>
        </p:nvSpPr>
        <p:spPr bwMode="auto">
          <a:xfrm flipH="1">
            <a:off x="6572171" y="5625365"/>
            <a:ext cx="145193" cy="167980"/>
          </a:xfrm>
          <a:prstGeom prst="ellipse">
            <a:avLst/>
          </a:prstGeom>
          <a:solidFill>
            <a:schemeClr val="accent1"/>
          </a:solidFill>
          <a:ln>
            <a:noFill/>
          </a:ln>
        </p:spPr>
        <p:txBody>
          <a:bodyPr vert="horz" wrap="square" lIns="91440" tIns="45720" rIns="91440" bIns="45720" numCol="1" rtlCol="0" anchor="t" anchorCtr="0" compatLnSpc="1">
            <a:prstTxWarp prst="textNoShape">
              <a:avLst/>
            </a:prstTxWarp>
          </a:bodyPr>
          <a:lstStyle/>
          <a:p>
            <a:pPr algn="ctr"/>
            <a:endParaRPr lang="en-US" dirty="0"/>
          </a:p>
        </p:txBody>
      </p:sp>
    </p:spTree>
    <p:extLst>
      <p:ext uri="{BB962C8B-B14F-4D97-AF65-F5344CB8AC3E}">
        <p14:creationId xmlns:p14="http://schemas.microsoft.com/office/powerpoint/2010/main" val="1858382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8733A-76AB-A903-6A99-A7E0CEC1E4F3}"/>
            </a:ext>
          </a:extLst>
        </p:cNvPr>
        <p:cNvGrpSpPr/>
        <p:nvPr/>
      </p:nvGrpSpPr>
      <p:grpSpPr>
        <a:xfrm>
          <a:off x="0" y="0"/>
          <a:ext cx="0" cy="0"/>
          <a:chOff x="0" y="0"/>
          <a:chExt cx="0" cy="0"/>
        </a:xfrm>
      </p:grpSpPr>
      <p:sp>
        <p:nvSpPr>
          <p:cNvPr id="26" name="Title 25">
            <a:extLst>
              <a:ext uri="{FF2B5EF4-FFF2-40B4-BE49-F238E27FC236}">
                <a16:creationId xmlns:a16="http://schemas.microsoft.com/office/drawing/2014/main" id="{B4AC635E-A312-D12A-4A5C-9274740C3462}"/>
              </a:ext>
            </a:extLst>
          </p:cNvPr>
          <p:cNvSpPr>
            <a:spLocks noGrp="1"/>
          </p:cNvSpPr>
          <p:nvPr>
            <p:ph type="title"/>
          </p:nvPr>
        </p:nvSpPr>
        <p:spPr>
          <a:xfrm>
            <a:off x="132426" y="170674"/>
            <a:ext cx="11886467" cy="523220"/>
          </a:xfrm>
        </p:spPr>
        <p:txBody>
          <a:bodyPr/>
          <a:lstStyle/>
          <a:p>
            <a:r>
              <a:rPr lang="en-US" sz="2800" dirty="0">
                <a:latin typeface="+mj-lt"/>
              </a:rPr>
              <a:t>Conclusion :</a:t>
            </a:r>
          </a:p>
        </p:txBody>
      </p:sp>
      <p:grpSp>
        <p:nvGrpSpPr>
          <p:cNvPr id="7" name="Group 6">
            <a:extLst>
              <a:ext uri="{FF2B5EF4-FFF2-40B4-BE49-F238E27FC236}">
                <a16:creationId xmlns:a16="http://schemas.microsoft.com/office/drawing/2014/main" id="{24E9FD13-2673-739D-6B1D-CDB4162A1AA1}"/>
              </a:ext>
            </a:extLst>
          </p:cNvPr>
          <p:cNvGrpSpPr/>
          <p:nvPr/>
        </p:nvGrpSpPr>
        <p:grpSpPr>
          <a:xfrm>
            <a:off x="0" y="693894"/>
            <a:ext cx="5082358" cy="6164106"/>
            <a:chOff x="360497" y="1208519"/>
            <a:chExt cx="5082358" cy="5663592"/>
          </a:xfrm>
        </p:grpSpPr>
        <p:sp>
          <p:nvSpPr>
            <p:cNvPr id="5" name="TextBox 4">
              <a:extLst>
                <a:ext uri="{FF2B5EF4-FFF2-40B4-BE49-F238E27FC236}">
                  <a16:creationId xmlns:a16="http://schemas.microsoft.com/office/drawing/2014/main" id="{204277CF-8ABF-FF43-2A5A-DED63525251A}"/>
                </a:ext>
              </a:extLst>
            </p:cNvPr>
            <p:cNvSpPr txBox="1"/>
            <p:nvPr/>
          </p:nvSpPr>
          <p:spPr>
            <a:xfrm>
              <a:off x="360497" y="1208519"/>
              <a:ext cx="5082358" cy="501356"/>
            </a:xfrm>
            <a:prstGeom prst="rect">
              <a:avLst/>
            </a:prstGeom>
            <a:noFill/>
          </p:spPr>
          <p:txBody>
            <a:bodyPr wrap="square">
              <a:spAutoFit/>
            </a:bodyPr>
            <a:lstStyle/>
            <a:p>
              <a:pPr>
                <a:lnSpc>
                  <a:spcPct val="150000"/>
                </a:lnSpc>
              </a:pPr>
              <a:endParaRPr lang="en-US" sz="2000" dirty="0">
                <a:solidFill>
                  <a:schemeClr val="bg1">
                    <a:lumMod val="75000"/>
                  </a:schemeClr>
                </a:solidFill>
                <a:latin typeface="Questrial" pitchFamily="2" charset="0"/>
                <a:cs typeface="Glegoo" pitchFamily="2" charset="0"/>
              </a:endParaRPr>
            </a:p>
          </p:txBody>
        </p:sp>
        <p:grpSp>
          <p:nvGrpSpPr>
            <p:cNvPr id="6" name="Group 5">
              <a:extLst>
                <a:ext uri="{FF2B5EF4-FFF2-40B4-BE49-F238E27FC236}">
                  <a16:creationId xmlns:a16="http://schemas.microsoft.com/office/drawing/2014/main" id="{A9B1F995-FD4D-5830-BD02-040C9CBFC3EA}"/>
                </a:ext>
              </a:extLst>
            </p:cNvPr>
            <p:cNvGrpSpPr/>
            <p:nvPr/>
          </p:nvGrpSpPr>
          <p:grpSpPr>
            <a:xfrm>
              <a:off x="394843" y="3888562"/>
              <a:ext cx="2639956" cy="2983549"/>
              <a:chOff x="394843" y="3888562"/>
              <a:chExt cx="2639956" cy="2983549"/>
            </a:xfrm>
          </p:grpSpPr>
          <p:grpSp>
            <p:nvGrpSpPr>
              <p:cNvPr id="9" name="Graphic 6">
                <a:extLst>
                  <a:ext uri="{FF2B5EF4-FFF2-40B4-BE49-F238E27FC236}">
                    <a16:creationId xmlns:a16="http://schemas.microsoft.com/office/drawing/2014/main" id="{D73C6BE6-6E93-F008-775F-E8427AEEB007}"/>
                  </a:ext>
                </a:extLst>
              </p:cNvPr>
              <p:cNvGrpSpPr/>
              <p:nvPr/>
            </p:nvGrpSpPr>
            <p:grpSpPr>
              <a:xfrm>
                <a:off x="791068" y="3888562"/>
                <a:ext cx="2243731" cy="2983549"/>
                <a:chOff x="5011102" y="1681159"/>
                <a:chExt cx="2640329" cy="3510917"/>
              </a:xfrm>
            </p:grpSpPr>
            <p:sp>
              <p:nvSpPr>
                <p:cNvPr id="10" name="Freeform: Shape 9">
                  <a:extLst>
                    <a:ext uri="{FF2B5EF4-FFF2-40B4-BE49-F238E27FC236}">
                      <a16:creationId xmlns:a16="http://schemas.microsoft.com/office/drawing/2014/main" id="{7A214A76-C332-019F-E154-46E6E025A100}"/>
                    </a:ext>
                  </a:extLst>
                </p:cNvPr>
                <p:cNvSpPr/>
                <p:nvPr/>
              </p:nvSpPr>
              <p:spPr>
                <a:xfrm>
                  <a:off x="5948362" y="3516629"/>
                  <a:ext cx="729615" cy="587692"/>
                </a:xfrm>
                <a:custGeom>
                  <a:avLst/>
                  <a:gdLst>
                    <a:gd name="connsiteX0" fmla="*/ 953 w 729615"/>
                    <a:gd name="connsiteY0" fmla="*/ 314325 h 587692"/>
                    <a:gd name="connsiteX1" fmla="*/ 365760 w 729615"/>
                    <a:gd name="connsiteY1" fmla="*/ 587693 h 587692"/>
                    <a:gd name="connsiteX2" fmla="*/ 729615 w 729615"/>
                    <a:gd name="connsiteY2" fmla="*/ 314325 h 587692"/>
                    <a:gd name="connsiteX3" fmla="*/ 729615 w 729615"/>
                    <a:gd name="connsiteY3" fmla="*/ 0 h 587692"/>
                    <a:gd name="connsiteX4" fmla="*/ 364807 w 729615"/>
                    <a:gd name="connsiteY4" fmla="*/ 131445 h 587692"/>
                    <a:gd name="connsiteX5" fmla="*/ 0 w 729615"/>
                    <a:gd name="connsiteY5" fmla="*/ 0 h 587692"/>
                    <a:gd name="connsiteX6" fmla="*/ 0 w 729615"/>
                    <a:gd name="connsiteY6" fmla="*/ 314325 h 58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9615" h="587692">
                      <a:moveTo>
                        <a:pt x="953" y="314325"/>
                      </a:moveTo>
                      <a:lnTo>
                        <a:pt x="365760" y="587693"/>
                      </a:lnTo>
                      <a:lnTo>
                        <a:pt x="729615" y="314325"/>
                      </a:lnTo>
                      <a:lnTo>
                        <a:pt x="729615" y="0"/>
                      </a:lnTo>
                      <a:cubicBezTo>
                        <a:pt x="630555" y="81915"/>
                        <a:pt x="502920" y="131445"/>
                        <a:pt x="364807" y="131445"/>
                      </a:cubicBezTo>
                      <a:cubicBezTo>
                        <a:pt x="226695" y="131445"/>
                        <a:pt x="100013" y="81915"/>
                        <a:pt x="0" y="0"/>
                      </a:cubicBezTo>
                      <a:lnTo>
                        <a:pt x="0" y="314325"/>
                      </a:lnTo>
                      <a:close/>
                    </a:path>
                  </a:pathLst>
                </a:custGeom>
                <a:solidFill>
                  <a:srgbClr val="ECB6A0"/>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4565B1C-F7C1-857A-B0E2-890DCC4D4F7F}"/>
                    </a:ext>
                  </a:extLst>
                </p:cNvPr>
                <p:cNvSpPr/>
                <p:nvPr/>
              </p:nvSpPr>
              <p:spPr>
                <a:xfrm>
                  <a:off x="5738812" y="2659379"/>
                  <a:ext cx="1148715" cy="1063942"/>
                </a:xfrm>
                <a:custGeom>
                  <a:avLst/>
                  <a:gdLst>
                    <a:gd name="connsiteX0" fmla="*/ 0 w 1148715"/>
                    <a:gd name="connsiteY0" fmla="*/ 0 h 1063942"/>
                    <a:gd name="connsiteX1" fmla="*/ 0 w 1148715"/>
                    <a:gd name="connsiteY1" fmla="*/ 489585 h 1063942"/>
                    <a:gd name="connsiteX2" fmla="*/ 574357 w 1148715"/>
                    <a:gd name="connsiteY2" fmla="*/ 1063943 h 1063942"/>
                    <a:gd name="connsiteX3" fmla="*/ 1148715 w 1148715"/>
                    <a:gd name="connsiteY3" fmla="*/ 489585 h 1063942"/>
                    <a:gd name="connsiteX4" fmla="*/ 1148715 w 1148715"/>
                    <a:gd name="connsiteY4" fmla="*/ 0 h 1063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8715" h="1063942">
                      <a:moveTo>
                        <a:pt x="0" y="0"/>
                      </a:moveTo>
                      <a:lnTo>
                        <a:pt x="0" y="489585"/>
                      </a:lnTo>
                      <a:cubicBezTo>
                        <a:pt x="0" y="805815"/>
                        <a:pt x="258128" y="1063943"/>
                        <a:pt x="574357" y="1063943"/>
                      </a:cubicBezTo>
                      <a:cubicBezTo>
                        <a:pt x="890588" y="1063943"/>
                        <a:pt x="1148715" y="805815"/>
                        <a:pt x="1148715" y="489585"/>
                      </a:cubicBezTo>
                      <a:lnTo>
                        <a:pt x="1148715" y="0"/>
                      </a:lnTo>
                      <a:close/>
                    </a:path>
                  </a:pathLst>
                </a:custGeom>
                <a:solidFill>
                  <a:srgbClr val="FBC4AC"/>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26F54448-EED2-BFF3-1D1A-B05843136552}"/>
                    </a:ext>
                  </a:extLst>
                </p:cNvPr>
                <p:cNvSpPr/>
                <p:nvPr/>
              </p:nvSpPr>
              <p:spPr>
                <a:xfrm>
                  <a:off x="5011102" y="3830955"/>
                  <a:ext cx="2640329" cy="1361122"/>
                </a:xfrm>
                <a:custGeom>
                  <a:avLst/>
                  <a:gdLst>
                    <a:gd name="connsiteX0" fmla="*/ 0 w 2640329"/>
                    <a:gd name="connsiteY0" fmla="*/ 1361123 h 1361122"/>
                    <a:gd name="connsiteX1" fmla="*/ 2640330 w 2640329"/>
                    <a:gd name="connsiteY1" fmla="*/ 1361123 h 1361122"/>
                    <a:gd name="connsiteX2" fmla="*/ 2640330 w 2640329"/>
                    <a:gd name="connsiteY2" fmla="*/ 883920 h 1361122"/>
                    <a:gd name="connsiteX3" fmla="*/ 1905953 w 2640329"/>
                    <a:gd name="connsiteY3" fmla="*/ 119063 h 1361122"/>
                    <a:gd name="connsiteX4" fmla="*/ 1665923 w 2640329"/>
                    <a:gd name="connsiteY4" fmla="*/ 0 h 1361122"/>
                    <a:gd name="connsiteX5" fmla="*/ 1302067 w 2640329"/>
                    <a:gd name="connsiteY5" fmla="*/ 273367 h 1361122"/>
                    <a:gd name="connsiteX6" fmla="*/ 937260 w 2640329"/>
                    <a:gd name="connsiteY6" fmla="*/ 0 h 1361122"/>
                    <a:gd name="connsiteX7" fmla="*/ 696277 w 2640329"/>
                    <a:gd name="connsiteY7" fmla="*/ 119063 h 1361122"/>
                    <a:gd name="connsiteX8" fmla="*/ 0 w 2640329"/>
                    <a:gd name="connsiteY8" fmla="*/ 883920 h 136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0329" h="1361122">
                      <a:moveTo>
                        <a:pt x="0" y="1361123"/>
                      </a:moveTo>
                      <a:lnTo>
                        <a:pt x="2640330" y="1361123"/>
                      </a:lnTo>
                      <a:lnTo>
                        <a:pt x="2640330" y="883920"/>
                      </a:lnTo>
                      <a:cubicBezTo>
                        <a:pt x="2640330" y="490538"/>
                        <a:pt x="2258378" y="294322"/>
                        <a:pt x="1905953" y="119063"/>
                      </a:cubicBezTo>
                      <a:lnTo>
                        <a:pt x="1665923" y="0"/>
                      </a:lnTo>
                      <a:lnTo>
                        <a:pt x="1302067" y="273367"/>
                      </a:lnTo>
                      <a:lnTo>
                        <a:pt x="937260" y="0"/>
                      </a:lnTo>
                      <a:lnTo>
                        <a:pt x="696277" y="119063"/>
                      </a:lnTo>
                      <a:cubicBezTo>
                        <a:pt x="343852" y="293370"/>
                        <a:pt x="0" y="490538"/>
                        <a:pt x="0" y="883920"/>
                      </a:cubicBezTo>
                      <a:close/>
                    </a:path>
                  </a:pathLst>
                </a:custGeom>
                <a:solidFill>
                  <a:srgbClr val="BFBEBF"/>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431883C-AF60-70E4-2655-754AD8272847}"/>
                    </a:ext>
                  </a:extLst>
                </p:cNvPr>
                <p:cNvSpPr/>
                <p:nvPr/>
              </p:nvSpPr>
              <p:spPr>
                <a:xfrm>
                  <a:off x="5550217" y="2835592"/>
                  <a:ext cx="188595" cy="328612"/>
                </a:xfrm>
                <a:custGeom>
                  <a:avLst/>
                  <a:gdLst>
                    <a:gd name="connsiteX0" fmla="*/ 188595 w 188595"/>
                    <a:gd name="connsiteY0" fmla="*/ 0 h 328612"/>
                    <a:gd name="connsiteX1" fmla="*/ 94298 w 188595"/>
                    <a:gd name="connsiteY1" fmla="*/ 0 h 328612"/>
                    <a:gd name="connsiteX2" fmla="*/ 0 w 188595"/>
                    <a:gd name="connsiteY2" fmla="*/ 94298 h 328612"/>
                    <a:gd name="connsiteX3" fmla="*/ 0 w 188595"/>
                    <a:gd name="connsiteY3" fmla="*/ 234315 h 328612"/>
                    <a:gd name="connsiteX4" fmla="*/ 94298 w 188595"/>
                    <a:gd name="connsiteY4" fmla="*/ 328613 h 328612"/>
                    <a:gd name="connsiteX5" fmla="*/ 188595 w 188595"/>
                    <a:gd name="connsiteY5" fmla="*/ 328613 h 3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595" h="328612">
                      <a:moveTo>
                        <a:pt x="188595" y="0"/>
                      </a:moveTo>
                      <a:lnTo>
                        <a:pt x="94298" y="0"/>
                      </a:lnTo>
                      <a:cubicBezTo>
                        <a:pt x="42863" y="0"/>
                        <a:pt x="0" y="41910"/>
                        <a:pt x="0" y="94298"/>
                      </a:cubicBezTo>
                      <a:lnTo>
                        <a:pt x="0" y="234315"/>
                      </a:lnTo>
                      <a:cubicBezTo>
                        <a:pt x="0" y="285750"/>
                        <a:pt x="41910" y="328613"/>
                        <a:pt x="94298" y="328613"/>
                      </a:cubicBezTo>
                      <a:lnTo>
                        <a:pt x="188595" y="328613"/>
                      </a:lnTo>
                      <a:close/>
                    </a:path>
                  </a:pathLst>
                </a:custGeom>
                <a:solidFill>
                  <a:srgbClr val="ECB6A0"/>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23EA9F0-3D8E-E0BA-911A-E97265E28B6E}"/>
                    </a:ext>
                  </a:extLst>
                </p:cNvPr>
                <p:cNvSpPr/>
                <p:nvPr/>
              </p:nvSpPr>
              <p:spPr>
                <a:xfrm>
                  <a:off x="6888480" y="2835592"/>
                  <a:ext cx="188594" cy="328612"/>
                </a:xfrm>
                <a:custGeom>
                  <a:avLst/>
                  <a:gdLst>
                    <a:gd name="connsiteX0" fmla="*/ 0 w 188594"/>
                    <a:gd name="connsiteY0" fmla="*/ 0 h 328612"/>
                    <a:gd name="connsiteX1" fmla="*/ 94297 w 188594"/>
                    <a:gd name="connsiteY1" fmla="*/ 0 h 328612"/>
                    <a:gd name="connsiteX2" fmla="*/ 188595 w 188594"/>
                    <a:gd name="connsiteY2" fmla="*/ 94298 h 328612"/>
                    <a:gd name="connsiteX3" fmla="*/ 188595 w 188594"/>
                    <a:gd name="connsiteY3" fmla="*/ 234315 h 328612"/>
                    <a:gd name="connsiteX4" fmla="*/ 94297 w 188594"/>
                    <a:gd name="connsiteY4" fmla="*/ 328613 h 328612"/>
                    <a:gd name="connsiteX5" fmla="*/ 0 w 188594"/>
                    <a:gd name="connsiteY5" fmla="*/ 328613 h 328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594" h="328612">
                      <a:moveTo>
                        <a:pt x="0" y="0"/>
                      </a:moveTo>
                      <a:lnTo>
                        <a:pt x="94297" y="0"/>
                      </a:lnTo>
                      <a:cubicBezTo>
                        <a:pt x="145732" y="0"/>
                        <a:pt x="188595" y="41910"/>
                        <a:pt x="188595" y="94298"/>
                      </a:cubicBezTo>
                      <a:lnTo>
                        <a:pt x="188595" y="234315"/>
                      </a:lnTo>
                      <a:cubicBezTo>
                        <a:pt x="188595" y="285750"/>
                        <a:pt x="146685" y="328613"/>
                        <a:pt x="94297" y="328613"/>
                      </a:cubicBezTo>
                      <a:lnTo>
                        <a:pt x="0" y="328613"/>
                      </a:lnTo>
                      <a:close/>
                    </a:path>
                  </a:pathLst>
                </a:custGeom>
                <a:solidFill>
                  <a:srgbClr val="ECB6A0"/>
                </a:solid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F89E648-5FB2-FF94-4577-784DEEFF1A45}"/>
                    </a:ext>
                  </a:extLst>
                </p:cNvPr>
                <p:cNvSpPr/>
                <p:nvPr/>
              </p:nvSpPr>
              <p:spPr>
                <a:xfrm>
                  <a:off x="5594984" y="2274570"/>
                  <a:ext cx="1437322" cy="384809"/>
                </a:xfrm>
                <a:custGeom>
                  <a:avLst/>
                  <a:gdLst>
                    <a:gd name="connsiteX0" fmla="*/ 80963 w 1437322"/>
                    <a:gd name="connsiteY0" fmla="*/ 384810 h 384809"/>
                    <a:gd name="connsiteX1" fmla="*/ 1356360 w 1437322"/>
                    <a:gd name="connsiteY1" fmla="*/ 384810 h 384809"/>
                    <a:gd name="connsiteX2" fmla="*/ 1437323 w 1437322"/>
                    <a:gd name="connsiteY2" fmla="*/ 303847 h 384809"/>
                    <a:gd name="connsiteX3" fmla="*/ 1437323 w 1437322"/>
                    <a:gd name="connsiteY3" fmla="*/ 80963 h 384809"/>
                    <a:gd name="connsiteX4" fmla="*/ 1356360 w 1437322"/>
                    <a:gd name="connsiteY4" fmla="*/ 0 h 384809"/>
                    <a:gd name="connsiteX5" fmla="*/ 80963 w 1437322"/>
                    <a:gd name="connsiteY5" fmla="*/ 0 h 384809"/>
                    <a:gd name="connsiteX6" fmla="*/ 0 w 1437322"/>
                    <a:gd name="connsiteY6" fmla="*/ 80963 h 384809"/>
                    <a:gd name="connsiteX7" fmla="*/ 0 w 1437322"/>
                    <a:gd name="connsiteY7" fmla="*/ 303847 h 384809"/>
                    <a:gd name="connsiteX8" fmla="*/ 80963 w 1437322"/>
                    <a:gd name="connsiteY8" fmla="*/ 384810 h 384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7322" h="384809">
                      <a:moveTo>
                        <a:pt x="80963" y="384810"/>
                      </a:moveTo>
                      <a:lnTo>
                        <a:pt x="1356360" y="384810"/>
                      </a:lnTo>
                      <a:cubicBezTo>
                        <a:pt x="1401128" y="384810"/>
                        <a:pt x="1437323" y="348615"/>
                        <a:pt x="1437323" y="303847"/>
                      </a:cubicBezTo>
                      <a:lnTo>
                        <a:pt x="1437323" y="80963"/>
                      </a:lnTo>
                      <a:cubicBezTo>
                        <a:pt x="1437323" y="36195"/>
                        <a:pt x="1401128" y="0"/>
                        <a:pt x="1356360" y="0"/>
                      </a:cubicBezTo>
                      <a:lnTo>
                        <a:pt x="80963" y="0"/>
                      </a:lnTo>
                      <a:cubicBezTo>
                        <a:pt x="36195" y="0"/>
                        <a:pt x="0" y="36195"/>
                        <a:pt x="0" y="80963"/>
                      </a:cubicBezTo>
                      <a:lnTo>
                        <a:pt x="0" y="303847"/>
                      </a:lnTo>
                      <a:cubicBezTo>
                        <a:pt x="0" y="348615"/>
                        <a:pt x="36195" y="384810"/>
                        <a:pt x="80963" y="384810"/>
                      </a:cubicBezTo>
                      <a:close/>
                    </a:path>
                  </a:pathLst>
                </a:custGeom>
                <a:solidFill>
                  <a:srgbClr val="BFBEBF"/>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B6686F3-225B-76A9-E5CF-221A6217978E}"/>
                    </a:ext>
                  </a:extLst>
                </p:cNvPr>
                <p:cNvSpPr/>
                <p:nvPr/>
              </p:nvSpPr>
              <p:spPr>
                <a:xfrm>
                  <a:off x="5704522" y="1681159"/>
                  <a:ext cx="1217295" cy="593410"/>
                </a:xfrm>
                <a:custGeom>
                  <a:avLst/>
                  <a:gdLst>
                    <a:gd name="connsiteX0" fmla="*/ 0 w 1217295"/>
                    <a:gd name="connsiteY0" fmla="*/ 593410 h 593410"/>
                    <a:gd name="connsiteX1" fmla="*/ 1217295 w 1217295"/>
                    <a:gd name="connsiteY1" fmla="*/ 593410 h 593410"/>
                    <a:gd name="connsiteX2" fmla="*/ 623888 w 1217295"/>
                    <a:gd name="connsiteY2" fmla="*/ 3 h 593410"/>
                    <a:gd name="connsiteX3" fmla="*/ 594360 w 1217295"/>
                    <a:gd name="connsiteY3" fmla="*/ 3 h 593410"/>
                    <a:gd name="connsiteX4" fmla="*/ 0 w 1217295"/>
                    <a:gd name="connsiteY4" fmla="*/ 593410 h 5934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7295" h="593410">
                      <a:moveTo>
                        <a:pt x="0" y="593410"/>
                      </a:moveTo>
                      <a:lnTo>
                        <a:pt x="1217295" y="593410"/>
                      </a:lnTo>
                      <a:cubicBezTo>
                        <a:pt x="1217295" y="266703"/>
                        <a:pt x="949643" y="3"/>
                        <a:pt x="623888" y="3"/>
                      </a:cubicBezTo>
                      <a:lnTo>
                        <a:pt x="594360" y="3"/>
                      </a:lnTo>
                      <a:cubicBezTo>
                        <a:pt x="267653" y="-950"/>
                        <a:pt x="0" y="266703"/>
                        <a:pt x="0" y="593410"/>
                      </a:cubicBezTo>
                      <a:close/>
                    </a:path>
                  </a:pathLst>
                </a:custGeom>
                <a:solidFill>
                  <a:srgbClr val="2B2C2D"/>
                </a:solidFill>
                <a:ln w="9525" cap="flat">
                  <a:noFill/>
                  <a:prstDash val="solid"/>
                  <a:miter/>
                </a:ln>
              </p:spPr>
              <p:txBody>
                <a:bodyPr rtlCol="0" anchor="ctr"/>
                <a:lstStyle/>
                <a:p>
                  <a:endParaRPr lang="en-US"/>
                </a:p>
              </p:txBody>
            </p:sp>
          </p:grpSp>
          <p:sp>
            <p:nvSpPr>
              <p:cNvPr id="17" name="Freeform: Shape 16">
                <a:extLst>
                  <a:ext uri="{FF2B5EF4-FFF2-40B4-BE49-F238E27FC236}">
                    <a16:creationId xmlns:a16="http://schemas.microsoft.com/office/drawing/2014/main" id="{4E41557E-0520-220F-B26E-412AD74F49D2}"/>
                  </a:ext>
                </a:extLst>
              </p:cNvPr>
              <p:cNvSpPr/>
              <p:nvPr/>
            </p:nvSpPr>
            <p:spPr>
              <a:xfrm>
                <a:off x="1448323" y="4471352"/>
                <a:ext cx="95512" cy="169980"/>
              </a:xfrm>
              <a:custGeom>
                <a:avLst/>
                <a:gdLst>
                  <a:gd name="connsiteX0" fmla="*/ 112395 w 112395"/>
                  <a:gd name="connsiteY0" fmla="*/ 56197 h 200025"/>
                  <a:gd name="connsiteX1" fmla="*/ 56197 w 112395"/>
                  <a:gd name="connsiteY1" fmla="*/ 0 h 200025"/>
                  <a:gd name="connsiteX2" fmla="*/ 0 w 112395"/>
                  <a:gd name="connsiteY2" fmla="*/ 56197 h 200025"/>
                  <a:gd name="connsiteX3" fmla="*/ 0 w 112395"/>
                  <a:gd name="connsiteY3" fmla="*/ 143828 h 200025"/>
                  <a:gd name="connsiteX4" fmla="*/ 56197 w 112395"/>
                  <a:gd name="connsiteY4" fmla="*/ 200025 h 200025"/>
                  <a:gd name="connsiteX5" fmla="*/ 112395 w 112395"/>
                  <a:gd name="connsiteY5" fmla="*/ 143828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95" h="200025">
                    <a:moveTo>
                      <a:pt x="112395" y="56197"/>
                    </a:moveTo>
                    <a:cubicBezTo>
                      <a:pt x="112395" y="24765"/>
                      <a:pt x="86677" y="0"/>
                      <a:pt x="56197" y="0"/>
                    </a:cubicBezTo>
                    <a:cubicBezTo>
                      <a:pt x="24765" y="0"/>
                      <a:pt x="0" y="25717"/>
                      <a:pt x="0" y="56197"/>
                    </a:cubicBezTo>
                    <a:lnTo>
                      <a:pt x="0" y="143828"/>
                    </a:lnTo>
                    <a:cubicBezTo>
                      <a:pt x="0" y="175260"/>
                      <a:pt x="25717" y="200025"/>
                      <a:pt x="56197" y="200025"/>
                    </a:cubicBezTo>
                    <a:cubicBezTo>
                      <a:pt x="87630" y="200025"/>
                      <a:pt x="112395" y="174308"/>
                      <a:pt x="112395" y="143828"/>
                    </a:cubicBezTo>
                    <a:close/>
                  </a:path>
                </a:pathLst>
              </a:custGeom>
              <a:solidFill>
                <a:srgbClr val="ACABAC"/>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E9C0562A-777A-3315-7CDE-D38EBADA98F6}"/>
                  </a:ext>
                </a:extLst>
              </p:cNvPr>
              <p:cNvSpPr/>
              <p:nvPr/>
            </p:nvSpPr>
            <p:spPr>
              <a:xfrm>
                <a:off x="1658774" y="4471352"/>
                <a:ext cx="95512" cy="169980"/>
              </a:xfrm>
              <a:custGeom>
                <a:avLst/>
                <a:gdLst>
                  <a:gd name="connsiteX0" fmla="*/ 112395 w 112395"/>
                  <a:gd name="connsiteY0" fmla="*/ 56197 h 200025"/>
                  <a:gd name="connsiteX1" fmla="*/ 56197 w 112395"/>
                  <a:gd name="connsiteY1" fmla="*/ 0 h 200025"/>
                  <a:gd name="connsiteX2" fmla="*/ 0 w 112395"/>
                  <a:gd name="connsiteY2" fmla="*/ 56197 h 200025"/>
                  <a:gd name="connsiteX3" fmla="*/ 0 w 112395"/>
                  <a:gd name="connsiteY3" fmla="*/ 143828 h 200025"/>
                  <a:gd name="connsiteX4" fmla="*/ 56197 w 112395"/>
                  <a:gd name="connsiteY4" fmla="*/ 200025 h 200025"/>
                  <a:gd name="connsiteX5" fmla="*/ 112395 w 112395"/>
                  <a:gd name="connsiteY5" fmla="*/ 143828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95" h="200025">
                    <a:moveTo>
                      <a:pt x="112395" y="56197"/>
                    </a:moveTo>
                    <a:cubicBezTo>
                      <a:pt x="112395" y="24765"/>
                      <a:pt x="86677" y="0"/>
                      <a:pt x="56197" y="0"/>
                    </a:cubicBezTo>
                    <a:cubicBezTo>
                      <a:pt x="24765" y="0"/>
                      <a:pt x="0" y="25717"/>
                      <a:pt x="0" y="56197"/>
                    </a:cubicBezTo>
                    <a:lnTo>
                      <a:pt x="0" y="143828"/>
                    </a:lnTo>
                    <a:cubicBezTo>
                      <a:pt x="0" y="175260"/>
                      <a:pt x="25717" y="200025"/>
                      <a:pt x="56197" y="200025"/>
                    </a:cubicBezTo>
                    <a:cubicBezTo>
                      <a:pt x="87630" y="200025"/>
                      <a:pt x="112395" y="174308"/>
                      <a:pt x="112395" y="143828"/>
                    </a:cubicBezTo>
                    <a:close/>
                  </a:path>
                </a:pathLst>
              </a:custGeom>
              <a:solidFill>
                <a:srgbClr val="ACABAC"/>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635166D6-4A00-43B2-B711-4E108757A8CF}"/>
                  </a:ext>
                </a:extLst>
              </p:cNvPr>
              <p:cNvSpPr/>
              <p:nvPr/>
            </p:nvSpPr>
            <p:spPr>
              <a:xfrm>
                <a:off x="1869225" y="4471352"/>
                <a:ext cx="95512" cy="169980"/>
              </a:xfrm>
              <a:custGeom>
                <a:avLst/>
                <a:gdLst>
                  <a:gd name="connsiteX0" fmla="*/ 112395 w 112395"/>
                  <a:gd name="connsiteY0" fmla="*/ 56197 h 200025"/>
                  <a:gd name="connsiteX1" fmla="*/ 56198 w 112395"/>
                  <a:gd name="connsiteY1" fmla="*/ 0 h 200025"/>
                  <a:gd name="connsiteX2" fmla="*/ 0 w 112395"/>
                  <a:gd name="connsiteY2" fmla="*/ 56197 h 200025"/>
                  <a:gd name="connsiteX3" fmla="*/ 0 w 112395"/>
                  <a:gd name="connsiteY3" fmla="*/ 143828 h 200025"/>
                  <a:gd name="connsiteX4" fmla="*/ 56198 w 112395"/>
                  <a:gd name="connsiteY4" fmla="*/ 200025 h 200025"/>
                  <a:gd name="connsiteX5" fmla="*/ 112395 w 112395"/>
                  <a:gd name="connsiteY5" fmla="*/ 143828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95" h="200025">
                    <a:moveTo>
                      <a:pt x="112395" y="56197"/>
                    </a:moveTo>
                    <a:cubicBezTo>
                      <a:pt x="112395" y="24765"/>
                      <a:pt x="86678" y="0"/>
                      <a:pt x="56198" y="0"/>
                    </a:cubicBezTo>
                    <a:cubicBezTo>
                      <a:pt x="24765" y="0"/>
                      <a:pt x="0" y="25717"/>
                      <a:pt x="0" y="56197"/>
                    </a:cubicBezTo>
                    <a:lnTo>
                      <a:pt x="0" y="143828"/>
                    </a:lnTo>
                    <a:cubicBezTo>
                      <a:pt x="0" y="175260"/>
                      <a:pt x="25718" y="200025"/>
                      <a:pt x="56198" y="200025"/>
                    </a:cubicBezTo>
                    <a:cubicBezTo>
                      <a:pt x="87630" y="200025"/>
                      <a:pt x="112395" y="174308"/>
                      <a:pt x="112395" y="143828"/>
                    </a:cubicBezTo>
                    <a:close/>
                  </a:path>
                </a:pathLst>
              </a:custGeom>
              <a:solidFill>
                <a:srgbClr val="ACABAC"/>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937D32D-A859-7A78-B7B3-C803662E8A17}"/>
                  </a:ext>
                </a:extLst>
              </p:cNvPr>
              <p:cNvSpPr/>
              <p:nvPr/>
            </p:nvSpPr>
            <p:spPr>
              <a:xfrm>
                <a:off x="2079676" y="4471352"/>
                <a:ext cx="95512" cy="169980"/>
              </a:xfrm>
              <a:custGeom>
                <a:avLst/>
                <a:gdLst>
                  <a:gd name="connsiteX0" fmla="*/ 112395 w 112395"/>
                  <a:gd name="connsiteY0" fmla="*/ 56197 h 200025"/>
                  <a:gd name="connsiteX1" fmla="*/ 56198 w 112395"/>
                  <a:gd name="connsiteY1" fmla="*/ 0 h 200025"/>
                  <a:gd name="connsiteX2" fmla="*/ 0 w 112395"/>
                  <a:gd name="connsiteY2" fmla="*/ 56197 h 200025"/>
                  <a:gd name="connsiteX3" fmla="*/ 0 w 112395"/>
                  <a:gd name="connsiteY3" fmla="*/ 143828 h 200025"/>
                  <a:gd name="connsiteX4" fmla="*/ 56198 w 112395"/>
                  <a:gd name="connsiteY4" fmla="*/ 200025 h 200025"/>
                  <a:gd name="connsiteX5" fmla="*/ 112395 w 112395"/>
                  <a:gd name="connsiteY5" fmla="*/ 143828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95" h="200025">
                    <a:moveTo>
                      <a:pt x="112395" y="56197"/>
                    </a:moveTo>
                    <a:cubicBezTo>
                      <a:pt x="112395" y="24765"/>
                      <a:pt x="86678" y="0"/>
                      <a:pt x="56198" y="0"/>
                    </a:cubicBezTo>
                    <a:cubicBezTo>
                      <a:pt x="25718" y="0"/>
                      <a:pt x="0" y="25717"/>
                      <a:pt x="0" y="56197"/>
                    </a:cubicBezTo>
                    <a:lnTo>
                      <a:pt x="0" y="143828"/>
                    </a:lnTo>
                    <a:cubicBezTo>
                      <a:pt x="0" y="175260"/>
                      <a:pt x="25718" y="200025"/>
                      <a:pt x="56198" y="200025"/>
                    </a:cubicBezTo>
                    <a:cubicBezTo>
                      <a:pt x="86678" y="200025"/>
                      <a:pt x="112395" y="174308"/>
                      <a:pt x="112395" y="143828"/>
                    </a:cubicBezTo>
                    <a:close/>
                  </a:path>
                </a:pathLst>
              </a:custGeom>
              <a:solidFill>
                <a:srgbClr val="ACABAC"/>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6EFA4CD9-F429-973F-19E3-E54D3343CD42}"/>
                  </a:ext>
                </a:extLst>
              </p:cNvPr>
              <p:cNvSpPr/>
              <p:nvPr/>
            </p:nvSpPr>
            <p:spPr>
              <a:xfrm>
                <a:off x="2290127" y="4471352"/>
                <a:ext cx="95512" cy="169980"/>
              </a:xfrm>
              <a:custGeom>
                <a:avLst/>
                <a:gdLst>
                  <a:gd name="connsiteX0" fmla="*/ 112395 w 112395"/>
                  <a:gd name="connsiteY0" fmla="*/ 56197 h 200025"/>
                  <a:gd name="connsiteX1" fmla="*/ 56198 w 112395"/>
                  <a:gd name="connsiteY1" fmla="*/ 0 h 200025"/>
                  <a:gd name="connsiteX2" fmla="*/ 0 w 112395"/>
                  <a:gd name="connsiteY2" fmla="*/ 56197 h 200025"/>
                  <a:gd name="connsiteX3" fmla="*/ 0 w 112395"/>
                  <a:gd name="connsiteY3" fmla="*/ 143828 h 200025"/>
                  <a:gd name="connsiteX4" fmla="*/ 56198 w 112395"/>
                  <a:gd name="connsiteY4" fmla="*/ 200025 h 200025"/>
                  <a:gd name="connsiteX5" fmla="*/ 112395 w 112395"/>
                  <a:gd name="connsiteY5" fmla="*/ 143828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395" h="200025">
                    <a:moveTo>
                      <a:pt x="112395" y="56197"/>
                    </a:moveTo>
                    <a:cubicBezTo>
                      <a:pt x="112395" y="24765"/>
                      <a:pt x="86678" y="0"/>
                      <a:pt x="56198" y="0"/>
                    </a:cubicBezTo>
                    <a:cubicBezTo>
                      <a:pt x="24765" y="0"/>
                      <a:pt x="0" y="25717"/>
                      <a:pt x="0" y="56197"/>
                    </a:cubicBezTo>
                    <a:lnTo>
                      <a:pt x="0" y="143828"/>
                    </a:lnTo>
                    <a:cubicBezTo>
                      <a:pt x="0" y="175260"/>
                      <a:pt x="25718" y="200025"/>
                      <a:pt x="56198" y="200025"/>
                    </a:cubicBezTo>
                    <a:cubicBezTo>
                      <a:pt x="87630" y="200025"/>
                      <a:pt x="112395" y="174308"/>
                      <a:pt x="112395" y="143828"/>
                    </a:cubicBezTo>
                    <a:close/>
                  </a:path>
                </a:pathLst>
              </a:custGeom>
              <a:solidFill>
                <a:srgbClr val="ACABAC"/>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BE3204FC-A984-AA1B-AC37-73304CBEF344}"/>
                  </a:ext>
                </a:extLst>
              </p:cNvPr>
              <p:cNvSpPr/>
              <p:nvPr/>
            </p:nvSpPr>
            <p:spPr>
              <a:xfrm>
                <a:off x="1408660" y="4719845"/>
                <a:ext cx="977788" cy="402285"/>
              </a:xfrm>
              <a:custGeom>
                <a:avLst/>
                <a:gdLst>
                  <a:gd name="connsiteX0" fmla="*/ 953 w 1150620"/>
                  <a:gd name="connsiteY0" fmla="*/ 0 h 473392"/>
                  <a:gd name="connsiteX1" fmla="*/ 1150620 w 1150620"/>
                  <a:gd name="connsiteY1" fmla="*/ 0 h 473392"/>
                  <a:gd name="connsiteX2" fmla="*/ 1150620 w 1150620"/>
                  <a:gd name="connsiteY2" fmla="*/ 473392 h 473392"/>
                  <a:gd name="connsiteX3" fmla="*/ 689610 w 1150620"/>
                  <a:gd name="connsiteY3" fmla="*/ 473392 h 473392"/>
                  <a:gd name="connsiteX4" fmla="*/ 575310 w 1150620"/>
                  <a:gd name="connsiteY4" fmla="*/ 370523 h 473392"/>
                  <a:gd name="connsiteX5" fmla="*/ 461010 w 1150620"/>
                  <a:gd name="connsiteY5" fmla="*/ 473392 h 473392"/>
                  <a:gd name="connsiteX6" fmla="*/ 0 w 1150620"/>
                  <a:gd name="connsiteY6" fmla="*/ 473392 h 473392"/>
                  <a:gd name="connsiteX7" fmla="*/ 0 w 1150620"/>
                  <a:gd name="connsiteY7" fmla="*/ 0 h 473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0620" h="473392">
                    <a:moveTo>
                      <a:pt x="953" y="0"/>
                    </a:moveTo>
                    <a:lnTo>
                      <a:pt x="1150620" y="0"/>
                    </a:lnTo>
                    <a:lnTo>
                      <a:pt x="1150620" y="473392"/>
                    </a:lnTo>
                    <a:lnTo>
                      <a:pt x="689610" y="473392"/>
                    </a:lnTo>
                    <a:cubicBezTo>
                      <a:pt x="683895" y="415290"/>
                      <a:pt x="634365" y="370523"/>
                      <a:pt x="575310" y="370523"/>
                    </a:cubicBezTo>
                    <a:cubicBezTo>
                      <a:pt x="516255" y="370523"/>
                      <a:pt x="467678" y="415290"/>
                      <a:pt x="461010" y="473392"/>
                    </a:cubicBezTo>
                    <a:lnTo>
                      <a:pt x="0" y="473392"/>
                    </a:lnTo>
                    <a:lnTo>
                      <a:pt x="0" y="0"/>
                    </a:lnTo>
                    <a:close/>
                  </a:path>
                </a:pathLst>
              </a:custGeom>
              <a:solidFill>
                <a:srgbClr val="2B2C2D"/>
              </a:solid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64730E6-3AFB-B12D-4CA9-539EF551E750}"/>
                  </a:ext>
                </a:extLst>
              </p:cNvPr>
              <p:cNvSpPr/>
              <p:nvPr/>
            </p:nvSpPr>
            <p:spPr>
              <a:xfrm>
                <a:off x="1580260" y="4837213"/>
                <a:ext cx="144077" cy="144078"/>
              </a:xfrm>
              <a:custGeom>
                <a:avLst/>
                <a:gdLst>
                  <a:gd name="connsiteX0" fmla="*/ 84772 w 169544"/>
                  <a:gd name="connsiteY0" fmla="*/ 169545 h 169545"/>
                  <a:gd name="connsiteX1" fmla="*/ 169545 w 169544"/>
                  <a:gd name="connsiteY1" fmla="*/ 84773 h 169545"/>
                  <a:gd name="connsiteX2" fmla="*/ 84772 w 169544"/>
                  <a:gd name="connsiteY2" fmla="*/ 0 h 169545"/>
                  <a:gd name="connsiteX3" fmla="*/ 0 w 169544"/>
                  <a:gd name="connsiteY3" fmla="*/ 84773 h 169545"/>
                  <a:gd name="connsiteX4" fmla="*/ 84772 w 169544"/>
                  <a:gd name="connsiteY4" fmla="*/ 169545 h 169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44" h="169545">
                    <a:moveTo>
                      <a:pt x="84772" y="169545"/>
                    </a:moveTo>
                    <a:cubicBezTo>
                      <a:pt x="131445" y="169545"/>
                      <a:pt x="169545" y="131445"/>
                      <a:pt x="169545" y="84773"/>
                    </a:cubicBezTo>
                    <a:cubicBezTo>
                      <a:pt x="169545" y="38100"/>
                      <a:pt x="131445" y="0"/>
                      <a:pt x="84772" y="0"/>
                    </a:cubicBezTo>
                    <a:cubicBezTo>
                      <a:pt x="38100" y="0"/>
                      <a:pt x="0" y="38100"/>
                      <a:pt x="0" y="84773"/>
                    </a:cubicBezTo>
                    <a:cubicBezTo>
                      <a:pt x="0" y="131445"/>
                      <a:pt x="38100" y="169545"/>
                      <a:pt x="84772" y="169545"/>
                    </a:cubicBezTo>
                    <a:close/>
                  </a:path>
                </a:pathLst>
              </a:custGeom>
              <a:solidFill>
                <a:srgbClr val="57565C"/>
              </a:solid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3C5883D-2596-7345-9031-1914336A90F5}"/>
                  </a:ext>
                </a:extLst>
              </p:cNvPr>
              <p:cNvSpPr/>
              <p:nvPr/>
            </p:nvSpPr>
            <p:spPr>
              <a:xfrm>
                <a:off x="2071566" y="4837213"/>
                <a:ext cx="144092" cy="144078"/>
              </a:xfrm>
              <a:custGeom>
                <a:avLst/>
                <a:gdLst>
                  <a:gd name="connsiteX0" fmla="*/ 84790 w 169562"/>
                  <a:gd name="connsiteY0" fmla="*/ 169545 h 169545"/>
                  <a:gd name="connsiteX1" fmla="*/ 169563 w 169562"/>
                  <a:gd name="connsiteY1" fmla="*/ 84773 h 169545"/>
                  <a:gd name="connsiteX2" fmla="*/ 84790 w 169562"/>
                  <a:gd name="connsiteY2" fmla="*/ 0 h 169545"/>
                  <a:gd name="connsiteX3" fmla="*/ 17 w 169562"/>
                  <a:gd name="connsiteY3" fmla="*/ 84773 h 169545"/>
                  <a:gd name="connsiteX4" fmla="*/ 84790 w 169562"/>
                  <a:gd name="connsiteY4" fmla="*/ 169545 h 1695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562" h="169545">
                    <a:moveTo>
                      <a:pt x="84790" y="169545"/>
                    </a:moveTo>
                    <a:cubicBezTo>
                      <a:pt x="131463" y="169545"/>
                      <a:pt x="169563" y="131445"/>
                      <a:pt x="169563" y="84773"/>
                    </a:cubicBezTo>
                    <a:cubicBezTo>
                      <a:pt x="169563" y="38100"/>
                      <a:pt x="131463" y="0"/>
                      <a:pt x="84790" y="0"/>
                    </a:cubicBezTo>
                    <a:cubicBezTo>
                      <a:pt x="38117" y="0"/>
                      <a:pt x="17" y="38100"/>
                      <a:pt x="17" y="84773"/>
                    </a:cubicBezTo>
                    <a:cubicBezTo>
                      <a:pt x="-935" y="131445"/>
                      <a:pt x="37165" y="169545"/>
                      <a:pt x="84790" y="169545"/>
                    </a:cubicBezTo>
                    <a:close/>
                  </a:path>
                </a:pathLst>
              </a:custGeom>
              <a:solidFill>
                <a:srgbClr val="57565C"/>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20AE3BC9-E099-BD19-0C83-72B9AC755A1D}"/>
                  </a:ext>
                </a:extLst>
              </p:cNvPr>
              <p:cNvSpPr/>
              <p:nvPr/>
            </p:nvSpPr>
            <p:spPr>
              <a:xfrm>
                <a:off x="791068" y="6229427"/>
                <a:ext cx="2242922" cy="212069"/>
              </a:xfrm>
              <a:custGeom>
                <a:avLst/>
                <a:gdLst>
                  <a:gd name="connsiteX0" fmla="*/ 2565083 w 2639377"/>
                  <a:gd name="connsiteY0" fmla="*/ 0 h 249554"/>
                  <a:gd name="connsiteX1" fmla="*/ 68580 w 2639377"/>
                  <a:gd name="connsiteY1" fmla="*/ 0 h 249554"/>
                  <a:gd name="connsiteX2" fmla="*/ 0 w 2639377"/>
                  <a:gd name="connsiteY2" fmla="*/ 249555 h 249554"/>
                  <a:gd name="connsiteX3" fmla="*/ 2639378 w 2639377"/>
                  <a:gd name="connsiteY3" fmla="*/ 249555 h 249554"/>
                  <a:gd name="connsiteX4" fmla="*/ 2565083 w 2639377"/>
                  <a:gd name="connsiteY4" fmla="*/ 0 h 2495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9377" h="249554">
                    <a:moveTo>
                      <a:pt x="2565083" y="0"/>
                    </a:moveTo>
                    <a:lnTo>
                      <a:pt x="68580" y="0"/>
                    </a:lnTo>
                    <a:cubicBezTo>
                      <a:pt x="28575" y="73342"/>
                      <a:pt x="4763" y="156210"/>
                      <a:pt x="0" y="249555"/>
                    </a:cubicBezTo>
                    <a:lnTo>
                      <a:pt x="2639378" y="249555"/>
                    </a:lnTo>
                    <a:cubicBezTo>
                      <a:pt x="2635567" y="155257"/>
                      <a:pt x="2608898" y="73342"/>
                      <a:pt x="2565083" y="0"/>
                    </a:cubicBezTo>
                    <a:close/>
                  </a:path>
                </a:pathLst>
              </a:custGeom>
              <a:solidFill>
                <a:srgbClr val="2B2C2D"/>
              </a:solid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04FDC09E-4FEA-4761-7F2B-38C9213BAC6E}"/>
                  </a:ext>
                </a:extLst>
              </p:cNvPr>
              <p:cNvSpPr/>
              <p:nvPr/>
            </p:nvSpPr>
            <p:spPr>
              <a:xfrm>
                <a:off x="791068" y="6654376"/>
                <a:ext cx="2243731" cy="217735"/>
              </a:xfrm>
              <a:custGeom>
                <a:avLst/>
                <a:gdLst>
                  <a:gd name="connsiteX0" fmla="*/ 0 w 2640329"/>
                  <a:gd name="connsiteY0" fmla="*/ 0 h 256222"/>
                  <a:gd name="connsiteX1" fmla="*/ 2640330 w 2640329"/>
                  <a:gd name="connsiteY1" fmla="*/ 0 h 256222"/>
                  <a:gd name="connsiteX2" fmla="*/ 2640330 w 2640329"/>
                  <a:gd name="connsiteY2" fmla="*/ 256222 h 256222"/>
                  <a:gd name="connsiteX3" fmla="*/ 0 w 2640329"/>
                  <a:gd name="connsiteY3" fmla="*/ 256222 h 256222"/>
                </a:gdLst>
                <a:ahLst/>
                <a:cxnLst>
                  <a:cxn ang="0">
                    <a:pos x="connsiteX0" y="connsiteY0"/>
                  </a:cxn>
                  <a:cxn ang="0">
                    <a:pos x="connsiteX1" y="connsiteY1"/>
                  </a:cxn>
                  <a:cxn ang="0">
                    <a:pos x="connsiteX2" y="connsiteY2"/>
                  </a:cxn>
                  <a:cxn ang="0">
                    <a:pos x="connsiteX3" y="connsiteY3"/>
                  </a:cxn>
                </a:cxnLst>
                <a:rect l="l" t="t" r="r" b="b"/>
                <a:pathLst>
                  <a:path w="2640329" h="256222">
                    <a:moveTo>
                      <a:pt x="0" y="0"/>
                    </a:moveTo>
                    <a:lnTo>
                      <a:pt x="2640330" y="0"/>
                    </a:lnTo>
                    <a:lnTo>
                      <a:pt x="2640330" y="256222"/>
                    </a:lnTo>
                    <a:lnTo>
                      <a:pt x="0" y="256222"/>
                    </a:lnTo>
                    <a:close/>
                  </a:path>
                </a:pathLst>
              </a:custGeom>
              <a:solidFill>
                <a:srgbClr val="2B2C2D"/>
              </a:solid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A428FDA0-C4B9-6FC7-90F0-88B45D167956}"/>
                  </a:ext>
                </a:extLst>
              </p:cNvPr>
              <p:cNvSpPr/>
              <p:nvPr/>
            </p:nvSpPr>
            <p:spPr>
              <a:xfrm>
                <a:off x="1428088" y="5715441"/>
                <a:ext cx="470277" cy="417663"/>
              </a:xfrm>
              <a:custGeom>
                <a:avLst/>
                <a:gdLst>
                  <a:gd name="connsiteX0" fmla="*/ 553402 w 553402"/>
                  <a:gd name="connsiteY0" fmla="*/ 273367 h 491489"/>
                  <a:gd name="connsiteX1" fmla="*/ 188595 w 553402"/>
                  <a:gd name="connsiteY1" fmla="*/ 0 h 491489"/>
                  <a:gd name="connsiteX2" fmla="*/ 0 w 553402"/>
                  <a:gd name="connsiteY2" fmla="*/ 93345 h 491489"/>
                  <a:gd name="connsiteX3" fmla="*/ 219075 w 553402"/>
                  <a:gd name="connsiteY3" fmla="*/ 491490 h 491489"/>
                </a:gdLst>
                <a:ahLst/>
                <a:cxnLst>
                  <a:cxn ang="0">
                    <a:pos x="connsiteX0" y="connsiteY0"/>
                  </a:cxn>
                  <a:cxn ang="0">
                    <a:pos x="connsiteX1" y="connsiteY1"/>
                  </a:cxn>
                  <a:cxn ang="0">
                    <a:pos x="connsiteX2" y="connsiteY2"/>
                  </a:cxn>
                  <a:cxn ang="0">
                    <a:pos x="connsiteX3" y="connsiteY3"/>
                  </a:cxn>
                </a:cxnLst>
                <a:rect l="l" t="t" r="r" b="b"/>
                <a:pathLst>
                  <a:path w="553402" h="491489">
                    <a:moveTo>
                      <a:pt x="553402" y="273367"/>
                    </a:moveTo>
                    <a:lnTo>
                      <a:pt x="188595" y="0"/>
                    </a:lnTo>
                    <a:lnTo>
                      <a:pt x="0" y="93345"/>
                    </a:lnTo>
                    <a:lnTo>
                      <a:pt x="219075" y="491490"/>
                    </a:lnTo>
                    <a:close/>
                  </a:path>
                </a:pathLst>
              </a:custGeom>
              <a:solidFill>
                <a:srgbClr val="2B2C2D"/>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1EFB946-F4FA-22F2-78A7-386FE9AF798B}"/>
                  </a:ext>
                </a:extLst>
              </p:cNvPr>
              <p:cNvSpPr/>
              <p:nvPr/>
            </p:nvSpPr>
            <p:spPr>
              <a:xfrm>
                <a:off x="1898364" y="5715441"/>
                <a:ext cx="469468" cy="417663"/>
              </a:xfrm>
              <a:custGeom>
                <a:avLst/>
                <a:gdLst>
                  <a:gd name="connsiteX0" fmla="*/ 552450 w 552450"/>
                  <a:gd name="connsiteY0" fmla="*/ 93345 h 491489"/>
                  <a:gd name="connsiteX1" fmla="*/ 363855 w 552450"/>
                  <a:gd name="connsiteY1" fmla="*/ 0 h 491489"/>
                  <a:gd name="connsiteX2" fmla="*/ 0 w 552450"/>
                  <a:gd name="connsiteY2" fmla="*/ 273367 h 491489"/>
                  <a:gd name="connsiteX3" fmla="*/ 333375 w 552450"/>
                  <a:gd name="connsiteY3" fmla="*/ 491490 h 491489"/>
                </a:gdLst>
                <a:ahLst/>
                <a:cxnLst>
                  <a:cxn ang="0">
                    <a:pos x="connsiteX0" y="connsiteY0"/>
                  </a:cxn>
                  <a:cxn ang="0">
                    <a:pos x="connsiteX1" y="connsiteY1"/>
                  </a:cxn>
                  <a:cxn ang="0">
                    <a:pos x="connsiteX2" y="connsiteY2"/>
                  </a:cxn>
                  <a:cxn ang="0">
                    <a:pos x="connsiteX3" y="connsiteY3"/>
                  </a:cxn>
                </a:cxnLst>
                <a:rect l="l" t="t" r="r" b="b"/>
                <a:pathLst>
                  <a:path w="552450" h="491489">
                    <a:moveTo>
                      <a:pt x="552450" y="93345"/>
                    </a:moveTo>
                    <a:lnTo>
                      <a:pt x="363855" y="0"/>
                    </a:lnTo>
                    <a:lnTo>
                      <a:pt x="0" y="273367"/>
                    </a:lnTo>
                    <a:lnTo>
                      <a:pt x="333375" y="491490"/>
                    </a:lnTo>
                    <a:close/>
                  </a:path>
                </a:pathLst>
              </a:custGeom>
              <a:solidFill>
                <a:srgbClr val="2B2C2D"/>
              </a:solidFill>
              <a:ln w="9525" cap="flat">
                <a:noFill/>
                <a:prstDash val="solid"/>
                <a:miter/>
              </a:ln>
            </p:spPr>
            <p:txBody>
              <a:bodyPr rtlCol="0" anchor="ctr"/>
              <a:lstStyle/>
              <a:p>
                <a:endParaRPr lang="en-US"/>
              </a:p>
            </p:txBody>
          </p:sp>
          <p:grpSp>
            <p:nvGrpSpPr>
              <p:cNvPr id="30" name="Graphic 6">
                <a:extLst>
                  <a:ext uri="{FF2B5EF4-FFF2-40B4-BE49-F238E27FC236}">
                    <a16:creationId xmlns:a16="http://schemas.microsoft.com/office/drawing/2014/main" id="{DA9557C1-F418-E443-8614-3B5F8AA593CF}"/>
                  </a:ext>
                </a:extLst>
              </p:cNvPr>
              <p:cNvGrpSpPr/>
              <p:nvPr/>
            </p:nvGrpSpPr>
            <p:grpSpPr>
              <a:xfrm>
                <a:off x="394843" y="4462394"/>
                <a:ext cx="853194" cy="1371802"/>
                <a:chOff x="4544841" y="2356421"/>
                <a:chExt cx="1004003" cy="1614280"/>
              </a:xfrm>
            </p:grpSpPr>
            <p:sp>
              <p:nvSpPr>
                <p:cNvPr id="31" name="Freeform: Shape 30">
                  <a:extLst>
                    <a:ext uri="{FF2B5EF4-FFF2-40B4-BE49-F238E27FC236}">
                      <a16:creationId xmlns:a16="http://schemas.microsoft.com/office/drawing/2014/main" id="{9E085CBB-61D6-3702-37BF-AD57C3A500DA}"/>
                    </a:ext>
                  </a:extLst>
                </p:cNvPr>
                <p:cNvSpPr/>
                <p:nvPr/>
              </p:nvSpPr>
              <p:spPr>
                <a:xfrm rot="-900535">
                  <a:off x="4852316" y="2690713"/>
                  <a:ext cx="250537" cy="337224"/>
                </a:xfrm>
                <a:custGeom>
                  <a:avLst/>
                  <a:gdLst>
                    <a:gd name="connsiteX0" fmla="*/ 0 w 250537"/>
                    <a:gd name="connsiteY0" fmla="*/ 0 h 337224"/>
                    <a:gd name="connsiteX1" fmla="*/ 250537 w 250537"/>
                    <a:gd name="connsiteY1" fmla="*/ 0 h 337224"/>
                    <a:gd name="connsiteX2" fmla="*/ 250537 w 250537"/>
                    <a:gd name="connsiteY2" fmla="*/ 337225 h 337224"/>
                    <a:gd name="connsiteX3" fmla="*/ 0 w 250537"/>
                    <a:gd name="connsiteY3" fmla="*/ 337225 h 337224"/>
                  </a:gdLst>
                  <a:ahLst/>
                  <a:cxnLst>
                    <a:cxn ang="0">
                      <a:pos x="connsiteX0" y="connsiteY0"/>
                    </a:cxn>
                    <a:cxn ang="0">
                      <a:pos x="connsiteX1" y="connsiteY1"/>
                    </a:cxn>
                    <a:cxn ang="0">
                      <a:pos x="connsiteX2" y="connsiteY2"/>
                    </a:cxn>
                    <a:cxn ang="0">
                      <a:pos x="connsiteX3" y="connsiteY3"/>
                    </a:cxn>
                  </a:cxnLst>
                  <a:rect l="l" t="t" r="r" b="b"/>
                  <a:pathLst>
                    <a:path w="250537" h="337224">
                      <a:moveTo>
                        <a:pt x="0" y="0"/>
                      </a:moveTo>
                      <a:lnTo>
                        <a:pt x="250537" y="0"/>
                      </a:lnTo>
                      <a:lnTo>
                        <a:pt x="250537" y="337225"/>
                      </a:lnTo>
                      <a:lnTo>
                        <a:pt x="0" y="337225"/>
                      </a:lnTo>
                      <a:close/>
                    </a:path>
                  </a:pathLst>
                </a:custGeom>
                <a:solidFill>
                  <a:srgbClr val="7C7C7C"/>
                </a:solidFill>
                <a:ln w="9526"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17B6024-CEBA-DD7D-836F-9A9A048D2B72}"/>
                    </a:ext>
                  </a:extLst>
                </p:cNvPr>
                <p:cNvSpPr/>
                <p:nvPr/>
              </p:nvSpPr>
              <p:spPr>
                <a:xfrm rot="-900535">
                  <a:off x="4986615" y="2366775"/>
                  <a:ext cx="169565" cy="680165"/>
                </a:xfrm>
                <a:custGeom>
                  <a:avLst/>
                  <a:gdLst>
                    <a:gd name="connsiteX0" fmla="*/ 0 w 169565"/>
                    <a:gd name="connsiteY0" fmla="*/ 0 h 680165"/>
                    <a:gd name="connsiteX1" fmla="*/ 169565 w 169565"/>
                    <a:gd name="connsiteY1" fmla="*/ 0 h 680165"/>
                    <a:gd name="connsiteX2" fmla="*/ 169565 w 169565"/>
                    <a:gd name="connsiteY2" fmla="*/ 680166 h 680165"/>
                    <a:gd name="connsiteX3" fmla="*/ 0 w 169565"/>
                    <a:gd name="connsiteY3" fmla="*/ 680166 h 680165"/>
                  </a:gdLst>
                  <a:ahLst/>
                  <a:cxnLst>
                    <a:cxn ang="0">
                      <a:pos x="connsiteX0" y="connsiteY0"/>
                    </a:cxn>
                    <a:cxn ang="0">
                      <a:pos x="connsiteX1" y="connsiteY1"/>
                    </a:cxn>
                    <a:cxn ang="0">
                      <a:pos x="connsiteX2" y="connsiteY2"/>
                    </a:cxn>
                    <a:cxn ang="0">
                      <a:pos x="connsiteX3" y="connsiteY3"/>
                    </a:cxn>
                  </a:cxnLst>
                  <a:rect l="l" t="t" r="r" b="b"/>
                  <a:pathLst>
                    <a:path w="169565" h="680165">
                      <a:moveTo>
                        <a:pt x="0" y="0"/>
                      </a:moveTo>
                      <a:lnTo>
                        <a:pt x="169565" y="0"/>
                      </a:lnTo>
                      <a:lnTo>
                        <a:pt x="169565" y="680166"/>
                      </a:lnTo>
                      <a:lnTo>
                        <a:pt x="0" y="680166"/>
                      </a:lnTo>
                      <a:close/>
                    </a:path>
                  </a:pathLst>
                </a:custGeom>
                <a:solidFill>
                  <a:srgbClr val="8A8A8A"/>
                </a:solidFill>
                <a:ln w="9526"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C438FB60-8DE9-3549-586D-1B8B45320090}"/>
                    </a:ext>
                  </a:extLst>
                </p:cNvPr>
                <p:cNvSpPr/>
                <p:nvPr/>
              </p:nvSpPr>
              <p:spPr>
                <a:xfrm>
                  <a:off x="5199165" y="3296070"/>
                  <a:ext cx="349679" cy="254430"/>
                </a:xfrm>
                <a:custGeom>
                  <a:avLst/>
                  <a:gdLst>
                    <a:gd name="connsiteX0" fmla="*/ 28155 w 349679"/>
                    <a:gd name="connsiteY0" fmla="*/ 107213 h 254430"/>
                    <a:gd name="connsiteX1" fmla="*/ 8152 w 349679"/>
                    <a:gd name="connsiteY1" fmla="*/ 28155 h 254430"/>
                    <a:gd name="connsiteX2" fmla="*/ 87210 w 349679"/>
                    <a:gd name="connsiteY2" fmla="*/ 8152 h 254430"/>
                    <a:gd name="connsiteX3" fmla="*/ 321525 w 349679"/>
                    <a:gd name="connsiteY3" fmla="*/ 147217 h 254430"/>
                    <a:gd name="connsiteX4" fmla="*/ 341527 w 349679"/>
                    <a:gd name="connsiteY4" fmla="*/ 226275 h 254430"/>
                    <a:gd name="connsiteX5" fmla="*/ 262470 w 349679"/>
                    <a:gd name="connsiteY5" fmla="*/ 246277 h 254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679" h="254430">
                      <a:moveTo>
                        <a:pt x="28155" y="107213"/>
                      </a:moveTo>
                      <a:cubicBezTo>
                        <a:pt x="532" y="91020"/>
                        <a:pt x="-8040" y="55777"/>
                        <a:pt x="8152" y="28155"/>
                      </a:cubicBezTo>
                      <a:cubicBezTo>
                        <a:pt x="24345" y="533"/>
                        <a:pt x="59588" y="-8040"/>
                        <a:pt x="87210" y="8152"/>
                      </a:cubicBezTo>
                      <a:lnTo>
                        <a:pt x="321525" y="147217"/>
                      </a:lnTo>
                      <a:cubicBezTo>
                        <a:pt x="349148" y="163410"/>
                        <a:pt x="357720" y="198652"/>
                        <a:pt x="341527" y="226275"/>
                      </a:cubicBezTo>
                      <a:cubicBezTo>
                        <a:pt x="325335" y="253898"/>
                        <a:pt x="290093" y="262470"/>
                        <a:pt x="262470" y="246277"/>
                      </a:cubicBezTo>
                      <a:close/>
                    </a:path>
                  </a:pathLst>
                </a:custGeom>
                <a:solidFill>
                  <a:srgbClr val="8A8A8A"/>
                </a:solid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13B098E-C3F0-5024-CE55-942D6C8B5A37}"/>
                    </a:ext>
                  </a:extLst>
                </p:cNvPr>
                <p:cNvSpPr/>
                <p:nvPr/>
              </p:nvSpPr>
              <p:spPr>
                <a:xfrm rot="-900535">
                  <a:off x="4799081" y="2980253"/>
                  <a:ext cx="491548" cy="497264"/>
                </a:xfrm>
                <a:custGeom>
                  <a:avLst/>
                  <a:gdLst>
                    <a:gd name="connsiteX0" fmla="*/ 0 w 491548"/>
                    <a:gd name="connsiteY0" fmla="*/ 0 h 497264"/>
                    <a:gd name="connsiteX1" fmla="*/ 491548 w 491548"/>
                    <a:gd name="connsiteY1" fmla="*/ 0 h 497264"/>
                    <a:gd name="connsiteX2" fmla="*/ 491548 w 491548"/>
                    <a:gd name="connsiteY2" fmla="*/ 497264 h 497264"/>
                    <a:gd name="connsiteX3" fmla="*/ 0 w 491548"/>
                    <a:gd name="connsiteY3" fmla="*/ 497264 h 497264"/>
                  </a:gdLst>
                  <a:ahLst/>
                  <a:cxnLst>
                    <a:cxn ang="0">
                      <a:pos x="connsiteX0" y="connsiteY0"/>
                    </a:cxn>
                    <a:cxn ang="0">
                      <a:pos x="connsiteX1" y="connsiteY1"/>
                    </a:cxn>
                    <a:cxn ang="0">
                      <a:pos x="connsiteX2" y="connsiteY2"/>
                    </a:cxn>
                    <a:cxn ang="0">
                      <a:pos x="connsiteX3" y="connsiteY3"/>
                    </a:cxn>
                  </a:cxnLst>
                  <a:rect l="l" t="t" r="r" b="b"/>
                  <a:pathLst>
                    <a:path w="491548" h="497264">
                      <a:moveTo>
                        <a:pt x="0" y="0"/>
                      </a:moveTo>
                      <a:lnTo>
                        <a:pt x="491548" y="0"/>
                      </a:lnTo>
                      <a:lnTo>
                        <a:pt x="491548" y="497264"/>
                      </a:lnTo>
                      <a:lnTo>
                        <a:pt x="0" y="497264"/>
                      </a:lnTo>
                      <a:close/>
                    </a:path>
                  </a:pathLst>
                </a:custGeom>
                <a:solidFill>
                  <a:srgbClr val="999999"/>
                </a:solidFill>
                <a:ln w="9526"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369B06F-4A39-D759-D823-57CC9C563FB5}"/>
                    </a:ext>
                  </a:extLst>
                </p:cNvPr>
                <p:cNvSpPr/>
                <p:nvPr/>
              </p:nvSpPr>
              <p:spPr>
                <a:xfrm>
                  <a:off x="4544841" y="3443287"/>
                  <a:ext cx="672000" cy="527413"/>
                </a:xfrm>
                <a:custGeom>
                  <a:avLst/>
                  <a:gdLst>
                    <a:gd name="connsiteX0" fmla="*/ 659618 w 672000"/>
                    <a:gd name="connsiteY0" fmla="*/ 0 h 527413"/>
                    <a:gd name="connsiteX1" fmla="*/ 672001 w 672000"/>
                    <a:gd name="connsiteY1" fmla="*/ 45720 h 527413"/>
                    <a:gd name="connsiteX2" fmla="*/ 543413 w 672000"/>
                    <a:gd name="connsiteY2" fmla="*/ 420053 h 527413"/>
                    <a:gd name="connsiteX3" fmla="*/ 173843 w 672000"/>
                    <a:gd name="connsiteY3" fmla="*/ 519113 h 527413"/>
                    <a:gd name="connsiteX4" fmla="*/ 51923 w 672000"/>
                    <a:gd name="connsiteY4" fmla="*/ 473393 h 527413"/>
                    <a:gd name="connsiteX5" fmla="*/ 5251 w 672000"/>
                    <a:gd name="connsiteY5" fmla="*/ 298132 h 527413"/>
                    <a:gd name="connsiteX6" fmla="*/ 91928 w 672000"/>
                    <a:gd name="connsiteY6" fmla="*/ 177165 h 527413"/>
                    <a:gd name="connsiteX7" fmla="*/ 146221 w 672000"/>
                    <a:gd name="connsiteY7" fmla="*/ 212407 h 527413"/>
                    <a:gd name="connsiteX8" fmla="*/ 446258 w 672000"/>
                    <a:gd name="connsiteY8" fmla="*/ 58103 h 5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000" h="527413">
                      <a:moveTo>
                        <a:pt x="659618" y="0"/>
                      </a:moveTo>
                      <a:lnTo>
                        <a:pt x="672001" y="45720"/>
                      </a:lnTo>
                      <a:lnTo>
                        <a:pt x="543413" y="420053"/>
                      </a:lnTo>
                      <a:lnTo>
                        <a:pt x="173843" y="519113"/>
                      </a:lnTo>
                      <a:cubicBezTo>
                        <a:pt x="173843" y="519113"/>
                        <a:pt x="86213" y="556260"/>
                        <a:pt x="51923" y="473393"/>
                      </a:cubicBezTo>
                      <a:lnTo>
                        <a:pt x="5251" y="298132"/>
                      </a:lnTo>
                      <a:cubicBezTo>
                        <a:pt x="-11894" y="234315"/>
                        <a:pt x="11918" y="158115"/>
                        <a:pt x="91928" y="177165"/>
                      </a:cubicBezTo>
                      <a:cubicBezTo>
                        <a:pt x="124313" y="184785"/>
                        <a:pt x="120503" y="197168"/>
                        <a:pt x="146221" y="212407"/>
                      </a:cubicBezTo>
                      <a:cubicBezTo>
                        <a:pt x="235756" y="261938"/>
                        <a:pt x="455783" y="235268"/>
                        <a:pt x="446258" y="58103"/>
                      </a:cubicBezTo>
                      <a:close/>
                    </a:path>
                  </a:pathLst>
                </a:custGeom>
                <a:solidFill>
                  <a:srgbClr val="924436"/>
                </a:solidFill>
                <a:ln w="9525" cap="flat">
                  <a:noFill/>
                  <a:prstDash val="solid"/>
                  <a:miter/>
                </a:ln>
              </p:spPr>
              <p:txBody>
                <a:bodyPr rtlCol="0" anchor="ctr"/>
                <a:lstStyle/>
                <a:p>
                  <a:endParaRPr lang="en-US"/>
                </a:p>
              </p:txBody>
            </p:sp>
            <p:grpSp>
              <p:nvGrpSpPr>
                <p:cNvPr id="36" name="Graphic 6">
                  <a:extLst>
                    <a:ext uri="{FF2B5EF4-FFF2-40B4-BE49-F238E27FC236}">
                      <a16:creationId xmlns:a16="http://schemas.microsoft.com/office/drawing/2014/main" id="{4A435C87-9F4C-92C7-930F-431FD7521FBD}"/>
                    </a:ext>
                  </a:extLst>
                </p:cNvPr>
                <p:cNvGrpSpPr/>
                <p:nvPr/>
              </p:nvGrpSpPr>
              <p:grpSpPr>
                <a:xfrm>
                  <a:off x="4867119" y="3073562"/>
                  <a:ext cx="354640" cy="311778"/>
                  <a:chOff x="4867119" y="3073562"/>
                  <a:chExt cx="354640" cy="311778"/>
                </a:xfrm>
                <a:solidFill>
                  <a:srgbClr val="ACACAC"/>
                </a:solidFill>
              </p:grpSpPr>
              <p:sp>
                <p:nvSpPr>
                  <p:cNvPr id="37" name="Freeform: Shape 36">
                    <a:extLst>
                      <a:ext uri="{FF2B5EF4-FFF2-40B4-BE49-F238E27FC236}">
                        <a16:creationId xmlns:a16="http://schemas.microsoft.com/office/drawing/2014/main" id="{9ECB207B-E2D7-8181-2AE3-A1ADEA7F0759}"/>
                      </a:ext>
                    </a:extLst>
                  </p:cNvPr>
                  <p:cNvSpPr/>
                  <p:nvPr/>
                </p:nvSpPr>
                <p:spPr>
                  <a:xfrm>
                    <a:off x="5068097" y="3073562"/>
                    <a:ext cx="153663" cy="258438"/>
                  </a:xfrm>
                  <a:custGeom>
                    <a:avLst/>
                    <a:gdLst>
                      <a:gd name="connsiteX0" fmla="*/ 2060 w 153663"/>
                      <a:gd name="connsiteY0" fmla="*/ 72545 h 258438"/>
                      <a:gd name="connsiteX1" fmla="*/ 43018 w 153663"/>
                      <a:gd name="connsiteY1" fmla="*/ 2060 h 258438"/>
                      <a:gd name="connsiteX2" fmla="*/ 113503 w 153663"/>
                      <a:gd name="connsiteY2" fmla="*/ 43018 h 258438"/>
                      <a:gd name="connsiteX3" fmla="*/ 151603 w 153663"/>
                      <a:gd name="connsiteY3" fmla="*/ 185893 h 258438"/>
                      <a:gd name="connsiteX4" fmla="*/ 110645 w 153663"/>
                      <a:gd name="connsiteY4" fmla="*/ 256378 h 258438"/>
                      <a:gd name="connsiteX5" fmla="*/ 40160 w 153663"/>
                      <a:gd name="connsiteY5" fmla="*/ 215420 h 25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663" h="258438">
                        <a:moveTo>
                          <a:pt x="2060" y="72545"/>
                        </a:moveTo>
                        <a:cubicBezTo>
                          <a:pt x="-6512" y="42065"/>
                          <a:pt x="12538" y="9680"/>
                          <a:pt x="43018" y="2060"/>
                        </a:cubicBezTo>
                        <a:cubicBezTo>
                          <a:pt x="73498" y="-6512"/>
                          <a:pt x="105883" y="12538"/>
                          <a:pt x="113503" y="43018"/>
                        </a:cubicBezTo>
                        <a:lnTo>
                          <a:pt x="151603" y="185893"/>
                        </a:lnTo>
                        <a:cubicBezTo>
                          <a:pt x="160175" y="216373"/>
                          <a:pt x="141125" y="248758"/>
                          <a:pt x="110645" y="256378"/>
                        </a:cubicBezTo>
                        <a:cubicBezTo>
                          <a:pt x="80165" y="264950"/>
                          <a:pt x="47780" y="245900"/>
                          <a:pt x="40160" y="215420"/>
                        </a:cubicBezTo>
                        <a:close/>
                      </a:path>
                    </a:pathLst>
                  </a:custGeom>
                  <a:solidFill>
                    <a:srgbClr val="ACACAC"/>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D5AB718A-5902-0B44-C098-5D5DAFC343AE}"/>
                      </a:ext>
                    </a:extLst>
                  </p:cNvPr>
                  <p:cNvSpPr/>
                  <p:nvPr/>
                </p:nvSpPr>
                <p:spPr>
                  <a:xfrm>
                    <a:off x="4867119" y="3126902"/>
                    <a:ext cx="153663" cy="258438"/>
                  </a:xfrm>
                  <a:custGeom>
                    <a:avLst/>
                    <a:gdLst>
                      <a:gd name="connsiteX0" fmla="*/ 2060 w 153663"/>
                      <a:gd name="connsiteY0" fmla="*/ 72545 h 258438"/>
                      <a:gd name="connsiteX1" fmla="*/ 43018 w 153663"/>
                      <a:gd name="connsiteY1" fmla="*/ 2060 h 258438"/>
                      <a:gd name="connsiteX2" fmla="*/ 113503 w 153663"/>
                      <a:gd name="connsiteY2" fmla="*/ 43018 h 258438"/>
                      <a:gd name="connsiteX3" fmla="*/ 151603 w 153663"/>
                      <a:gd name="connsiteY3" fmla="*/ 185893 h 258438"/>
                      <a:gd name="connsiteX4" fmla="*/ 110645 w 153663"/>
                      <a:gd name="connsiteY4" fmla="*/ 256378 h 258438"/>
                      <a:gd name="connsiteX5" fmla="*/ 40160 w 153663"/>
                      <a:gd name="connsiteY5" fmla="*/ 215420 h 25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663" h="258438">
                        <a:moveTo>
                          <a:pt x="2060" y="72545"/>
                        </a:moveTo>
                        <a:cubicBezTo>
                          <a:pt x="-6512" y="42065"/>
                          <a:pt x="12538" y="9680"/>
                          <a:pt x="43018" y="2060"/>
                        </a:cubicBezTo>
                        <a:cubicBezTo>
                          <a:pt x="73498" y="-6512"/>
                          <a:pt x="105883" y="12538"/>
                          <a:pt x="113503" y="43018"/>
                        </a:cubicBezTo>
                        <a:lnTo>
                          <a:pt x="151603" y="185893"/>
                        </a:lnTo>
                        <a:cubicBezTo>
                          <a:pt x="160175" y="216373"/>
                          <a:pt x="141125" y="248758"/>
                          <a:pt x="110645" y="256378"/>
                        </a:cubicBezTo>
                        <a:cubicBezTo>
                          <a:pt x="80165" y="264950"/>
                          <a:pt x="47780" y="245900"/>
                          <a:pt x="40160" y="215420"/>
                        </a:cubicBezTo>
                        <a:close/>
                      </a:path>
                    </a:pathLst>
                  </a:custGeom>
                  <a:solidFill>
                    <a:srgbClr val="ACACAC"/>
                  </a:solidFill>
                  <a:ln w="9525" cap="flat">
                    <a:noFill/>
                    <a:prstDash val="solid"/>
                    <a:miter/>
                  </a:ln>
                </p:spPr>
                <p:txBody>
                  <a:bodyPr rtlCol="0" anchor="ctr"/>
                  <a:lstStyle/>
                  <a:p>
                    <a:endParaRPr lang="en-US"/>
                  </a:p>
                </p:txBody>
              </p:sp>
            </p:grpSp>
          </p:grpSp>
        </p:grpSp>
        <p:sp>
          <p:nvSpPr>
            <p:cNvPr id="4" name="Freeform: Shape 3">
              <a:extLst>
                <a:ext uri="{FF2B5EF4-FFF2-40B4-BE49-F238E27FC236}">
                  <a16:creationId xmlns:a16="http://schemas.microsoft.com/office/drawing/2014/main" id="{979C1765-4CDB-D17B-8BD0-A5BD1CA60D40}"/>
                </a:ext>
              </a:extLst>
            </p:cNvPr>
            <p:cNvSpPr/>
            <p:nvPr/>
          </p:nvSpPr>
          <p:spPr bwMode="auto">
            <a:xfrm>
              <a:off x="2506038" y="1622899"/>
              <a:ext cx="0" cy="590550"/>
            </a:xfrm>
            <a:custGeom>
              <a:avLst/>
              <a:gdLst>
                <a:gd name="connsiteX0" fmla="*/ 0 w 0"/>
                <a:gd name="connsiteY0" fmla="*/ 0 h 590550"/>
                <a:gd name="connsiteX1" fmla="*/ 0 w 0"/>
                <a:gd name="connsiteY1" fmla="*/ 590550 h 590550"/>
              </a:gdLst>
              <a:ahLst/>
              <a:cxnLst>
                <a:cxn ang="0">
                  <a:pos x="connsiteX0" y="connsiteY0"/>
                </a:cxn>
                <a:cxn ang="0">
                  <a:pos x="connsiteX1" y="connsiteY1"/>
                </a:cxn>
              </a:cxnLst>
              <a:rect l="l" t="t" r="r" b="b"/>
              <a:pathLst>
                <a:path h="590550">
                  <a:moveTo>
                    <a:pt x="0" y="0"/>
                  </a:moveTo>
                  <a:lnTo>
                    <a:pt x="0" y="590550"/>
                  </a:lnTo>
                </a:path>
              </a:pathLst>
            </a:custGeom>
            <a:noFill/>
            <a:ln w="28575" cap="rnd">
              <a:solidFill>
                <a:schemeClr val="accent1"/>
              </a:solidFill>
            </a:ln>
          </p:spPr>
          <p:txBody>
            <a:bodyPr rtlCol="0" anchor="ctr"/>
            <a:lstStyle/>
            <a:p>
              <a:pPr algn="ctr"/>
              <a:endParaRPr lang="en-US" dirty="0">
                <a:solidFill>
                  <a:schemeClr val="bg1">
                    <a:lumMod val="75000"/>
                  </a:schemeClr>
                </a:solidFill>
                <a:latin typeface="Questrial" pitchFamily="2" charset="0"/>
              </a:endParaRPr>
            </a:p>
          </p:txBody>
        </p:sp>
        <p:sp>
          <p:nvSpPr>
            <p:cNvPr id="48" name="Freeform: Shape 47">
              <a:extLst>
                <a:ext uri="{FF2B5EF4-FFF2-40B4-BE49-F238E27FC236}">
                  <a16:creationId xmlns:a16="http://schemas.microsoft.com/office/drawing/2014/main" id="{90AA6B2D-6E70-6AED-AC87-15398EFA3A44}"/>
                </a:ext>
              </a:extLst>
            </p:cNvPr>
            <p:cNvSpPr/>
            <p:nvPr/>
          </p:nvSpPr>
          <p:spPr bwMode="auto">
            <a:xfrm>
              <a:off x="2458683" y="3230713"/>
              <a:ext cx="0" cy="590550"/>
            </a:xfrm>
            <a:custGeom>
              <a:avLst/>
              <a:gdLst>
                <a:gd name="connsiteX0" fmla="*/ 0 w 0"/>
                <a:gd name="connsiteY0" fmla="*/ 0 h 590550"/>
                <a:gd name="connsiteX1" fmla="*/ 0 w 0"/>
                <a:gd name="connsiteY1" fmla="*/ 590550 h 590550"/>
              </a:gdLst>
              <a:ahLst/>
              <a:cxnLst>
                <a:cxn ang="0">
                  <a:pos x="connsiteX0" y="connsiteY0"/>
                </a:cxn>
                <a:cxn ang="0">
                  <a:pos x="connsiteX1" y="connsiteY1"/>
                </a:cxn>
              </a:cxnLst>
              <a:rect l="l" t="t" r="r" b="b"/>
              <a:pathLst>
                <a:path h="590550">
                  <a:moveTo>
                    <a:pt x="0" y="0"/>
                  </a:moveTo>
                  <a:lnTo>
                    <a:pt x="0" y="590550"/>
                  </a:lnTo>
                </a:path>
              </a:pathLst>
            </a:custGeom>
            <a:noFill/>
            <a:ln w="28575" cap="rnd">
              <a:solidFill>
                <a:schemeClr val="accent1"/>
              </a:solidFill>
            </a:ln>
          </p:spPr>
          <p:txBody>
            <a:bodyPr rtlCol="0" anchor="ctr"/>
            <a:lstStyle/>
            <a:p>
              <a:pPr algn="ctr"/>
              <a:endParaRPr lang="en-US" dirty="0">
                <a:solidFill>
                  <a:schemeClr val="bg1">
                    <a:lumMod val="75000"/>
                  </a:schemeClr>
                </a:solidFill>
                <a:latin typeface="Questrial" pitchFamily="2" charset="0"/>
              </a:endParaRPr>
            </a:p>
          </p:txBody>
        </p:sp>
      </p:grpSp>
      <p:sp>
        <p:nvSpPr>
          <p:cNvPr id="41" name="TextBox 40">
            <a:extLst>
              <a:ext uri="{FF2B5EF4-FFF2-40B4-BE49-F238E27FC236}">
                <a16:creationId xmlns:a16="http://schemas.microsoft.com/office/drawing/2014/main" id="{8C0D8504-8433-03D2-7874-54D3688FD38F}"/>
              </a:ext>
            </a:extLst>
          </p:cNvPr>
          <p:cNvSpPr txBox="1"/>
          <p:nvPr/>
        </p:nvSpPr>
        <p:spPr>
          <a:xfrm>
            <a:off x="2186217" y="793444"/>
            <a:ext cx="8460010" cy="1477328"/>
          </a:xfrm>
          <a:prstGeom prst="rect">
            <a:avLst/>
          </a:prstGeom>
          <a:noFill/>
        </p:spPr>
        <p:txBody>
          <a:bodyPr wrap="square">
            <a:spAutoFit/>
          </a:bodyPr>
          <a:lstStyle/>
          <a:p>
            <a:r>
              <a:rPr lang="en-US" dirty="0">
                <a:solidFill>
                  <a:schemeClr val="bg1"/>
                </a:solidFill>
              </a:rPr>
              <a:t>This project successfully analyzed the complex landscape of crime in India from </a:t>
            </a:r>
            <a:r>
              <a:rPr lang="en-US" b="1" dirty="0">
                <a:solidFill>
                  <a:schemeClr val="bg1"/>
                </a:solidFill>
              </a:rPr>
              <a:t>2015 to 2025</a:t>
            </a:r>
            <a:r>
              <a:rPr lang="en-US" dirty="0">
                <a:solidFill>
                  <a:schemeClr val="bg1"/>
                </a:solidFill>
              </a:rPr>
              <a:t>, transforming raw data into a strategic intelligence tool.  By examining both property-related offenses such as </a:t>
            </a:r>
            <a:r>
              <a:rPr lang="en-US" b="1" dirty="0">
                <a:solidFill>
                  <a:schemeClr val="bg1"/>
                </a:solidFill>
              </a:rPr>
              <a:t>Theft, Burglary, and Robbery </a:t>
            </a:r>
            <a:r>
              <a:rPr lang="en-US" dirty="0">
                <a:solidFill>
                  <a:schemeClr val="bg1"/>
                </a:solidFill>
              </a:rPr>
              <a:t>and social impact crimes like </a:t>
            </a:r>
            <a:r>
              <a:rPr lang="en-US" b="1" dirty="0">
                <a:solidFill>
                  <a:schemeClr val="bg1"/>
                </a:solidFill>
              </a:rPr>
              <a:t>Domestic Violence and Dowry Deaths</a:t>
            </a:r>
            <a:r>
              <a:rPr lang="en-US" dirty="0">
                <a:solidFill>
                  <a:schemeClr val="bg1"/>
                </a:solidFill>
              </a:rPr>
              <a:t>, the study highlights the non-linear nature of criminal trends across various states.</a:t>
            </a:r>
            <a:endParaRPr lang="en-IN" dirty="0">
              <a:solidFill>
                <a:schemeClr val="bg1"/>
              </a:solidFill>
            </a:endParaRPr>
          </a:p>
        </p:txBody>
      </p:sp>
      <p:sp>
        <p:nvSpPr>
          <p:cNvPr id="46" name="TextBox 45">
            <a:extLst>
              <a:ext uri="{FF2B5EF4-FFF2-40B4-BE49-F238E27FC236}">
                <a16:creationId xmlns:a16="http://schemas.microsoft.com/office/drawing/2014/main" id="{3DEC3541-01F2-0AC3-5317-D672EBF3D38B}"/>
              </a:ext>
            </a:extLst>
          </p:cNvPr>
          <p:cNvSpPr txBox="1"/>
          <p:nvPr/>
        </p:nvSpPr>
        <p:spPr>
          <a:xfrm>
            <a:off x="2186217" y="2494407"/>
            <a:ext cx="8571978" cy="1477328"/>
          </a:xfrm>
          <a:prstGeom prst="rect">
            <a:avLst/>
          </a:prstGeom>
          <a:noFill/>
        </p:spPr>
        <p:txBody>
          <a:bodyPr wrap="square">
            <a:spAutoFit/>
          </a:bodyPr>
          <a:lstStyle/>
          <a:p>
            <a:r>
              <a:rPr lang="en-US" dirty="0">
                <a:solidFill>
                  <a:schemeClr val="bg1"/>
                </a:solidFill>
              </a:rPr>
              <a:t>The identification of a </a:t>
            </a:r>
            <a:r>
              <a:rPr lang="en-US" b="1" dirty="0">
                <a:solidFill>
                  <a:schemeClr val="bg1"/>
                </a:solidFill>
              </a:rPr>
              <a:t>36.06% property recovery rate</a:t>
            </a:r>
            <a:r>
              <a:rPr lang="en-US" dirty="0">
                <a:solidFill>
                  <a:schemeClr val="bg1"/>
                </a:solidFill>
              </a:rPr>
              <a:t> serves as a critical benchmark for law enforcement efficiency. Ultimately, this dashboard proves that while some crimes are declining and others are rising, a data-driven approach is essential for predicting hotspots, bridging the recovery gap, and moving toward a safer, more accountable future for all citizens."</a:t>
            </a:r>
            <a:endParaRPr lang="en-IN" dirty="0">
              <a:solidFill>
                <a:schemeClr val="bg1"/>
              </a:solidFill>
            </a:endParaRPr>
          </a:p>
        </p:txBody>
      </p:sp>
    </p:spTree>
    <p:extLst>
      <p:ext uri="{BB962C8B-B14F-4D97-AF65-F5344CB8AC3E}">
        <p14:creationId xmlns:p14="http://schemas.microsoft.com/office/powerpoint/2010/main" val="2511912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2036C-A459-80E1-7B52-2B9B9BAC5856}"/>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64E94359-CFD3-0797-A2F1-53490C4DD5F4}"/>
              </a:ext>
            </a:extLst>
          </p:cNvPr>
          <p:cNvGrpSpPr/>
          <p:nvPr/>
        </p:nvGrpSpPr>
        <p:grpSpPr>
          <a:xfrm>
            <a:off x="880043" y="1823410"/>
            <a:ext cx="4641880" cy="2482588"/>
            <a:chOff x="973350" y="2868439"/>
            <a:chExt cx="4641880" cy="2482588"/>
          </a:xfrm>
        </p:grpSpPr>
        <p:sp>
          <p:nvSpPr>
            <p:cNvPr id="25" name="Freeform: Shape 24">
              <a:extLst>
                <a:ext uri="{FF2B5EF4-FFF2-40B4-BE49-F238E27FC236}">
                  <a16:creationId xmlns:a16="http://schemas.microsoft.com/office/drawing/2014/main" id="{BC18129D-718F-83E2-6521-CDC403FC1C79}"/>
                </a:ext>
              </a:extLst>
            </p:cNvPr>
            <p:cNvSpPr/>
            <p:nvPr/>
          </p:nvSpPr>
          <p:spPr>
            <a:xfrm>
              <a:off x="973350" y="2868439"/>
              <a:ext cx="2482592" cy="2482588"/>
            </a:xfrm>
            <a:custGeom>
              <a:avLst/>
              <a:gdLst>
                <a:gd name="connsiteX0" fmla="*/ 584290 w 1421929"/>
                <a:gd name="connsiteY0" fmla="*/ 1309705 h 1421927"/>
                <a:gd name="connsiteX1" fmla="*/ 584290 w 1421929"/>
                <a:gd name="connsiteY1" fmla="*/ 1317590 h 1421927"/>
                <a:gd name="connsiteX2" fmla="*/ 649385 w 1421929"/>
                <a:gd name="connsiteY2" fmla="*/ 1380272 h 1421927"/>
                <a:gd name="connsiteX3" fmla="*/ 781139 w 1421929"/>
                <a:gd name="connsiteY3" fmla="*/ 1380272 h 1421927"/>
                <a:gd name="connsiteX4" fmla="*/ 846234 w 1421929"/>
                <a:gd name="connsiteY4" fmla="*/ 1317590 h 1421927"/>
                <a:gd name="connsiteX5" fmla="*/ 846236 w 1421929"/>
                <a:gd name="connsiteY5" fmla="*/ 1317590 h 1421927"/>
                <a:gd name="connsiteX6" fmla="*/ 846236 w 1421929"/>
                <a:gd name="connsiteY6" fmla="*/ 1309705 h 1421927"/>
                <a:gd name="connsiteX7" fmla="*/ 529868 w 1421929"/>
                <a:gd name="connsiteY7" fmla="*/ 1087879 h 1421927"/>
                <a:gd name="connsiteX8" fmla="*/ 529868 w 1421929"/>
                <a:gd name="connsiteY8" fmla="*/ 1122724 h 1421927"/>
                <a:gd name="connsiteX9" fmla="*/ 529868 w 1421929"/>
                <a:gd name="connsiteY9" fmla="*/ 1157570 h 1421927"/>
                <a:gd name="connsiteX10" fmla="*/ 748198 w 1421929"/>
                <a:gd name="connsiteY10" fmla="*/ 1157570 h 1421927"/>
                <a:gd name="connsiteX11" fmla="*/ 769027 w 1421929"/>
                <a:gd name="connsiteY11" fmla="*/ 1178399 h 1421927"/>
                <a:gd name="connsiteX12" fmla="*/ 748198 w 1421929"/>
                <a:gd name="connsiteY12" fmla="*/ 1199228 h 1421927"/>
                <a:gd name="connsiteX13" fmla="*/ 529868 w 1421929"/>
                <a:gd name="connsiteY13" fmla="*/ 1199228 h 1421927"/>
                <a:gd name="connsiteX14" fmla="*/ 529868 w 1421929"/>
                <a:gd name="connsiteY14" fmla="*/ 1200881 h 1421927"/>
                <a:gd name="connsiteX15" fmla="*/ 597910 w 1421929"/>
                <a:gd name="connsiteY15" fmla="*/ 1268922 h 1421927"/>
                <a:gd name="connsiteX16" fmla="*/ 832611 w 1421929"/>
                <a:gd name="connsiteY16" fmla="*/ 1268922 h 1421927"/>
                <a:gd name="connsiteX17" fmla="*/ 900653 w 1421929"/>
                <a:gd name="connsiteY17" fmla="*/ 1200881 h 1421927"/>
                <a:gd name="connsiteX18" fmla="*/ 900653 w 1421929"/>
                <a:gd name="connsiteY18" fmla="*/ 1199228 h 1421927"/>
                <a:gd name="connsiteX19" fmla="*/ 848444 w 1421929"/>
                <a:gd name="connsiteY19" fmla="*/ 1199228 h 1421927"/>
                <a:gd name="connsiteX20" fmla="*/ 827615 w 1421929"/>
                <a:gd name="connsiteY20" fmla="*/ 1178399 h 1421927"/>
                <a:gd name="connsiteX21" fmla="*/ 848444 w 1421929"/>
                <a:gd name="connsiteY21" fmla="*/ 1157570 h 1421927"/>
                <a:gd name="connsiteX22" fmla="*/ 900653 w 1421929"/>
                <a:gd name="connsiteY22" fmla="*/ 1157570 h 1421927"/>
                <a:gd name="connsiteX23" fmla="*/ 900653 w 1421929"/>
                <a:gd name="connsiteY23" fmla="*/ 1122019 h 1421927"/>
                <a:gd name="connsiteX24" fmla="*/ 900653 w 1421929"/>
                <a:gd name="connsiteY24" fmla="*/ 1087879 h 1421927"/>
                <a:gd name="connsiteX25" fmla="*/ 1096257 w 1421929"/>
                <a:gd name="connsiteY25" fmla="*/ 1045517 h 1421927"/>
                <a:gd name="connsiteX26" fmla="*/ 1111074 w 1421929"/>
                <a:gd name="connsiteY26" fmla="*/ 1051409 h 1421927"/>
                <a:gd name="connsiteX27" fmla="*/ 1213481 w 1421929"/>
                <a:gd name="connsiteY27" fmla="*/ 1150938 h 1421927"/>
                <a:gd name="connsiteX28" fmla="*/ 1213897 w 1421929"/>
                <a:gd name="connsiteY28" fmla="*/ 1180391 h 1421927"/>
                <a:gd name="connsiteX29" fmla="*/ 1184445 w 1421929"/>
                <a:gd name="connsiteY29" fmla="*/ 1180807 h 1421927"/>
                <a:gd name="connsiteX30" fmla="*/ 1082038 w 1421929"/>
                <a:gd name="connsiteY30" fmla="*/ 1081278 h 1421927"/>
                <a:gd name="connsiteX31" fmla="*/ 1081622 w 1421929"/>
                <a:gd name="connsiteY31" fmla="*/ 1051825 h 1421927"/>
                <a:gd name="connsiteX32" fmla="*/ 1096257 w 1421929"/>
                <a:gd name="connsiteY32" fmla="*/ 1045517 h 1421927"/>
                <a:gd name="connsiteX33" fmla="*/ 325671 w 1421929"/>
                <a:gd name="connsiteY33" fmla="*/ 1045516 h 1421927"/>
                <a:gd name="connsiteX34" fmla="*/ 340307 w 1421929"/>
                <a:gd name="connsiteY34" fmla="*/ 1051825 h 1421927"/>
                <a:gd name="connsiteX35" fmla="*/ 339891 w 1421929"/>
                <a:gd name="connsiteY35" fmla="*/ 1081278 h 1421927"/>
                <a:gd name="connsiteX36" fmla="*/ 237484 w 1421929"/>
                <a:gd name="connsiteY36" fmla="*/ 1180807 h 1421927"/>
                <a:gd name="connsiteX37" fmla="*/ 208032 w 1421929"/>
                <a:gd name="connsiteY37" fmla="*/ 1180391 h 1421927"/>
                <a:gd name="connsiteX38" fmla="*/ 208448 w 1421929"/>
                <a:gd name="connsiteY38" fmla="*/ 1150938 h 1421927"/>
                <a:gd name="connsiteX39" fmla="*/ 310855 w 1421929"/>
                <a:gd name="connsiteY39" fmla="*/ 1051409 h 1421927"/>
                <a:gd name="connsiteX40" fmla="*/ 325671 w 1421929"/>
                <a:gd name="connsiteY40" fmla="*/ 1045516 h 1421927"/>
                <a:gd name="connsiteX41" fmla="*/ 678807 w 1421929"/>
                <a:gd name="connsiteY41" fmla="*/ 790021 h 1421927"/>
                <a:gd name="connsiteX42" fmla="*/ 678807 w 1421929"/>
                <a:gd name="connsiteY42" fmla="*/ 1046223 h 1421927"/>
                <a:gd name="connsiteX43" fmla="*/ 751717 w 1421929"/>
                <a:gd name="connsiteY43" fmla="*/ 1046223 h 1421927"/>
                <a:gd name="connsiteX44" fmla="*/ 751717 w 1421929"/>
                <a:gd name="connsiteY44" fmla="*/ 790021 h 1421927"/>
                <a:gd name="connsiteX45" fmla="*/ 1256277 w 1421929"/>
                <a:gd name="connsiteY45" fmla="*/ 670753 h 1421927"/>
                <a:gd name="connsiteX46" fmla="*/ 1401100 w 1421929"/>
                <a:gd name="connsiteY46" fmla="*/ 670753 h 1421927"/>
                <a:gd name="connsiteX47" fmla="*/ 1421929 w 1421929"/>
                <a:gd name="connsiteY47" fmla="*/ 691582 h 1421927"/>
                <a:gd name="connsiteX48" fmla="*/ 1401100 w 1421929"/>
                <a:gd name="connsiteY48" fmla="*/ 712411 h 1421927"/>
                <a:gd name="connsiteX49" fmla="*/ 1256277 w 1421929"/>
                <a:gd name="connsiteY49" fmla="*/ 712411 h 1421927"/>
                <a:gd name="connsiteX50" fmla="*/ 1235448 w 1421929"/>
                <a:gd name="connsiteY50" fmla="*/ 691582 h 1421927"/>
                <a:gd name="connsiteX51" fmla="*/ 1256277 w 1421929"/>
                <a:gd name="connsiteY51" fmla="*/ 670753 h 1421927"/>
                <a:gd name="connsiteX52" fmla="*/ 20829 w 1421929"/>
                <a:gd name="connsiteY52" fmla="*/ 670753 h 1421927"/>
                <a:gd name="connsiteX53" fmla="*/ 165652 w 1421929"/>
                <a:gd name="connsiteY53" fmla="*/ 670753 h 1421927"/>
                <a:gd name="connsiteX54" fmla="*/ 186481 w 1421929"/>
                <a:gd name="connsiteY54" fmla="*/ 691582 h 1421927"/>
                <a:gd name="connsiteX55" fmla="*/ 165652 w 1421929"/>
                <a:gd name="connsiteY55" fmla="*/ 712411 h 1421927"/>
                <a:gd name="connsiteX56" fmla="*/ 20829 w 1421929"/>
                <a:gd name="connsiteY56" fmla="*/ 712411 h 1421927"/>
                <a:gd name="connsiteX57" fmla="*/ 0 w 1421929"/>
                <a:gd name="connsiteY57" fmla="*/ 691582 h 1421927"/>
                <a:gd name="connsiteX58" fmla="*/ 20829 w 1421929"/>
                <a:gd name="connsiteY58" fmla="*/ 670753 h 1421927"/>
                <a:gd name="connsiteX59" fmla="*/ 591344 w 1421929"/>
                <a:gd name="connsiteY59" fmla="*/ 664752 h 1421927"/>
                <a:gd name="connsiteX60" fmla="*/ 549917 w 1421929"/>
                <a:gd name="connsiteY60" fmla="*/ 706179 h 1421927"/>
                <a:gd name="connsiteX61" fmla="*/ 549917 w 1421929"/>
                <a:gd name="connsiteY61" fmla="*/ 706935 h 1421927"/>
                <a:gd name="connsiteX62" fmla="*/ 591344 w 1421929"/>
                <a:gd name="connsiteY62" fmla="*/ 748362 h 1421927"/>
                <a:gd name="connsiteX63" fmla="*/ 637149 w 1421929"/>
                <a:gd name="connsiteY63" fmla="*/ 748362 h 1421927"/>
                <a:gd name="connsiteX64" fmla="*/ 637149 w 1421929"/>
                <a:gd name="connsiteY64" fmla="*/ 706179 h 1421927"/>
                <a:gd name="connsiteX65" fmla="*/ 595721 w 1421929"/>
                <a:gd name="connsiteY65" fmla="*/ 664752 h 1421927"/>
                <a:gd name="connsiteX66" fmla="*/ 834800 w 1421929"/>
                <a:gd name="connsiteY66" fmla="*/ 664749 h 1421927"/>
                <a:gd name="connsiteX67" fmla="*/ 793375 w 1421929"/>
                <a:gd name="connsiteY67" fmla="*/ 706177 h 1421927"/>
                <a:gd name="connsiteX68" fmla="*/ 793375 w 1421929"/>
                <a:gd name="connsiteY68" fmla="*/ 748360 h 1421927"/>
                <a:gd name="connsiteX69" fmla="*/ 839177 w 1421929"/>
                <a:gd name="connsiteY69" fmla="*/ 748360 h 1421927"/>
                <a:gd name="connsiteX70" fmla="*/ 880604 w 1421929"/>
                <a:gd name="connsiteY70" fmla="*/ 706932 h 1421927"/>
                <a:gd name="connsiteX71" fmla="*/ 880604 w 1421929"/>
                <a:gd name="connsiteY71" fmla="*/ 706177 h 1421927"/>
                <a:gd name="connsiteX72" fmla="*/ 839177 w 1421929"/>
                <a:gd name="connsiteY72" fmla="*/ 664749 h 1421927"/>
                <a:gd name="connsiteX73" fmla="*/ 1022574 w 1421929"/>
                <a:gd name="connsiteY73" fmla="*/ 374540 h 1421927"/>
                <a:gd name="connsiteX74" fmla="*/ 1036733 w 1421929"/>
                <a:gd name="connsiteY74" fmla="*/ 381868 h 1421927"/>
                <a:gd name="connsiteX75" fmla="*/ 1134672 w 1421929"/>
                <a:gd name="connsiteY75" fmla="*/ 649377 h 1421927"/>
                <a:gd name="connsiteX76" fmla="*/ 1014730 w 1421929"/>
                <a:gd name="connsiteY76" fmla="*/ 941017 h 1421927"/>
                <a:gd name="connsiteX77" fmla="*/ 942308 w 1421929"/>
                <a:gd name="connsiteY77" fmla="*/ 1073185 h 1421927"/>
                <a:gd name="connsiteX78" fmla="*/ 942308 w 1421929"/>
                <a:gd name="connsiteY78" fmla="*/ 1200881 h 1421927"/>
                <a:gd name="connsiteX79" fmla="*/ 887889 w 1421929"/>
                <a:gd name="connsiteY79" fmla="*/ 1295572 h 1421927"/>
                <a:gd name="connsiteX80" fmla="*/ 887889 w 1421929"/>
                <a:gd name="connsiteY80" fmla="*/ 1317587 h 1421927"/>
                <a:gd name="connsiteX81" fmla="*/ 781136 w 1421929"/>
                <a:gd name="connsiteY81" fmla="*/ 1421927 h 1421927"/>
                <a:gd name="connsiteX82" fmla="*/ 649382 w 1421929"/>
                <a:gd name="connsiteY82" fmla="*/ 1421927 h 1421927"/>
                <a:gd name="connsiteX83" fmla="*/ 542629 w 1421929"/>
                <a:gd name="connsiteY83" fmla="*/ 1317587 h 1421927"/>
                <a:gd name="connsiteX84" fmla="*/ 542629 w 1421929"/>
                <a:gd name="connsiteY84" fmla="*/ 1295572 h 1421927"/>
                <a:gd name="connsiteX85" fmla="*/ 488210 w 1421929"/>
                <a:gd name="connsiteY85" fmla="*/ 1200881 h 1421927"/>
                <a:gd name="connsiteX86" fmla="*/ 488210 w 1421929"/>
                <a:gd name="connsiteY86" fmla="*/ 1075176 h 1421927"/>
                <a:gd name="connsiteX87" fmla="*/ 410504 w 1421929"/>
                <a:gd name="connsiteY87" fmla="*/ 944367 h 1421927"/>
                <a:gd name="connsiteX88" fmla="*/ 355407 w 1421929"/>
                <a:gd name="connsiteY88" fmla="*/ 876986 h 1421927"/>
                <a:gd name="connsiteX89" fmla="*/ 361361 w 1421929"/>
                <a:gd name="connsiteY89" fmla="*/ 848136 h 1421927"/>
                <a:gd name="connsiteX90" fmla="*/ 390211 w 1421929"/>
                <a:gd name="connsiteY90" fmla="*/ 854091 h 1421927"/>
                <a:gd name="connsiteX91" fmla="*/ 440167 w 1421929"/>
                <a:gd name="connsiteY91" fmla="*/ 915120 h 1421927"/>
                <a:gd name="connsiteX92" fmla="*/ 527055 w 1421929"/>
                <a:gd name="connsiteY92" fmla="*/ 1046221 h 1421927"/>
                <a:gd name="connsiteX93" fmla="*/ 637152 w 1421929"/>
                <a:gd name="connsiteY93" fmla="*/ 1046221 h 1421927"/>
                <a:gd name="connsiteX94" fmla="*/ 637152 w 1421929"/>
                <a:gd name="connsiteY94" fmla="*/ 790018 h 1421927"/>
                <a:gd name="connsiteX95" fmla="*/ 591347 w 1421929"/>
                <a:gd name="connsiteY95" fmla="*/ 790018 h 1421927"/>
                <a:gd name="connsiteX96" fmla="*/ 508261 w 1421929"/>
                <a:gd name="connsiteY96" fmla="*/ 706932 h 1421927"/>
                <a:gd name="connsiteX97" fmla="*/ 508261 w 1421929"/>
                <a:gd name="connsiteY97" fmla="*/ 706177 h 1421927"/>
                <a:gd name="connsiteX98" fmla="*/ 591347 w 1421929"/>
                <a:gd name="connsiteY98" fmla="*/ 623091 h 1421927"/>
                <a:gd name="connsiteX99" fmla="*/ 595724 w 1421929"/>
                <a:gd name="connsiteY99" fmla="*/ 623091 h 1421927"/>
                <a:gd name="connsiteX100" fmla="*/ 678810 w 1421929"/>
                <a:gd name="connsiteY100" fmla="*/ 706177 h 1421927"/>
                <a:gd name="connsiteX101" fmla="*/ 678810 w 1421929"/>
                <a:gd name="connsiteY101" fmla="*/ 748360 h 1421927"/>
                <a:gd name="connsiteX102" fmla="*/ 751720 w 1421929"/>
                <a:gd name="connsiteY102" fmla="*/ 748360 h 1421927"/>
                <a:gd name="connsiteX103" fmla="*/ 751720 w 1421929"/>
                <a:gd name="connsiteY103" fmla="*/ 706177 h 1421927"/>
                <a:gd name="connsiteX104" fmla="*/ 834803 w 1421929"/>
                <a:gd name="connsiteY104" fmla="*/ 623091 h 1421927"/>
                <a:gd name="connsiteX105" fmla="*/ 839180 w 1421929"/>
                <a:gd name="connsiteY105" fmla="*/ 623091 h 1421927"/>
                <a:gd name="connsiteX106" fmla="*/ 922265 w 1421929"/>
                <a:gd name="connsiteY106" fmla="*/ 706177 h 1421927"/>
                <a:gd name="connsiteX107" fmla="*/ 922265 w 1421929"/>
                <a:gd name="connsiteY107" fmla="*/ 706932 h 1421927"/>
                <a:gd name="connsiteX108" fmla="*/ 839180 w 1421929"/>
                <a:gd name="connsiteY108" fmla="*/ 790018 h 1421927"/>
                <a:gd name="connsiteX109" fmla="*/ 793378 w 1421929"/>
                <a:gd name="connsiteY109" fmla="*/ 790018 h 1421927"/>
                <a:gd name="connsiteX110" fmla="*/ 793378 w 1421929"/>
                <a:gd name="connsiteY110" fmla="*/ 1046221 h 1421927"/>
                <a:gd name="connsiteX111" fmla="*/ 902683 w 1421929"/>
                <a:gd name="connsiteY111" fmla="*/ 1046221 h 1421927"/>
                <a:gd name="connsiteX112" fmla="*/ 985058 w 1421929"/>
                <a:gd name="connsiteY112" fmla="*/ 911779 h 1421927"/>
                <a:gd name="connsiteX113" fmla="*/ 1093019 w 1421929"/>
                <a:gd name="connsiteY113" fmla="*/ 649377 h 1421927"/>
                <a:gd name="connsiteX114" fmla="*/ 1004890 w 1421929"/>
                <a:gd name="connsiteY114" fmla="*/ 408724 h 1421927"/>
                <a:gd name="connsiteX115" fmla="*/ 1007384 w 1421929"/>
                <a:gd name="connsiteY115" fmla="*/ 379374 h 1421927"/>
                <a:gd name="connsiteX116" fmla="*/ 1022574 w 1421929"/>
                <a:gd name="connsiteY116" fmla="*/ 374540 h 1421927"/>
                <a:gd name="connsiteX117" fmla="*/ 710964 w 1421929"/>
                <a:gd name="connsiteY117" fmla="*/ 231049 h 1421927"/>
                <a:gd name="connsiteX118" fmla="*/ 960377 w 1421929"/>
                <a:gd name="connsiteY118" fmla="*/ 311166 h 1421927"/>
                <a:gd name="connsiteX119" fmla="*/ 965109 w 1421929"/>
                <a:gd name="connsiteY119" fmla="*/ 340240 h 1421927"/>
                <a:gd name="connsiteX120" fmla="*/ 936032 w 1421929"/>
                <a:gd name="connsiteY120" fmla="*/ 344973 h 1421927"/>
                <a:gd name="connsiteX121" fmla="*/ 710964 w 1421929"/>
                <a:gd name="connsiteY121" fmla="*/ 272707 h 1421927"/>
                <a:gd name="connsiteX122" fmla="*/ 328912 w 1421929"/>
                <a:gd name="connsiteY122" fmla="*/ 649377 h 1421927"/>
                <a:gd name="connsiteX123" fmla="*/ 349447 w 1421929"/>
                <a:gd name="connsiteY123" fmla="*/ 771532 h 1421927"/>
                <a:gd name="connsiteX124" fmla="*/ 336611 w 1421929"/>
                <a:gd name="connsiteY124" fmla="*/ 798044 h 1421927"/>
                <a:gd name="connsiteX125" fmla="*/ 310099 w 1421929"/>
                <a:gd name="connsiteY125" fmla="*/ 785207 h 1421927"/>
                <a:gd name="connsiteX126" fmla="*/ 287254 w 1421929"/>
                <a:gd name="connsiteY126" fmla="*/ 649377 h 1421927"/>
                <a:gd name="connsiteX127" fmla="*/ 710964 w 1421929"/>
                <a:gd name="connsiteY127" fmla="*/ 231049 h 1421927"/>
                <a:gd name="connsiteX128" fmla="*/ 1199263 w 1421929"/>
                <a:gd name="connsiteY128" fmla="*/ 196459 h 1421927"/>
                <a:gd name="connsiteX129" fmla="*/ 1213897 w 1421929"/>
                <a:gd name="connsiteY129" fmla="*/ 202769 h 1421927"/>
                <a:gd name="connsiteX130" fmla="*/ 1213481 w 1421929"/>
                <a:gd name="connsiteY130" fmla="*/ 232221 h 1421927"/>
                <a:gd name="connsiteX131" fmla="*/ 1111074 w 1421929"/>
                <a:gd name="connsiteY131" fmla="*/ 331750 h 1421927"/>
                <a:gd name="connsiteX132" fmla="*/ 1081622 w 1421929"/>
                <a:gd name="connsiteY132" fmla="*/ 331331 h 1421927"/>
                <a:gd name="connsiteX133" fmla="*/ 1082038 w 1421929"/>
                <a:gd name="connsiteY133" fmla="*/ 301879 h 1421927"/>
                <a:gd name="connsiteX134" fmla="*/ 1184445 w 1421929"/>
                <a:gd name="connsiteY134" fmla="*/ 202349 h 1421927"/>
                <a:gd name="connsiteX135" fmla="*/ 1199263 w 1421929"/>
                <a:gd name="connsiteY135" fmla="*/ 196459 h 1421927"/>
                <a:gd name="connsiteX136" fmla="*/ 222668 w 1421929"/>
                <a:gd name="connsiteY136" fmla="*/ 196459 h 1421927"/>
                <a:gd name="connsiteX137" fmla="*/ 237484 w 1421929"/>
                <a:gd name="connsiteY137" fmla="*/ 202349 h 1421927"/>
                <a:gd name="connsiteX138" fmla="*/ 339891 w 1421929"/>
                <a:gd name="connsiteY138" fmla="*/ 301882 h 1421927"/>
                <a:gd name="connsiteX139" fmla="*/ 340307 w 1421929"/>
                <a:gd name="connsiteY139" fmla="*/ 331334 h 1421927"/>
                <a:gd name="connsiteX140" fmla="*/ 310855 w 1421929"/>
                <a:gd name="connsiteY140" fmla="*/ 331753 h 1421927"/>
                <a:gd name="connsiteX141" fmla="*/ 208448 w 1421929"/>
                <a:gd name="connsiteY141" fmla="*/ 232221 h 1421927"/>
                <a:gd name="connsiteX142" fmla="*/ 208032 w 1421929"/>
                <a:gd name="connsiteY142" fmla="*/ 202769 h 1421927"/>
                <a:gd name="connsiteX143" fmla="*/ 222668 w 1421929"/>
                <a:gd name="connsiteY143" fmla="*/ 196459 h 1421927"/>
                <a:gd name="connsiteX144" fmla="*/ 710964 w 1421929"/>
                <a:gd name="connsiteY144" fmla="*/ 0 h 1421927"/>
                <a:gd name="connsiteX145" fmla="*/ 731793 w 1421929"/>
                <a:gd name="connsiteY145" fmla="*/ 20829 h 1421927"/>
                <a:gd name="connsiteX146" fmla="*/ 731793 w 1421929"/>
                <a:gd name="connsiteY146" fmla="*/ 161586 h 1421927"/>
                <a:gd name="connsiteX147" fmla="*/ 710964 w 1421929"/>
                <a:gd name="connsiteY147" fmla="*/ 182415 h 1421927"/>
                <a:gd name="connsiteX148" fmla="*/ 690135 w 1421929"/>
                <a:gd name="connsiteY148" fmla="*/ 161586 h 1421927"/>
                <a:gd name="connsiteX149" fmla="*/ 690135 w 1421929"/>
                <a:gd name="connsiteY149" fmla="*/ 20829 h 1421927"/>
                <a:gd name="connsiteX150" fmla="*/ 710964 w 1421929"/>
                <a:gd name="connsiteY150" fmla="*/ 0 h 1421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1421929" h="1421927">
                  <a:moveTo>
                    <a:pt x="584290" y="1309705"/>
                  </a:moveTo>
                  <a:lnTo>
                    <a:pt x="584290" y="1317590"/>
                  </a:lnTo>
                  <a:cubicBezTo>
                    <a:pt x="584290" y="1352152"/>
                    <a:pt x="613490" y="1380272"/>
                    <a:pt x="649385" y="1380272"/>
                  </a:cubicBezTo>
                  <a:lnTo>
                    <a:pt x="781139" y="1380272"/>
                  </a:lnTo>
                  <a:cubicBezTo>
                    <a:pt x="817031" y="1380272"/>
                    <a:pt x="846234" y="1352152"/>
                    <a:pt x="846234" y="1317590"/>
                  </a:cubicBezTo>
                  <a:lnTo>
                    <a:pt x="846236" y="1317590"/>
                  </a:lnTo>
                  <a:lnTo>
                    <a:pt x="846236" y="1309705"/>
                  </a:lnTo>
                  <a:close/>
                  <a:moveTo>
                    <a:pt x="529868" y="1087879"/>
                  </a:moveTo>
                  <a:lnTo>
                    <a:pt x="529868" y="1122724"/>
                  </a:lnTo>
                  <a:lnTo>
                    <a:pt x="529868" y="1157570"/>
                  </a:lnTo>
                  <a:lnTo>
                    <a:pt x="748198" y="1157570"/>
                  </a:lnTo>
                  <a:cubicBezTo>
                    <a:pt x="759704" y="1157570"/>
                    <a:pt x="769027" y="1166893"/>
                    <a:pt x="769027" y="1178399"/>
                  </a:cubicBezTo>
                  <a:cubicBezTo>
                    <a:pt x="769027" y="1189905"/>
                    <a:pt x="759704" y="1199228"/>
                    <a:pt x="748198" y="1199228"/>
                  </a:cubicBezTo>
                  <a:lnTo>
                    <a:pt x="529868" y="1199228"/>
                  </a:lnTo>
                  <a:lnTo>
                    <a:pt x="529868" y="1200881"/>
                  </a:lnTo>
                  <a:cubicBezTo>
                    <a:pt x="529868" y="1238401"/>
                    <a:pt x="560390" y="1268922"/>
                    <a:pt x="597910" y="1268922"/>
                  </a:cubicBezTo>
                  <a:lnTo>
                    <a:pt x="832611" y="1268922"/>
                  </a:lnTo>
                  <a:cubicBezTo>
                    <a:pt x="870132" y="1268922"/>
                    <a:pt x="900653" y="1238401"/>
                    <a:pt x="900653" y="1200881"/>
                  </a:cubicBezTo>
                  <a:lnTo>
                    <a:pt x="900653" y="1199228"/>
                  </a:lnTo>
                  <a:lnTo>
                    <a:pt x="848444" y="1199228"/>
                  </a:lnTo>
                  <a:cubicBezTo>
                    <a:pt x="836938" y="1199228"/>
                    <a:pt x="827615" y="1189905"/>
                    <a:pt x="827615" y="1178399"/>
                  </a:cubicBezTo>
                  <a:cubicBezTo>
                    <a:pt x="827615" y="1166893"/>
                    <a:pt x="836938" y="1157570"/>
                    <a:pt x="848444" y="1157570"/>
                  </a:cubicBezTo>
                  <a:lnTo>
                    <a:pt x="900653" y="1157570"/>
                  </a:lnTo>
                  <a:lnTo>
                    <a:pt x="900653" y="1122019"/>
                  </a:lnTo>
                  <a:lnTo>
                    <a:pt x="900653" y="1087879"/>
                  </a:lnTo>
                  <a:close/>
                  <a:moveTo>
                    <a:pt x="1096257" y="1045517"/>
                  </a:moveTo>
                  <a:cubicBezTo>
                    <a:pt x="1101587" y="1045441"/>
                    <a:pt x="1106947" y="1047399"/>
                    <a:pt x="1111074" y="1051409"/>
                  </a:cubicBezTo>
                  <a:lnTo>
                    <a:pt x="1213481" y="1150938"/>
                  </a:lnTo>
                  <a:cubicBezTo>
                    <a:pt x="1221726" y="1158953"/>
                    <a:pt x="1221918" y="1172139"/>
                    <a:pt x="1213897" y="1180391"/>
                  </a:cubicBezTo>
                  <a:cubicBezTo>
                    <a:pt x="1205877" y="1188644"/>
                    <a:pt x="1192688" y="1188822"/>
                    <a:pt x="1184445" y="1180807"/>
                  </a:cubicBezTo>
                  <a:lnTo>
                    <a:pt x="1082038" y="1081278"/>
                  </a:lnTo>
                  <a:cubicBezTo>
                    <a:pt x="1073793" y="1073263"/>
                    <a:pt x="1073601" y="1060076"/>
                    <a:pt x="1081622" y="1051825"/>
                  </a:cubicBezTo>
                  <a:cubicBezTo>
                    <a:pt x="1085628" y="1047703"/>
                    <a:pt x="1090928" y="1045593"/>
                    <a:pt x="1096257" y="1045517"/>
                  </a:cubicBezTo>
                  <a:close/>
                  <a:moveTo>
                    <a:pt x="325671" y="1045516"/>
                  </a:moveTo>
                  <a:cubicBezTo>
                    <a:pt x="331001" y="1045593"/>
                    <a:pt x="336301" y="1047703"/>
                    <a:pt x="340307" y="1051825"/>
                  </a:cubicBezTo>
                  <a:cubicBezTo>
                    <a:pt x="348328" y="1060074"/>
                    <a:pt x="348139" y="1073260"/>
                    <a:pt x="339891" y="1081278"/>
                  </a:cubicBezTo>
                  <a:lnTo>
                    <a:pt x="237484" y="1180807"/>
                  </a:lnTo>
                  <a:cubicBezTo>
                    <a:pt x="229244" y="1188822"/>
                    <a:pt x="216052" y="1188644"/>
                    <a:pt x="208032" y="1180391"/>
                  </a:cubicBezTo>
                  <a:cubicBezTo>
                    <a:pt x="200011" y="1172142"/>
                    <a:pt x="200200" y="1158956"/>
                    <a:pt x="208448" y="1150938"/>
                  </a:cubicBezTo>
                  <a:lnTo>
                    <a:pt x="310855" y="1051409"/>
                  </a:lnTo>
                  <a:cubicBezTo>
                    <a:pt x="314980" y="1047397"/>
                    <a:pt x="320340" y="1045440"/>
                    <a:pt x="325671" y="1045516"/>
                  </a:cubicBezTo>
                  <a:close/>
                  <a:moveTo>
                    <a:pt x="678807" y="790021"/>
                  </a:moveTo>
                  <a:lnTo>
                    <a:pt x="678807" y="1046223"/>
                  </a:lnTo>
                  <a:lnTo>
                    <a:pt x="751717" y="1046223"/>
                  </a:lnTo>
                  <a:lnTo>
                    <a:pt x="751717" y="790021"/>
                  </a:lnTo>
                  <a:close/>
                  <a:moveTo>
                    <a:pt x="1256277" y="670753"/>
                  </a:moveTo>
                  <a:lnTo>
                    <a:pt x="1401100" y="670753"/>
                  </a:lnTo>
                  <a:cubicBezTo>
                    <a:pt x="1412606" y="670753"/>
                    <a:pt x="1421929" y="680079"/>
                    <a:pt x="1421929" y="691582"/>
                  </a:cubicBezTo>
                  <a:cubicBezTo>
                    <a:pt x="1421929" y="703085"/>
                    <a:pt x="1412606" y="712411"/>
                    <a:pt x="1401100" y="712411"/>
                  </a:cubicBezTo>
                  <a:lnTo>
                    <a:pt x="1256277" y="712411"/>
                  </a:lnTo>
                  <a:cubicBezTo>
                    <a:pt x="1244771" y="712411"/>
                    <a:pt x="1235448" y="703085"/>
                    <a:pt x="1235448" y="691582"/>
                  </a:cubicBezTo>
                  <a:cubicBezTo>
                    <a:pt x="1235448" y="680079"/>
                    <a:pt x="1244771" y="670753"/>
                    <a:pt x="1256277" y="670753"/>
                  </a:cubicBezTo>
                  <a:close/>
                  <a:moveTo>
                    <a:pt x="20829" y="670753"/>
                  </a:moveTo>
                  <a:lnTo>
                    <a:pt x="165652" y="670753"/>
                  </a:lnTo>
                  <a:cubicBezTo>
                    <a:pt x="177158" y="670753"/>
                    <a:pt x="186481" y="680079"/>
                    <a:pt x="186481" y="691582"/>
                  </a:cubicBezTo>
                  <a:cubicBezTo>
                    <a:pt x="186481" y="703085"/>
                    <a:pt x="177158" y="712411"/>
                    <a:pt x="165652" y="712411"/>
                  </a:cubicBezTo>
                  <a:lnTo>
                    <a:pt x="20829" y="712411"/>
                  </a:lnTo>
                  <a:cubicBezTo>
                    <a:pt x="9323" y="712411"/>
                    <a:pt x="0" y="703085"/>
                    <a:pt x="0" y="691582"/>
                  </a:cubicBezTo>
                  <a:cubicBezTo>
                    <a:pt x="0" y="680079"/>
                    <a:pt x="9323" y="670753"/>
                    <a:pt x="20829" y="670753"/>
                  </a:cubicBezTo>
                  <a:close/>
                  <a:moveTo>
                    <a:pt x="591344" y="664752"/>
                  </a:moveTo>
                  <a:cubicBezTo>
                    <a:pt x="568499" y="664752"/>
                    <a:pt x="549917" y="683337"/>
                    <a:pt x="549917" y="706179"/>
                  </a:cubicBezTo>
                  <a:lnTo>
                    <a:pt x="549917" y="706935"/>
                  </a:lnTo>
                  <a:cubicBezTo>
                    <a:pt x="549917" y="729777"/>
                    <a:pt x="568499" y="748362"/>
                    <a:pt x="591344" y="748362"/>
                  </a:cubicBezTo>
                  <a:lnTo>
                    <a:pt x="637149" y="748362"/>
                  </a:lnTo>
                  <a:lnTo>
                    <a:pt x="637149" y="706179"/>
                  </a:lnTo>
                  <a:cubicBezTo>
                    <a:pt x="637149" y="683334"/>
                    <a:pt x="618567" y="664752"/>
                    <a:pt x="595721" y="664752"/>
                  </a:cubicBezTo>
                  <a:close/>
                  <a:moveTo>
                    <a:pt x="834800" y="664749"/>
                  </a:moveTo>
                  <a:cubicBezTo>
                    <a:pt x="811957" y="664749"/>
                    <a:pt x="793375" y="683334"/>
                    <a:pt x="793375" y="706177"/>
                  </a:cubicBezTo>
                  <a:lnTo>
                    <a:pt x="793375" y="748360"/>
                  </a:lnTo>
                  <a:lnTo>
                    <a:pt x="839177" y="748360"/>
                  </a:lnTo>
                  <a:cubicBezTo>
                    <a:pt x="862022" y="748360"/>
                    <a:pt x="880604" y="729777"/>
                    <a:pt x="880604" y="706932"/>
                  </a:cubicBezTo>
                  <a:lnTo>
                    <a:pt x="880604" y="706177"/>
                  </a:lnTo>
                  <a:cubicBezTo>
                    <a:pt x="880604" y="683331"/>
                    <a:pt x="862022" y="664749"/>
                    <a:pt x="839177" y="664749"/>
                  </a:cubicBezTo>
                  <a:close/>
                  <a:moveTo>
                    <a:pt x="1022574" y="374540"/>
                  </a:moveTo>
                  <a:cubicBezTo>
                    <a:pt x="1027885" y="374992"/>
                    <a:pt x="1033024" y="377471"/>
                    <a:pt x="1036733" y="381868"/>
                  </a:cubicBezTo>
                  <a:cubicBezTo>
                    <a:pt x="1099893" y="456761"/>
                    <a:pt x="1134674" y="551764"/>
                    <a:pt x="1134672" y="649377"/>
                  </a:cubicBezTo>
                  <a:cubicBezTo>
                    <a:pt x="1134672" y="758930"/>
                    <a:pt x="1092078" y="862503"/>
                    <a:pt x="1014730" y="941017"/>
                  </a:cubicBezTo>
                  <a:cubicBezTo>
                    <a:pt x="972327" y="984064"/>
                    <a:pt x="942311" y="1018740"/>
                    <a:pt x="942308" y="1073185"/>
                  </a:cubicBezTo>
                  <a:lnTo>
                    <a:pt x="942308" y="1200881"/>
                  </a:lnTo>
                  <a:cubicBezTo>
                    <a:pt x="942308" y="1241217"/>
                    <a:pt x="920407" y="1276515"/>
                    <a:pt x="887889" y="1295572"/>
                  </a:cubicBezTo>
                  <a:lnTo>
                    <a:pt x="887889" y="1317587"/>
                  </a:lnTo>
                  <a:cubicBezTo>
                    <a:pt x="887889" y="1375120"/>
                    <a:pt x="839999" y="1421927"/>
                    <a:pt x="781136" y="1421927"/>
                  </a:cubicBezTo>
                  <a:lnTo>
                    <a:pt x="649382" y="1421927"/>
                  </a:lnTo>
                  <a:cubicBezTo>
                    <a:pt x="590520" y="1421927"/>
                    <a:pt x="542629" y="1375123"/>
                    <a:pt x="542629" y="1317587"/>
                  </a:cubicBezTo>
                  <a:lnTo>
                    <a:pt x="542629" y="1295572"/>
                  </a:lnTo>
                  <a:cubicBezTo>
                    <a:pt x="510108" y="1276515"/>
                    <a:pt x="488210" y="1241217"/>
                    <a:pt x="488210" y="1200881"/>
                  </a:cubicBezTo>
                  <a:lnTo>
                    <a:pt x="488210" y="1075176"/>
                  </a:lnTo>
                  <a:cubicBezTo>
                    <a:pt x="488207" y="1023181"/>
                    <a:pt x="452201" y="986658"/>
                    <a:pt x="410504" y="944367"/>
                  </a:cubicBezTo>
                  <a:cubicBezTo>
                    <a:pt x="389922" y="923846"/>
                    <a:pt x="371309" y="901195"/>
                    <a:pt x="355407" y="876986"/>
                  </a:cubicBezTo>
                  <a:cubicBezTo>
                    <a:pt x="349086" y="867377"/>
                    <a:pt x="351749" y="854460"/>
                    <a:pt x="361361" y="848136"/>
                  </a:cubicBezTo>
                  <a:cubicBezTo>
                    <a:pt x="370965" y="841813"/>
                    <a:pt x="383884" y="844476"/>
                    <a:pt x="390211" y="854091"/>
                  </a:cubicBezTo>
                  <a:cubicBezTo>
                    <a:pt x="404611" y="876025"/>
                    <a:pt x="421507" y="896532"/>
                    <a:pt x="440167" y="915120"/>
                  </a:cubicBezTo>
                  <a:cubicBezTo>
                    <a:pt x="477804" y="953293"/>
                    <a:pt x="516510" y="992587"/>
                    <a:pt x="527055" y="1046221"/>
                  </a:cubicBezTo>
                  <a:lnTo>
                    <a:pt x="637152" y="1046221"/>
                  </a:lnTo>
                  <a:lnTo>
                    <a:pt x="637152" y="790018"/>
                  </a:lnTo>
                  <a:lnTo>
                    <a:pt x="591347" y="790018"/>
                  </a:lnTo>
                  <a:cubicBezTo>
                    <a:pt x="545534" y="790018"/>
                    <a:pt x="508261" y="752745"/>
                    <a:pt x="508261" y="706932"/>
                  </a:cubicBezTo>
                  <a:lnTo>
                    <a:pt x="508261" y="706177"/>
                  </a:lnTo>
                  <a:cubicBezTo>
                    <a:pt x="508261" y="660361"/>
                    <a:pt x="545534" y="623091"/>
                    <a:pt x="591347" y="623091"/>
                  </a:cubicBezTo>
                  <a:lnTo>
                    <a:pt x="595724" y="623091"/>
                  </a:lnTo>
                  <a:cubicBezTo>
                    <a:pt x="641537" y="623091"/>
                    <a:pt x="678810" y="660364"/>
                    <a:pt x="678810" y="706177"/>
                  </a:cubicBezTo>
                  <a:lnTo>
                    <a:pt x="678810" y="748360"/>
                  </a:lnTo>
                  <a:lnTo>
                    <a:pt x="751720" y="748360"/>
                  </a:lnTo>
                  <a:lnTo>
                    <a:pt x="751720" y="706177"/>
                  </a:lnTo>
                  <a:cubicBezTo>
                    <a:pt x="751720" y="660361"/>
                    <a:pt x="788990" y="623091"/>
                    <a:pt x="834803" y="623091"/>
                  </a:cubicBezTo>
                  <a:lnTo>
                    <a:pt x="839180" y="623091"/>
                  </a:lnTo>
                  <a:cubicBezTo>
                    <a:pt x="884992" y="623091"/>
                    <a:pt x="922265" y="660364"/>
                    <a:pt x="922265" y="706177"/>
                  </a:cubicBezTo>
                  <a:lnTo>
                    <a:pt x="922265" y="706932"/>
                  </a:lnTo>
                  <a:cubicBezTo>
                    <a:pt x="922265" y="752745"/>
                    <a:pt x="884992" y="790018"/>
                    <a:pt x="839180" y="790018"/>
                  </a:cubicBezTo>
                  <a:lnTo>
                    <a:pt x="793378" y="790018"/>
                  </a:lnTo>
                  <a:lnTo>
                    <a:pt x="793378" y="1046221"/>
                  </a:lnTo>
                  <a:lnTo>
                    <a:pt x="902683" y="1046221"/>
                  </a:lnTo>
                  <a:cubicBezTo>
                    <a:pt x="911120" y="991140"/>
                    <a:pt x="945102" y="952343"/>
                    <a:pt x="985058" y="911779"/>
                  </a:cubicBezTo>
                  <a:cubicBezTo>
                    <a:pt x="1054677" y="841107"/>
                    <a:pt x="1093019" y="747918"/>
                    <a:pt x="1093019" y="649377"/>
                  </a:cubicBezTo>
                  <a:cubicBezTo>
                    <a:pt x="1093019" y="561579"/>
                    <a:pt x="1061723" y="476116"/>
                    <a:pt x="1004890" y="408724"/>
                  </a:cubicBezTo>
                  <a:cubicBezTo>
                    <a:pt x="997475" y="399931"/>
                    <a:pt x="998588" y="386790"/>
                    <a:pt x="1007384" y="379374"/>
                  </a:cubicBezTo>
                  <a:cubicBezTo>
                    <a:pt x="1011780" y="375664"/>
                    <a:pt x="1017263" y="374089"/>
                    <a:pt x="1022574" y="374540"/>
                  </a:cubicBezTo>
                  <a:close/>
                  <a:moveTo>
                    <a:pt x="710964" y="231049"/>
                  </a:moveTo>
                  <a:cubicBezTo>
                    <a:pt x="801335" y="231049"/>
                    <a:pt x="887581" y="258754"/>
                    <a:pt x="960377" y="311166"/>
                  </a:cubicBezTo>
                  <a:cubicBezTo>
                    <a:pt x="969711" y="317889"/>
                    <a:pt x="971830" y="330906"/>
                    <a:pt x="965109" y="340240"/>
                  </a:cubicBezTo>
                  <a:cubicBezTo>
                    <a:pt x="958386" y="349577"/>
                    <a:pt x="945369" y="351691"/>
                    <a:pt x="936032" y="344973"/>
                  </a:cubicBezTo>
                  <a:cubicBezTo>
                    <a:pt x="870370" y="297696"/>
                    <a:pt x="792545" y="272707"/>
                    <a:pt x="710964" y="272707"/>
                  </a:cubicBezTo>
                  <a:cubicBezTo>
                    <a:pt x="500302" y="272707"/>
                    <a:pt x="328912" y="441681"/>
                    <a:pt x="328912" y="649377"/>
                  </a:cubicBezTo>
                  <a:cubicBezTo>
                    <a:pt x="328912" y="691227"/>
                    <a:pt x="335819" y="732324"/>
                    <a:pt x="349447" y="771532"/>
                  </a:cubicBezTo>
                  <a:cubicBezTo>
                    <a:pt x="353224" y="782397"/>
                    <a:pt x="347478" y="794269"/>
                    <a:pt x="336611" y="798044"/>
                  </a:cubicBezTo>
                  <a:cubicBezTo>
                    <a:pt x="326035" y="801807"/>
                    <a:pt x="313854" y="796177"/>
                    <a:pt x="310099" y="785207"/>
                  </a:cubicBezTo>
                  <a:cubicBezTo>
                    <a:pt x="294941" y="741591"/>
                    <a:pt x="287254" y="695892"/>
                    <a:pt x="287254" y="649377"/>
                  </a:cubicBezTo>
                  <a:cubicBezTo>
                    <a:pt x="287254" y="418710"/>
                    <a:pt x="477329" y="231049"/>
                    <a:pt x="710964" y="231049"/>
                  </a:cubicBezTo>
                  <a:close/>
                  <a:moveTo>
                    <a:pt x="1199263" y="196459"/>
                  </a:moveTo>
                  <a:cubicBezTo>
                    <a:pt x="1204593" y="196535"/>
                    <a:pt x="1209893" y="198645"/>
                    <a:pt x="1213897" y="202769"/>
                  </a:cubicBezTo>
                  <a:cubicBezTo>
                    <a:pt x="1221918" y="211017"/>
                    <a:pt x="1221729" y="224203"/>
                    <a:pt x="1213481" y="232221"/>
                  </a:cubicBezTo>
                  <a:lnTo>
                    <a:pt x="1111074" y="331750"/>
                  </a:lnTo>
                  <a:cubicBezTo>
                    <a:pt x="1102831" y="339763"/>
                    <a:pt x="1089642" y="339588"/>
                    <a:pt x="1081622" y="331331"/>
                  </a:cubicBezTo>
                  <a:cubicBezTo>
                    <a:pt x="1073601" y="323083"/>
                    <a:pt x="1073790" y="309897"/>
                    <a:pt x="1082038" y="301879"/>
                  </a:cubicBezTo>
                  <a:lnTo>
                    <a:pt x="1184445" y="202349"/>
                  </a:lnTo>
                  <a:cubicBezTo>
                    <a:pt x="1188572" y="198340"/>
                    <a:pt x="1193933" y="196383"/>
                    <a:pt x="1199263" y="196459"/>
                  </a:cubicBezTo>
                  <a:close/>
                  <a:moveTo>
                    <a:pt x="222668" y="196459"/>
                  </a:moveTo>
                  <a:cubicBezTo>
                    <a:pt x="227998" y="196383"/>
                    <a:pt x="233358" y="198340"/>
                    <a:pt x="237484" y="202349"/>
                  </a:cubicBezTo>
                  <a:lnTo>
                    <a:pt x="339891" y="301882"/>
                  </a:lnTo>
                  <a:cubicBezTo>
                    <a:pt x="348136" y="309899"/>
                    <a:pt x="348328" y="323086"/>
                    <a:pt x="340307" y="331334"/>
                  </a:cubicBezTo>
                  <a:cubicBezTo>
                    <a:pt x="332287" y="339588"/>
                    <a:pt x="319098" y="339765"/>
                    <a:pt x="310855" y="331753"/>
                  </a:cubicBezTo>
                  <a:lnTo>
                    <a:pt x="208448" y="232221"/>
                  </a:lnTo>
                  <a:cubicBezTo>
                    <a:pt x="200203" y="224203"/>
                    <a:pt x="200011" y="211017"/>
                    <a:pt x="208032" y="202769"/>
                  </a:cubicBezTo>
                  <a:cubicBezTo>
                    <a:pt x="212038" y="198645"/>
                    <a:pt x="217338" y="196535"/>
                    <a:pt x="222668" y="196459"/>
                  </a:cubicBezTo>
                  <a:close/>
                  <a:moveTo>
                    <a:pt x="710964" y="0"/>
                  </a:moveTo>
                  <a:cubicBezTo>
                    <a:pt x="722470" y="0"/>
                    <a:pt x="731793" y="9326"/>
                    <a:pt x="731793" y="20829"/>
                  </a:cubicBezTo>
                  <a:lnTo>
                    <a:pt x="731793" y="161586"/>
                  </a:lnTo>
                  <a:cubicBezTo>
                    <a:pt x="731793" y="173089"/>
                    <a:pt x="722470" y="182415"/>
                    <a:pt x="710964" y="182415"/>
                  </a:cubicBezTo>
                  <a:cubicBezTo>
                    <a:pt x="699458" y="182415"/>
                    <a:pt x="690135" y="173089"/>
                    <a:pt x="690135" y="161586"/>
                  </a:cubicBezTo>
                  <a:lnTo>
                    <a:pt x="690135" y="20829"/>
                  </a:lnTo>
                  <a:cubicBezTo>
                    <a:pt x="690135" y="9326"/>
                    <a:pt x="699458" y="0"/>
                    <a:pt x="710964" y="0"/>
                  </a:cubicBezTo>
                  <a:close/>
                </a:path>
              </a:pathLst>
            </a:custGeom>
            <a:solidFill>
              <a:schemeClr val="accent1"/>
            </a:solidFill>
            <a:ln w="2772" cap="flat">
              <a:noFill/>
              <a:prstDash val="solid"/>
              <a:miter/>
            </a:ln>
          </p:spPr>
          <p:txBody>
            <a:bodyPr rtlCol="0" anchor="ctr"/>
            <a:lstStyle/>
            <a:p>
              <a:endParaRPr lang="en-VI" dirty="0"/>
            </a:p>
          </p:txBody>
        </p:sp>
        <p:sp>
          <p:nvSpPr>
            <p:cNvPr id="28" name="TextBox 27">
              <a:extLst>
                <a:ext uri="{FF2B5EF4-FFF2-40B4-BE49-F238E27FC236}">
                  <a16:creationId xmlns:a16="http://schemas.microsoft.com/office/drawing/2014/main" id="{E8C5DF67-9142-D332-6FB8-AC7EE44CBBAB}"/>
                </a:ext>
              </a:extLst>
            </p:cNvPr>
            <p:cNvSpPr txBox="1"/>
            <p:nvPr/>
          </p:nvSpPr>
          <p:spPr>
            <a:xfrm>
              <a:off x="3693920" y="3909678"/>
              <a:ext cx="1921310" cy="400110"/>
            </a:xfrm>
            <a:prstGeom prst="rect">
              <a:avLst/>
            </a:prstGeom>
            <a:noFill/>
          </p:spPr>
          <p:txBody>
            <a:bodyPr wrap="square" rtlCol="0">
              <a:spAutoFit/>
            </a:bodyPr>
            <a:lstStyle/>
            <a:p>
              <a:endParaRPr lang="en-VI" sz="2000" dirty="0">
                <a:solidFill>
                  <a:schemeClr val="bg1">
                    <a:lumMod val="85000"/>
                  </a:schemeClr>
                </a:solidFill>
                <a:latin typeface="Questrial" pitchFamily="2" charset="0"/>
                <a:cs typeface="Arial" panose="020B0604020202020204" pitchFamily="34" charset="0"/>
              </a:endParaRPr>
            </a:p>
          </p:txBody>
        </p:sp>
      </p:grpSp>
      <p:sp>
        <p:nvSpPr>
          <p:cNvPr id="8" name="TextBox 7">
            <a:extLst>
              <a:ext uri="{FF2B5EF4-FFF2-40B4-BE49-F238E27FC236}">
                <a16:creationId xmlns:a16="http://schemas.microsoft.com/office/drawing/2014/main" id="{206F1F18-2DE7-8E6F-8427-D3F135ECC24A}"/>
              </a:ext>
            </a:extLst>
          </p:cNvPr>
          <p:cNvSpPr txBox="1"/>
          <p:nvPr/>
        </p:nvSpPr>
        <p:spPr>
          <a:xfrm>
            <a:off x="3257270" y="2444065"/>
            <a:ext cx="7146361" cy="1107996"/>
          </a:xfrm>
          <a:prstGeom prst="rect">
            <a:avLst/>
          </a:prstGeom>
          <a:noFill/>
        </p:spPr>
        <p:txBody>
          <a:bodyPr wrap="square">
            <a:spAutoFit/>
          </a:bodyPr>
          <a:lstStyle/>
          <a:p>
            <a:pPr algn="ctr"/>
            <a:r>
              <a:rPr lang="en-US" sz="6600" b="1" spc="600" dirty="0">
                <a:solidFill>
                  <a:schemeClr val="bg1"/>
                </a:solidFill>
                <a:latin typeface="Copperplate Gothic Bold" panose="020E0705020206020404" pitchFamily="34" charset="0"/>
              </a:rPr>
              <a:t>Thank You !</a:t>
            </a:r>
            <a:endParaRPr lang="en-US" sz="1200" b="1" spc="600" dirty="0">
              <a:solidFill>
                <a:schemeClr val="bg1"/>
              </a:solidFill>
              <a:latin typeface="Copperplate Gothic Bold" panose="020E0705020206020404" pitchFamily="34" charset="0"/>
            </a:endParaRPr>
          </a:p>
        </p:txBody>
      </p:sp>
    </p:spTree>
    <p:extLst>
      <p:ext uri="{BB962C8B-B14F-4D97-AF65-F5344CB8AC3E}">
        <p14:creationId xmlns:p14="http://schemas.microsoft.com/office/powerpoint/2010/main" val="1813628238"/>
      </p:ext>
    </p:extLst>
  </p:cSld>
  <p:clrMapOvr>
    <a:masterClrMapping/>
  </p:clrMapOvr>
</p:sld>
</file>

<file path=ppt/theme/theme1.xml><?xml version="1.0" encoding="utf-8"?>
<a:theme xmlns:a="http://schemas.openxmlformats.org/drawingml/2006/main" name="Crime">
  <a:themeElements>
    <a:clrScheme name="Custom 107">
      <a:dk1>
        <a:sysClr val="windowText" lastClr="000000"/>
      </a:dk1>
      <a:lt1>
        <a:sysClr val="window" lastClr="FFFFFF"/>
      </a:lt1>
      <a:dk2>
        <a:srgbClr val="44546A"/>
      </a:dk2>
      <a:lt2>
        <a:srgbClr val="E7E6E6"/>
      </a:lt2>
      <a:accent1>
        <a:srgbClr val="DE0000"/>
      </a:accent1>
      <a:accent2>
        <a:srgbClr val="FFC000"/>
      </a:accent2>
      <a:accent3>
        <a:srgbClr val="DE0000"/>
      </a:accent3>
      <a:accent4>
        <a:srgbClr val="FFC000"/>
      </a:accent4>
      <a:accent5>
        <a:srgbClr val="DE0000"/>
      </a:accent5>
      <a:accent6>
        <a:srgbClr val="FFC000"/>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0000"/>
        </a:solidFill>
        <a:ln>
          <a:noFill/>
        </a:ln>
      </a:spPr>
      <a:bodyPr vert="horz" wrap="square" lIns="91440" tIns="45720" rIns="91440" bIns="45720" numCol="1" anchor="t" anchorCtr="0" compatLnSpc="1">
        <a:prstTxWarp prst="textNoShape">
          <a:avLst/>
        </a:prstTxWarp>
      </a:bodyPr>
      <a:lstStyle>
        <a:defPPr>
          <a:defRPr/>
        </a:defPPr>
      </a:lstStyle>
    </a:spDef>
    <a:txDef>
      <a:spPr>
        <a:noFill/>
      </a:spPr>
      <a:bodyPr wrap="none" rtlCol="0">
        <a:spAutoFit/>
      </a:bodyPr>
      <a:lstStyle>
        <a:defPPr>
          <a:defRPr dirty="0" smtClean="0">
            <a:solidFill>
              <a:schemeClr val="bg1"/>
            </a:solidFill>
            <a:latin typeface="Arial" pitchFamily="34" charset="0"/>
            <a:cs typeface="Arial" pitchFamily="34" charset="0"/>
          </a:defRPr>
        </a:defPPr>
      </a:lstStyle>
    </a:txDef>
  </a:objectDefaults>
  <a:extraClrSchemeLst/>
  <a:extLst>
    <a:ext uri="{05A4C25C-085E-4340-85A3-A5531E510DB2}">
      <thm15:themeFamily xmlns:thm15="http://schemas.microsoft.com/office/thememl/2012/main" name="Sketchbubble_MC1_Theme" id="{686A07EB-2B9E-48A0-8CCC-5BAD4BE0E238}" vid="{660E79CE-BC43-44FF-8C21-A88327A3572F}"/>
    </a:ext>
  </a:extLst>
</a:theme>
</file>

<file path=docProps/app.xml><?xml version="1.0" encoding="utf-8"?>
<Properties xmlns="http://schemas.openxmlformats.org/officeDocument/2006/extended-properties" xmlns:vt="http://schemas.openxmlformats.org/officeDocument/2006/docPropsVTypes">
  <Template>Sketchbubble_MC1_Theme</Template>
  <TotalTime>2907</TotalTime>
  <Words>674</Words>
  <Application>Microsoft Office PowerPoint</Application>
  <PresentationFormat>Widescreen</PresentationFormat>
  <Paragraphs>57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Questrial</vt:lpstr>
      <vt:lpstr>Copperplate Gothic Bold</vt:lpstr>
      <vt:lpstr>Crime</vt:lpstr>
      <vt:lpstr>PowerPoint Presentation</vt:lpstr>
      <vt:lpstr>Abstract :</vt:lpstr>
      <vt:lpstr>Project Overview and Objectives</vt:lpstr>
      <vt:lpstr>Problem Statement :</vt:lpstr>
      <vt:lpstr>PowerPoint Presentation</vt:lpstr>
      <vt:lpstr>The Visualization Phase</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Ashish Arora</dc:creator>
  <cp:lastModifiedBy>vignesh g</cp:lastModifiedBy>
  <cp:revision>172</cp:revision>
  <dcterms:created xsi:type="dcterms:W3CDTF">2021-01-08T08:29:29Z</dcterms:created>
  <dcterms:modified xsi:type="dcterms:W3CDTF">2026-02-05T06:13:48Z</dcterms:modified>
</cp:coreProperties>
</file>